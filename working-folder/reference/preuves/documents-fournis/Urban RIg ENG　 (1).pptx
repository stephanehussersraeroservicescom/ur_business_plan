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7562850" cx="10693400"/>
  <p:notesSz cx="10693400" cy="7562850"/>
  <p:embeddedFontLst>
    <p:embeddedFont>
      <p:font typeface="Corbel"/>
      <p:regular r:id="rId27"/>
      <p:bold r:id="rId28"/>
      <p:italic r:id="rId29"/>
      <p:boldItalic r:id="rId30"/>
    </p:embeddedFont>
    <p:embeddedFont>
      <p:font typeface="Arial Black"/>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2" roundtripDataSignature="AMtx7mhCXaEmuRdv492xQmLZYNgVgA06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FF3F20-5BB9-4406-8C45-891CA37ACD5E}">
  <a:tblStyle styleId="{3AFF3F20-5BB9-4406-8C45-891CA37ACD5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orbel-bold.fntdata"/><Relationship Id="rId27" Type="http://schemas.openxmlformats.org/officeDocument/2006/relationships/font" Target="fonts/Corbel-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orbel-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alBlack-regular.fntdata"/><Relationship Id="rId30" Type="http://schemas.openxmlformats.org/officeDocument/2006/relationships/font" Target="fonts/Corbel-bold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 name="Google Shape;41;p1: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p2: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3: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4: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5: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5: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6: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5" name="Google Shape;675;p6: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7: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7" name="Google Shape;927;p7: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8: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0" name="Google Shape;1140;p8: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9: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5" name="Google Shape;1375;p9: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10: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1" name="Google Shape;1451;p10: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11: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6" name="Google Shape;1476;p11: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12: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5" name="Google Shape;1525;p12: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13: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6" name="Google Shape;1656;p13: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4" name="Shape 1684"/>
        <p:cNvGrpSpPr/>
        <p:nvPr/>
      </p:nvGrpSpPr>
      <p:grpSpPr>
        <a:xfrm>
          <a:off x="0" y="0"/>
          <a:ext cx="0" cy="0"/>
          <a:chOff x="0" y="0"/>
          <a:chExt cx="0" cy="0"/>
        </a:xfrm>
      </p:grpSpPr>
      <p:sp>
        <p:nvSpPr>
          <p:cNvPr id="1685" name="Google Shape;1685;p14: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6" name="Google Shape;1686;p14: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p15: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9" name="Google Shape;1869;p15: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p16: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5" name="Google Shape;2015;p16: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p17: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1" name="Google Shape;2081;p17: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1" name="Shape 2111"/>
        <p:cNvGrpSpPr/>
        <p:nvPr/>
      </p:nvGrpSpPr>
      <p:grpSpPr>
        <a:xfrm>
          <a:off x="0" y="0"/>
          <a:ext cx="0" cy="0"/>
          <a:chOff x="0" y="0"/>
          <a:chExt cx="0" cy="0"/>
        </a:xfrm>
      </p:grpSpPr>
      <p:sp>
        <p:nvSpPr>
          <p:cNvPr id="2112" name="Google Shape;2112;p18: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3" name="Google Shape;2113;p18: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0" name="Shape 2190"/>
        <p:cNvGrpSpPr/>
        <p:nvPr/>
      </p:nvGrpSpPr>
      <p:grpSpPr>
        <a:xfrm>
          <a:off x="0" y="0"/>
          <a:ext cx="0" cy="0"/>
          <a:chOff x="0" y="0"/>
          <a:chExt cx="0" cy="0"/>
        </a:xfrm>
      </p:grpSpPr>
      <p:sp>
        <p:nvSpPr>
          <p:cNvPr id="2191" name="Google Shape;2191;p19: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2" name="Google Shape;2192;p19: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p20:notes"/>
          <p:cNvSpPr txBox="1"/>
          <p:nvPr>
            <p:ph idx="1" type="body"/>
          </p:nvPr>
        </p:nvSpPr>
        <p:spPr>
          <a:xfrm>
            <a:off x="1069325" y="3592350"/>
            <a:ext cx="8554700" cy="3403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0" name="Google Shape;2320;p20:notes"/>
          <p:cNvSpPr/>
          <p:nvPr>
            <p:ph idx="2" type="sldImg"/>
          </p:nvPr>
        </p:nvSpPr>
        <p:spPr>
          <a:xfrm>
            <a:off x="1782575" y="567200"/>
            <a:ext cx="7129275"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22"/>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2"/>
          <p:cNvSpPr txBox="1"/>
          <p:nvPr>
            <p:ph idx="12" type="sldNum"/>
          </p:nvPr>
        </p:nvSpPr>
        <p:spPr>
          <a:xfrm>
            <a:off x="7699248" y="7033450"/>
            <a:ext cx="2459482" cy="378142"/>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23"/>
          <p:cNvSpPr txBox="1"/>
          <p:nvPr>
            <p:ph type="title"/>
          </p:nvPr>
        </p:nvSpPr>
        <p:spPr>
          <a:xfrm>
            <a:off x="1211301" y="685567"/>
            <a:ext cx="1570989" cy="7499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8ED8F8"/>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body"/>
          </p:nvPr>
        </p:nvSpPr>
        <p:spPr>
          <a:xfrm>
            <a:off x="1353943" y="1802157"/>
            <a:ext cx="8128000" cy="161226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200">
                <a:solidFill>
                  <a:srgbClr val="696A6D"/>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23"/>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7699248" y="7033450"/>
            <a:ext cx="2459482" cy="378142"/>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24"/>
          <p:cNvSpPr txBox="1"/>
          <p:nvPr>
            <p:ph type="title"/>
          </p:nvPr>
        </p:nvSpPr>
        <p:spPr>
          <a:xfrm>
            <a:off x="1211301" y="685567"/>
            <a:ext cx="1570989" cy="7499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8ED8F8"/>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 type="body"/>
          </p:nvPr>
        </p:nvSpPr>
        <p:spPr>
          <a:xfrm>
            <a:off x="534670" y="1739455"/>
            <a:ext cx="4651629" cy="499148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 name="Google Shape;24;p24"/>
          <p:cNvSpPr txBox="1"/>
          <p:nvPr>
            <p:ph idx="2" type="body"/>
          </p:nvPr>
        </p:nvSpPr>
        <p:spPr>
          <a:xfrm>
            <a:off x="5507101" y="1739455"/>
            <a:ext cx="4651629" cy="499148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4"/>
          <p:cNvSpPr txBox="1"/>
          <p:nvPr>
            <p:ph idx="12" type="sldNum"/>
          </p:nvPr>
        </p:nvSpPr>
        <p:spPr>
          <a:xfrm>
            <a:off x="7699248" y="7033450"/>
            <a:ext cx="2459482" cy="378142"/>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25"/>
          <p:cNvSpPr txBox="1"/>
          <p:nvPr>
            <p:ph type="ctrTitle"/>
          </p:nvPr>
        </p:nvSpPr>
        <p:spPr>
          <a:xfrm>
            <a:off x="802005" y="2344483"/>
            <a:ext cx="9089390" cy="158819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8ED8F8"/>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 type="subTitle"/>
          </p:nvPr>
        </p:nvSpPr>
        <p:spPr>
          <a:xfrm>
            <a:off x="1604010" y="4235196"/>
            <a:ext cx="7485380" cy="189071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00">
                <a:solidFill>
                  <a:srgbClr val="696A6D"/>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2" type="sldNum"/>
          </p:nvPr>
        </p:nvSpPr>
        <p:spPr>
          <a:xfrm>
            <a:off x="7699248" y="7033450"/>
            <a:ext cx="2459482" cy="378142"/>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26"/>
          <p:cNvSpPr txBox="1"/>
          <p:nvPr>
            <p:ph type="title"/>
          </p:nvPr>
        </p:nvSpPr>
        <p:spPr>
          <a:xfrm>
            <a:off x="1211301" y="685567"/>
            <a:ext cx="1570989" cy="7499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rgbClr val="8ED8F8"/>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7699248" y="7033450"/>
            <a:ext cx="2459482" cy="378142"/>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1211301" y="685567"/>
            <a:ext cx="1570989" cy="74993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800" u="none" cap="none" strike="noStrike">
                <a:solidFill>
                  <a:srgbClr val="8ED8F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1353943" y="1802157"/>
            <a:ext cx="8128000" cy="1612264"/>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696A6D"/>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21"/>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21"/>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1"/>
          <p:cNvSpPr txBox="1"/>
          <p:nvPr>
            <p:ph idx="12" type="sldNum"/>
          </p:nvPr>
        </p:nvSpPr>
        <p:spPr>
          <a:xfrm>
            <a:off x="7699248" y="7033450"/>
            <a:ext cx="2459482" cy="378142"/>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jpg"/><Relationship Id="rId4" Type="http://schemas.openxmlformats.org/officeDocument/2006/relationships/image" Target="../media/image17.png"/><Relationship Id="rId9" Type="http://schemas.openxmlformats.org/officeDocument/2006/relationships/hyperlink" Target="http://www.1-world.asia/" TargetMode="External"/><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hyperlink" Target="mailto:info@1-world.asi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4.png"/><Relationship Id="rId11" Type="http://schemas.openxmlformats.org/officeDocument/2006/relationships/image" Target="../media/image10.png"/><Relationship Id="rId10" Type="http://schemas.openxmlformats.org/officeDocument/2006/relationships/image" Target="../media/image21.png"/><Relationship Id="rId9" Type="http://schemas.openxmlformats.org/officeDocument/2006/relationships/image" Target="../media/image9.png"/><Relationship Id="rId5" Type="http://schemas.openxmlformats.org/officeDocument/2006/relationships/image" Target="../media/image16.jp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20" Type="http://schemas.openxmlformats.org/officeDocument/2006/relationships/image" Target="../media/image37.png"/><Relationship Id="rId11" Type="http://schemas.openxmlformats.org/officeDocument/2006/relationships/image" Target="../media/image19.png"/><Relationship Id="rId22" Type="http://schemas.openxmlformats.org/officeDocument/2006/relationships/image" Target="../media/image46.png"/><Relationship Id="rId10" Type="http://schemas.openxmlformats.org/officeDocument/2006/relationships/image" Target="../media/image22.png"/><Relationship Id="rId21" Type="http://schemas.openxmlformats.org/officeDocument/2006/relationships/image" Target="../media/image41.png"/><Relationship Id="rId13" Type="http://schemas.openxmlformats.org/officeDocument/2006/relationships/image" Target="../media/image36.png"/><Relationship Id="rId24" Type="http://schemas.openxmlformats.org/officeDocument/2006/relationships/image" Target="../media/image42.png"/><Relationship Id="rId12" Type="http://schemas.openxmlformats.org/officeDocument/2006/relationships/image" Target="../media/image35.png"/><Relationship Id="rId23"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5.png"/><Relationship Id="rId9" Type="http://schemas.openxmlformats.org/officeDocument/2006/relationships/image" Target="../media/image40.png"/><Relationship Id="rId15" Type="http://schemas.openxmlformats.org/officeDocument/2006/relationships/image" Target="../media/image29.png"/><Relationship Id="rId14" Type="http://schemas.openxmlformats.org/officeDocument/2006/relationships/image" Target="../media/image25.png"/><Relationship Id="rId17" Type="http://schemas.openxmlformats.org/officeDocument/2006/relationships/image" Target="../media/image34.png"/><Relationship Id="rId16" Type="http://schemas.openxmlformats.org/officeDocument/2006/relationships/image" Target="../media/image30.png"/><Relationship Id="rId5" Type="http://schemas.openxmlformats.org/officeDocument/2006/relationships/image" Target="../media/image14.png"/><Relationship Id="rId19" Type="http://schemas.openxmlformats.org/officeDocument/2006/relationships/image" Target="../media/image45.png"/><Relationship Id="rId6" Type="http://schemas.openxmlformats.org/officeDocument/2006/relationships/image" Target="../media/image6.png"/><Relationship Id="rId18" Type="http://schemas.openxmlformats.org/officeDocument/2006/relationships/image" Target="../media/image28.png"/><Relationship Id="rId7" Type="http://schemas.openxmlformats.org/officeDocument/2006/relationships/image" Target="../media/image24.png"/><Relationship Id="rId8" Type="http://schemas.openxmlformats.org/officeDocument/2006/relationships/image" Target="../media/image23.png"/></Relationships>
</file>

<file path=ppt/slides/_rels/slide5.xml.rels><?xml version="1.0" encoding="UTF-8" standalone="yes"?><Relationships xmlns="http://schemas.openxmlformats.org/package/2006/relationships"><Relationship Id="rId20" Type="http://schemas.openxmlformats.org/officeDocument/2006/relationships/image" Target="../media/image57.png"/><Relationship Id="rId22" Type="http://schemas.openxmlformats.org/officeDocument/2006/relationships/image" Target="../media/image66.png"/><Relationship Id="rId21" Type="http://schemas.openxmlformats.org/officeDocument/2006/relationships/image" Target="../media/image63.png"/><Relationship Id="rId24" Type="http://schemas.openxmlformats.org/officeDocument/2006/relationships/image" Target="../media/image75.png"/><Relationship Id="rId23" Type="http://schemas.openxmlformats.org/officeDocument/2006/relationships/image" Target="../media/image58.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8.png"/><Relationship Id="rId9" Type="http://schemas.openxmlformats.org/officeDocument/2006/relationships/image" Target="../media/image10.png"/><Relationship Id="rId26" Type="http://schemas.openxmlformats.org/officeDocument/2006/relationships/image" Target="../media/image5.png"/><Relationship Id="rId25" Type="http://schemas.openxmlformats.org/officeDocument/2006/relationships/image" Target="../media/image71.png"/><Relationship Id="rId28" Type="http://schemas.openxmlformats.org/officeDocument/2006/relationships/image" Target="../media/image6.png"/><Relationship Id="rId27" Type="http://schemas.openxmlformats.org/officeDocument/2006/relationships/image" Target="../media/image74.png"/><Relationship Id="rId5" Type="http://schemas.openxmlformats.org/officeDocument/2006/relationships/image" Target="../media/image9.png"/><Relationship Id="rId6" Type="http://schemas.openxmlformats.org/officeDocument/2006/relationships/image" Target="../media/image21.png"/><Relationship Id="rId29" Type="http://schemas.openxmlformats.org/officeDocument/2006/relationships/image" Target="../media/image84.png"/><Relationship Id="rId7" Type="http://schemas.openxmlformats.org/officeDocument/2006/relationships/image" Target="../media/image18.png"/><Relationship Id="rId8" Type="http://schemas.openxmlformats.org/officeDocument/2006/relationships/image" Target="../media/image20.png"/><Relationship Id="rId31" Type="http://schemas.openxmlformats.org/officeDocument/2006/relationships/image" Target="../media/image40.png"/><Relationship Id="rId30" Type="http://schemas.openxmlformats.org/officeDocument/2006/relationships/image" Target="../media/image88.png"/><Relationship Id="rId11" Type="http://schemas.openxmlformats.org/officeDocument/2006/relationships/image" Target="../media/image52.png"/><Relationship Id="rId10" Type="http://schemas.openxmlformats.org/officeDocument/2006/relationships/image" Target="../media/image47.png"/><Relationship Id="rId13" Type="http://schemas.openxmlformats.org/officeDocument/2006/relationships/image" Target="../media/image51.png"/><Relationship Id="rId12" Type="http://schemas.openxmlformats.org/officeDocument/2006/relationships/image" Target="../media/image59.png"/><Relationship Id="rId15" Type="http://schemas.openxmlformats.org/officeDocument/2006/relationships/image" Target="../media/image56.png"/><Relationship Id="rId14" Type="http://schemas.openxmlformats.org/officeDocument/2006/relationships/image" Target="../media/image61.png"/><Relationship Id="rId17" Type="http://schemas.openxmlformats.org/officeDocument/2006/relationships/image" Target="../media/image50.png"/><Relationship Id="rId16" Type="http://schemas.openxmlformats.org/officeDocument/2006/relationships/image" Target="../media/image49.png"/><Relationship Id="rId19" Type="http://schemas.openxmlformats.org/officeDocument/2006/relationships/image" Target="../media/image65.png"/><Relationship Id="rId18" Type="http://schemas.openxmlformats.org/officeDocument/2006/relationships/image" Target="../media/image6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7.jpg"/><Relationship Id="rId4" Type="http://schemas.openxmlformats.org/officeDocument/2006/relationships/image" Target="../media/image68.png"/><Relationship Id="rId9" Type="http://schemas.openxmlformats.org/officeDocument/2006/relationships/image" Target="../media/image86.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73.png"/><Relationship Id="rId8" Type="http://schemas.openxmlformats.org/officeDocument/2006/relationships/image" Target="../media/image78.png"/><Relationship Id="rId11" Type="http://schemas.openxmlformats.org/officeDocument/2006/relationships/image" Target="../media/image83.png"/><Relationship Id="rId10" Type="http://schemas.openxmlformats.org/officeDocument/2006/relationships/image" Target="../media/image77.png"/><Relationship Id="rId13" Type="http://schemas.openxmlformats.org/officeDocument/2006/relationships/image" Target="../media/image5.png"/><Relationship Id="rId12" Type="http://schemas.openxmlformats.org/officeDocument/2006/relationships/image" Target="../media/image91.png"/><Relationship Id="rId15" Type="http://schemas.openxmlformats.org/officeDocument/2006/relationships/image" Target="../media/image84.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20" Type="http://schemas.openxmlformats.org/officeDocument/2006/relationships/image" Target="../media/image101.png"/><Relationship Id="rId22" Type="http://schemas.openxmlformats.org/officeDocument/2006/relationships/image" Target="../media/image97.png"/><Relationship Id="rId21" Type="http://schemas.openxmlformats.org/officeDocument/2006/relationships/image" Target="../media/image99.png"/><Relationship Id="rId24" Type="http://schemas.openxmlformats.org/officeDocument/2006/relationships/image" Target="../media/image102.png"/><Relationship Id="rId23" Type="http://schemas.openxmlformats.org/officeDocument/2006/relationships/image" Target="../media/image103.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6.png"/><Relationship Id="rId4" Type="http://schemas.openxmlformats.org/officeDocument/2006/relationships/image" Target="../media/image90.jpg"/><Relationship Id="rId9" Type="http://schemas.openxmlformats.org/officeDocument/2006/relationships/image" Target="../media/image21.png"/><Relationship Id="rId26" Type="http://schemas.openxmlformats.org/officeDocument/2006/relationships/image" Target="../media/image107.png"/><Relationship Id="rId25" Type="http://schemas.openxmlformats.org/officeDocument/2006/relationships/image" Target="../media/image104.png"/><Relationship Id="rId5" Type="http://schemas.openxmlformats.org/officeDocument/2006/relationships/image" Target="../media/image18.png"/><Relationship Id="rId6" Type="http://schemas.openxmlformats.org/officeDocument/2006/relationships/image" Target="../media/image20.png"/><Relationship Id="rId7" Type="http://schemas.openxmlformats.org/officeDocument/2006/relationships/image" Target="../media/image8.png"/><Relationship Id="rId8" Type="http://schemas.openxmlformats.org/officeDocument/2006/relationships/image" Target="../media/image9.png"/><Relationship Id="rId11" Type="http://schemas.openxmlformats.org/officeDocument/2006/relationships/image" Target="../media/image5.png"/><Relationship Id="rId10" Type="http://schemas.openxmlformats.org/officeDocument/2006/relationships/image" Target="../media/image10.png"/><Relationship Id="rId13" Type="http://schemas.openxmlformats.org/officeDocument/2006/relationships/image" Target="../media/image6.png"/><Relationship Id="rId12" Type="http://schemas.openxmlformats.org/officeDocument/2006/relationships/image" Target="../media/image74.png"/><Relationship Id="rId15" Type="http://schemas.openxmlformats.org/officeDocument/2006/relationships/image" Target="../media/image88.png"/><Relationship Id="rId14" Type="http://schemas.openxmlformats.org/officeDocument/2006/relationships/image" Target="../media/image84.png"/><Relationship Id="rId17" Type="http://schemas.openxmlformats.org/officeDocument/2006/relationships/image" Target="../media/image89.png"/><Relationship Id="rId16" Type="http://schemas.openxmlformats.org/officeDocument/2006/relationships/image" Target="../media/image93.png"/><Relationship Id="rId19" Type="http://schemas.openxmlformats.org/officeDocument/2006/relationships/image" Target="../media/image106.png"/><Relationship Id="rId18" Type="http://schemas.openxmlformats.org/officeDocument/2006/relationships/image" Target="../media/image9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9.jpg"/><Relationship Id="rId4" Type="http://schemas.openxmlformats.org/officeDocument/2006/relationships/image" Target="../media/image5.png"/><Relationship Id="rId9" Type="http://schemas.openxmlformats.org/officeDocument/2006/relationships/image" Target="../media/image98.png"/><Relationship Id="rId5" Type="http://schemas.openxmlformats.org/officeDocument/2006/relationships/image" Target="../media/image14.png"/><Relationship Id="rId6" Type="http://schemas.openxmlformats.org/officeDocument/2006/relationships/image" Target="../media/image108.png"/><Relationship Id="rId7" Type="http://schemas.openxmlformats.org/officeDocument/2006/relationships/image" Target="../media/image127.png"/><Relationship Id="rId8" Type="http://schemas.openxmlformats.org/officeDocument/2006/relationships/image" Target="../media/image105.png"/><Relationship Id="rId11" Type="http://schemas.openxmlformats.org/officeDocument/2006/relationships/image" Target="../media/image117.png"/><Relationship Id="rId10" Type="http://schemas.openxmlformats.org/officeDocument/2006/relationships/image" Target="../media/image95.png"/><Relationship Id="rId13" Type="http://schemas.openxmlformats.org/officeDocument/2006/relationships/image" Target="../media/image113.png"/><Relationship Id="rId12" Type="http://schemas.openxmlformats.org/officeDocument/2006/relationships/image" Target="../media/image114.png"/><Relationship Id="rId15" Type="http://schemas.openxmlformats.org/officeDocument/2006/relationships/image" Target="../media/image118.png"/><Relationship Id="rId14" Type="http://schemas.openxmlformats.org/officeDocument/2006/relationships/image" Target="../media/image109.png"/><Relationship Id="rId17" Type="http://schemas.openxmlformats.org/officeDocument/2006/relationships/image" Target="../media/image110.png"/><Relationship Id="rId16" Type="http://schemas.openxmlformats.org/officeDocument/2006/relationships/image" Target="../media/image111.png"/><Relationship Id="rId18" Type="http://schemas.openxmlformats.org/officeDocument/2006/relationships/image" Target="../media/image1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6.png"/><Relationship Id="rId4" Type="http://schemas.openxmlformats.org/officeDocument/2006/relationships/image" Target="../media/image8.png"/><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18.png"/><Relationship Id="rId8" Type="http://schemas.openxmlformats.org/officeDocument/2006/relationships/image" Target="../media/image20.png"/><Relationship Id="rId11" Type="http://schemas.openxmlformats.org/officeDocument/2006/relationships/image" Target="../media/image14.png"/><Relationship Id="rId10" Type="http://schemas.openxmlformats.org/officeDocument/2006/relationships/image" Target="../media/image5.png"/><Relationship Id="rId13" Type="http://schemas.openxmlformats.org/officeDocument/2006/relationships/image" Target="../media/image112.png"/><Relationship Id="rId12" Type="http://schemas.openxmlformats.org/officeDocument/2006/relationships/image" Target="../media/image8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6.jpg"/><Relationship Id="rId4" Type="http://schemas.openxmlformats.org/officeDocument/2006/relationships/image" Target="../media/image137.png"/><Relationship Id="rId9" Type="http://schemas.openxmlformats.org/officeDocument/2006/relationships/image" Target="../media/image129.png"/><Relationship Id="rId5" Type="http://schemas.openxmlformats.org/officeDocument/2006/relationships/image" Target="../media/image126.png"/><Relationship Id="rId6" Type="http://schemas.openxmlformats.org/officeDocument/2006/relationships/image" Target="../media/image115.png"/><Relationship Id="rId7" Type="http://schemas.openxmlformats.org/officeDocument/2006/relationships/image" Target="../media/image128.png"/><Relationship Id="rId8" Type="http://schemas.openxmlformats.org/officeDocument/2006/relationships/image" Target="../media/image1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3.jpg"/><Relationship Id="rId4" Type="http://schemas.openxmlformats.org/officeDocument/2006/relationships/image" Target="../media/image123.png"/><Relationship Id="rId9" Type="http://schemas.openxmlformats.org/officeDocument/2006/relationships/image" Target="../media/image129.png"/><Relationship Id="rId5" Type="http://schemas.openxmlformats.org/officeDocument/2006/relationships/image" Target="../media/image131.png"/><Relationship Id="rId6" Type="http://schemas.openxmlformats.org/officeDocument/2006/relationships/image" Target="../media/image136.png"/><Relationship Id="rId7" Type="http://schemas.openxmlformats.org/officeDocument/2006/relationships/image" Target="../media/image121.png"/><Relationship Id="rId8" Type="http://schemas.openxmlformats.org/officeDocument/2006/relationships/image" Target="../media/image125.png"/><Relationship Id="rId11" Type="http://schemas.openxmlformats.org/officeDocument/2006/relationships/image" Target="../media/image20.png"/><Relationship Id="rId10" Type="http://schemas.openxmlformats.org/officeDocument/2006/relationships/image" Target="../media/image18.png"/><Relationship Id="rId13" Type="http://schemas.openxmlformats.org/officeDocument/2006/relationships/image" Target="../media/image9.png"/><Relationship Id="rId12" Type="http://schemas.openxmlformats.org/officeDocument/2006/relationships/image" Target="../media/image8.png"/><Relationship Id="rId15" Type="http://schemas.openxmlformats.org/officeDocument/2006/relationships/image" Target="../media/image10.png"/><Relationship Id="rId14" Type="http://schemas.openxmlformats.org/officeDocument/2006/relationships/image" Target="../media/image21.png"/></Relationships>
</file>

<file path=ppt/slides/_rels/slide12.xml.rels><?xml version="1.0" encoding="UTF-8" standalone="yes"?><Relationships xmlns="http://schemas.openxmlformats.org/package/2006/relationships"><Relationship Id="rId20" Type="http://schemas.openxmlformats.org/officeDocument/2006/relationships/image" Target="../media/image148.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5.jpg"/><Relationship Id="rId4" Type="http://schemas.openxmlformats.org/officeDocument/2006/relationships/image" Target="../media/image124.png"/><Relationship Id="rId9" Type="http://schemas.openxmlformats.org/officeDocument/2006/relationships/image" Target="../media/image130.jpg"/><Relationship Id="rId5" Type="http://schemas.openxmlformats.org/officeDocument/2006/relationships/image" Target="../media/image139.png"/><Relationship Id="rId6" Type="http://schemas.openxmlformats.org/officeDocument/2006/relationships/image" Target="../media/image149.jpg"/><Relationship Id="rId7" Type="http://schemas.openxmlformats.org/officeDocument/2006/relationships/image" Target="../media/image132.jpg"/><Relationship Id="rId8" Type="http://schemas.openxmlformats.org/officeDocument/2006/relationships/image" Target="../media/image154.jpg"/><Relationship Id="rId11" Type="http://schemas.openxmlformats.org/officeDocument/2006/relationships/image" Target="../media/image153.jpg"/><Relationship Id="rId10" Type="http://schemas.openxmlformats.org/officeDocument/2006/relationships/image" Target="../media/image165.jpg"/><Relationship Id="rId13" Type="http://schemas.openxmlformats.org/officeDocument/2006/relationships/image" Target="../media/image158.png"/><Relationship Id="rId12" Type="http://schemas.openxmlformats.org/officeDocument/2006/relationships/image" Target="../media/image141.png"/><Relationship Id="rId15" Type="http://schemas.openxmlformats.org/officeDocument/2006/relationships/image" Target="../media/image143.png"/><Relationship Id="rId14" Type="http://schemas.openxmlformats.org/officeDocument/2006/relationships/image" Target="../media/image142.png"/><Relationship Id="rId17" Type="http://schemas.openxmlformats.org/officeDocument/2006/relationships/image" Target="../media/image145.png"/><Relationship Id="rId16" Type="http://schemas.openxmlformats.org/officeDocument/2006/relationships/image" Target="../media/image144.png"/><Relationship Id="rId19" Type="http://schemas.openxmlformats.org/officeDocument/2006/relationships/image" Target="../media/image150.png"/><Relationship Id="rId18" Type="http://schemas.openxmlformats.org/officeDocument/2006/relationships/image" Target="../media/image1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9.png"/><Relationship Id="rId4" Type="http://schemas.openxmlformats.org/officeDocument/2006/relationships/image" Target="../media/image8.png"/><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18.png"/><Relationship Id="rId8"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5.jpg"/><Relationship Id="rId4" Type="http://schemas.openxmlformats.org/officeDocument/2006/relationships/image" Target="../media/image159.png"/><Relationship Id="rId9" Type="http://schemas.openxmlformats.org/officeDocument/2006/relationships/image" Target="../media/image164.png"/><Relationship Id="rId5" Type="http://schemas.openxmlformats.org/officeDocument/2006/relationships/image" Target="../media/image167.png"/><Relationship Id="rId6" Type="http://schemas.openxmlformats.org/officeDocument/2006/relationships/image" Target="../media/image151.png"/><Relationship Id="rId7" Type="http://schemas.openxmlformats.org/officeDocument/2006/relationships/image" Target="../media/image161.png"/><Relationship Id="rId8" Type="http://schemas.openxmlformats.org/officeDocument/2006/relationships/image" Target="../media/image157.png"/><Relationship Id="rId11" Type="http://schemas.openxmlformats.org/officeDocument/2006/relationships/image" Target="../media/image176.png"/><Relationship Id="rId10" Type="http://schemas.openxmlformats.org/officeDocument/2006/relationships/image" Target="../media/image156.png"/></Relationships>
</file>

<file path=ppt/slides/_rels/slide15.xml.rels><?xml version="1.0" encoding="UTF-8" standalone="yes"?><Relationships xmlns="http://schemas.openxmlformats.org/package/2006/relationships"><Relationship Id="rId20" Type="http://schemas.openxmlformats.org/officeDocument/2006/relationships/image" Target="../media/image174.png"/><Relationship Id="rId22" Type="http://schemas.openxmlformats.org/officeDocument/2006/relationships/image" Target="../media/image181.png"/><Relationship Id="rId21" Type="http://schemas.openxmlformats.org/officeDocument/2006/relationships/image" Target="../media/image193.png"/><Relationship Id="rId24" Type="http://schemas.openxmlformats.org/officeDocument/2006/relationships/image" Target="../media/image188.png"/><Relationship Id="rId23" Type="http://schemas.openxmlformats.org/officeDocument/2006/relationships/image" Target="../media/image187.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7.jpg"/><Relationship Id="rId4" Type="http://schemas.openxmlformats.org/officeDocument/2006/relationships/image" Target="../media/image160.png"/><Relationship Id="rId9" Type="http://schemas.openxmlformats.org/officeDocument/2006/relationships/image" Target="../media/image162.png"/><Relationship Id="rId5" Type="http://schemas.openxmlformats.org/officeDocument/2006/relationships/image" Target="../media/image152.png"/><Relationship Id="rId6" Type="http://schemas.openxmlformats.org/officeDocument/2006/relationships/image" Target="../media/image171.png"/><Relationship Id="rId7" Type="http://schemas.openxmlformats.org/officeDocument/2006/relationships/image" Target="../media/image166.png"/><Relationship Id="rId8" Type="http://schemas.openxmlformats.org/officeDocument/2006/relationships/image" Target="../media/image179.png"/><Relationship Id="rId11" Type="http://schemas.openxmlformats.org/officeDocument/2006/relationships/image" Target="../media/image18.png"/><Relationship Id="rId10" Type="http://schemas.openxmlformats.org/officeDocument/2006/relationships/image" Target="../media/image169.png"/><Relationship Id="rId13" Type="http://schemas.openxmlformats.org/officeDocument/2006/relationships/image" Target="../media/image8.png"/><Relationship Id="rId12" Type="http://schemas.openxmlformats.org/officeDocument/2006/relationships/image" Target="../media/image20.png"/><Relationship Id="rId15" Type="http://schemas.openxmlformats.org/officeDocument/2006/relationships/image" Target="../media/image21.png"/><Relationship Id="rId14" Type="http://schemas.openxmlformats.org/officeDocument/2006/relationships/image" Target="../media/image9.png"/><Relationship Id="rId17" Type="http://schemas.openxmlformats.org/officeDocument/2006/relationships/image" Target="../media/image168.png"/><Relationship Id="rId16" Type="http://schemas.openxmlformats.org/officeDocument/2006/relationships/image" Target="../media/image10.png"/><Relationship Id="rId19" Type="http://schemas.openxmlformats.org/officeDocument/2006/relationships/image" Target="../media/image173.png"/><Relationship Id="rId18" Type="http://schemas.openxmlformats.org/officeDocument/2006/relationships/image" Target="../media/image17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3.jpg"/><Relationship Id="rId4" Type="http://schemas.openxmlformats.org/officeDocument/2006/relationships/image" Target="../media/image202.png"/><Relationship Id="rId9" Type="http://schemas.openxmlformats.org/officeDocument/2006/relationships/image" Target="../media/image199.png"/><Relationship Id="rId5" Type="http://schemas.openxmlformats.org/officeDocument/2006/relationships/image" Target="../media/image184.png"/><Relationship Id="rId6" Type="http://schemas.openxmlformats.org/officeDocument/2006/relationships/image" Target="../media/image186.png"/><Relationship Id="rId7" Type="http://schemas.openxmlformats.org/officeDocument/2006/relationships/image" Target="../media/image195.png"/><Relationship Id="rId8" Type="http://schemas.openxmlformats.org/officeDocument/2006/relationships/image" Target="../media/image198.png"/><Relationship Id="rId11" Type="http://schemas.openxmlformats.org/officeDocument/2006/relationships/image" Target="../media/image192.png"/><Relationship Id="rId10" Type="http://schemas.openxmlformats.org/officeDocument/2006/relationships/image" Target="../media/image182.png"/><Relationship Id="rId12" Type="http://schemas.openxmlformats.org/officeDocument/2006/relationships/image" Target="../media/image19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0.jp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21.png"/><Relationship Id="rId10" Type="http://schemas.openxmlformats.org/officeDocument/2006/relationships/image" Target="../media/image20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6.jp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21.png"/><Relationship Id="rId11" Type="http://schemas.openxmlformats.org/officeDocument/2006/relationships/image" Target="../media/image197.png"/><Relationship Id="rId10" Type="http://schemas.openxmlformats.org/officeDocument/2006/relationships/image" Target="../media/image196.png"/><Relationship Id="rId12" Type="http://schemas.openxmlformats.org/officeDocument/2006/relationships/image" Target="../media/image19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4.png"/><Relationship Id="rId4" Type="http://schemas.openxmlformats.org/officeDocument/2006/relationships/image" Target="../media/image200.png"/><Relationship Id="rId9" Type="http://schemas.openxmlformats.org/officeDocument/2006/relationships/hyperlink" Target="mailto:info@1-world.asia" TargetMode="External"/><Relationship Id="rId5" Type="http://schemas.openxmlformats.org/officeDocument/2006/relationships/image" Target="../media/image205.png"/><Relationship Id="rId6" Type="http://schemas.openxmlformats.org/officeDocument/2006/relationships/hyperlink" Target="http://www.1-world.asia/" TargetMode="External"/><Relationship Id="rId7" Type="http://schemas.openxmlformats.org/officeDocument/2006/relationships/hyperlink" Target="mailto:info@1-world.asia" TargetMode="External"/><Relationship Id="rId8" Type="http://schemas.openxmlformats.org/officeDocument/2006/relationships/hyperlink" Target="http://www.1-world.asi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pic>
        <p:nvPicPr>
          <p:cNvPr id="43" name="Google Shape;43;p1"/>
          <p:cNvPicPr preferRelativeResize="0"/>
          <p:nvPr/>
        </p:nvPicPr>
        <p:blipFill rotWithShape="1">
          <a:blip r:embed="rId3">
            <a:alphaModFix/>
          </a:blip>
          <a:srcRect b="0" l="0" r="0" t="0"/>
          <a:stretch/>
        </p:blipFill>
        <p:spPr>
          <a:xfrm>
            <a:off x="102500" y="-490775"/>
            <a:ext cx="10115994" cy="7559992"/>
          </a:xfrm>
          <a:prstGeom prst="rect">
            <a:avLst/>
          </a:prstGeom>
          <a:noFill/>
          <a:ln>
            <a:noFill/>
          </a:ln>
        </p:spPr>
      </p:pic>
      <p:sp>
        <p:nvSpPr>
          <p:cNvPr id="44" name="Google Shape;44;p1"/>
          <p:cNvSpPr txBox="1"/>
          <p:nvPr/>
        </p:nvSpPr>
        <p:spPr>
          <a:xfrm>
            <a:off x="5376160" y="791888"/>
            <a:ext cx="346138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565658"/>
                </a:solidFill>
                <a:latin typeface="Corbel"/>
                <a:ea typeface="Corbel"/>
                <a:cs typeface="Corbel"/>
                <a:sym typeface="Corbel"/>
              </a:rPr>
              <a:t>Superheated Steam Decomposition Fuel Recovery Unit</a:t>
            </a:r>
            <a:endParaRPr b="0" i="0" sz="1200" u="none" cap="none" strike="noStrike">
              <a:solidFill>
                <a:srgbClr val="000000"/>
              </a:solidFill>
              <a:latin typeface="Corbel"/>
              <a:ea typeface="Corbel"/>
              <a:cs typeface="Corbel"/>
              <a:sym typeface="Corbel"/>
            </a:endParaRPr>
          </a:p>
        </p:txBody>
      </p:sp>
      <p:grpSp>
        <p:nvGrpSpPr>
          <p:cNvPr id="45" name="Google Shape;45;p1"/>
          <p:cNvGrpSpPr/>
          <p:nvPr/>
        </p:nvGrpSpPr>
        <p:grpSpPr>
          <a:xfrm>
            <a:off x="10212743" y="1053007"/>
            <a:ext cx="251218" cy="276455"/>
            <a:chOff x="10212743" y="1053007"/>
            <a:chExt cx="251218" cy="276455"/>
          </a:xfrm>
        </p:grpSpPr>
        <p:pic>
          <p:nvPicPr>
            <p:cNvPr id="46" name="Google Shape;46;p1"/>
            <p:cNvPicPr preferRelativeResize="0"/>
            <p:nvPr/>
          </p:nvPicPr>
          <p:blipFill rotWithShape="1">
            <a:blip r:embed="rId4">
              <a:alphaModFix/>
            </a:blip>
            <a:srcRect b="0" l="0" r="0" t="0"/>
            <a:stretch/>
          </p:blipFill>
          <p:spPr>
            <a:xfrm>
              <a:off x="10212743" y="1053007"/>
              <a:ext cx="251218" cy="251218"/>
            </a:xfrm>
            <a:prstGeom prst="rect">
              <a:avLst/>
            </a:prstGeom>
            <a:noFill/>
            <a:ln>
              <a:noFill/>
            </a:ln>
          </p:spPr>
        </p:pic>
        <p:pic>
          <p:nvPicPr>
            <p:cNvPr id="47" name="Google Shape;47;p1"/>
            <p:cNvPicPr preferRelativeResize="0"/>
            <p:nvPr/>
          </p:nvPicPr>
          <p:blipFill rotWithShape="1">
            <a:blip r:embed="rId5">
              <a:alphaModFix/>
            </a:blip>
            <a:srcRect b="0" l="0" r="0" t="0"/>
            <a:stretch/>
          </p:blipFill>
          <p:spPr>
            <a:xfrm>
              <a:off x="10221323" y="1056833"/>
              <a:ext cx="203812" cy="272629"/>
            </a:xfrm>
            <a:prstGeom prst="rect">
              <a:avLst/>
            </a:prstGeom>
            <a:noFill/>
            <a:ln>
              <a:noFill/>
            </a:ln>
          </p:spPr>
        </p:pic>
      </p:grpSp>
      <p:sp>
        <p:nvSpPr>
          <p:cNvPr id="48" name="Google Shape;48;p1"/>
          <p:cNvSpPr txBox="1"/>
          <p:nvPr/>
        </p:nvSpPr>
        <p:spPr>
          <a:xfrm rot="5400000">
            <a:off x="8824800" y="5201110"/>
            <a:ext cx="3087370" cy="111760"/>
          </a:xfrm>
          <a:prstGeom prst="rect">
            <a:avLst/>
          </a:prstGeom>
          <a:noFill/>
          <a:ln>
            <a:noFill/>
          </a:ln>
        </p:spPr>
        <p:txBody>
          <a:bodyPr anchorCtr="0" anchor="t" bIns="0" lIns="0" spcFirstLastPara="1" rIns="0" wrap="square" tIns="23475">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8F9194"/>
                </a:solidFill>
                <a:latin typeface="Arial"/>
                <a:ea typeface="Arial"/>
                <a:cs typeface="Arial"/>
                <a:sym typeface="Arial"/>
              </a:rPr>
              <a:t>One world corporation headquarters /1-1-20 Nagayoshinagahara, Hirano-ku, Osaka-city, Japan.</a:t>
            </a:r>
            <a:endParaRPr b="0" i="0" sz="500" u="none" cap="none" strike="noStrike">
              <a:solidFill>
                <a:srgbClr val="000000"/>
              </a:solidFill>
              <a:latin typeface="Arial"/>
              <a:ea typeface="Arial"/>
              <a:cs typeface="Arial"/>
              <a:sym typeface="Arial"/>
            </a:endParaRPr>
          </a:p>
        </p:txBody>
      </p:sp>
      <p:sp>
        <p:nvSpPr>
          <p:cNvPr id="49" name="Google Shape;49;p1"/>
          <p:cNvSpPr/>
          <p:nvPr/>
        </p:nvSpPr>
        <p:spPr>
          <a:xfrm>
            <a:off x="8977503" y="7011898"/>
            <a:ext cx="1235710" cy="318770"/>
          </a:xfrm>
          <a:custGeom>
            <a:rect b="b" l="l" r="r" t="t"/>
            <a:pathLst>
              <a:path extrusionOk="0" h="318770" w="1235709">
                <a:moveTo>
                  <a:pt x="1235240" y="0"/>
                </a:moveTo>
                <a:lnTo>
                  <a:pt x="0" y="0"/>
                </a:lnTo>
                <a:lnTo>
                  <a:pt x="0" y="318604"/>
                </a:lnTo>
                <a:lnTo>
                  <a:pt x="1235240" y="318604"/>
                </a:lnTo>
                <a:lnTo>
                  <a:pt x="1235240" y="0"/>
                </a:lnTo>
                <a:close/>
              </a:path>
            </a:pathLst>
          </a:custGeom>
          <a:solidFill>
            <a:srgbClr val="31305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txBox="1"/>
          <p:nvPr/>
        </p:nvSpPr>
        <p:spPr>
          <a:xfrm>
            <a:off x="9684844" y="7061233"/>
            <a:ext cx="212725" cy="711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300"/>
              <a:buFont typeface="Arial"/>
              <a:buNone/>
            </a:pPr>
            <a:r>
              <a:rPr b="0" i="0" lang="en-US" sz="300" u="none" cap="none" strike="noStrike">
                <a:solidFill>
                  <a:srgbClr val="FFFFFF"/>
                </a:solidFill>
                <a:latin typeface="Arial"/>
                <a:ea typeface="Arial"/>
                <a:cs typeface="Arial"/>
                <a:sym typeface="Arial"/>
              </a:rPr>
              <a:t>LANGUAGE</a:t>
            </a:r>
            <a:endParaRPr b="0" i="0" sz="300" u="none" cap="none" strike="noStrike">
              <a:solidFill>
                <a:srgbClr val="000000"/>
              </a:solidFill>
              <a:latin typeface="Arial"/>
              <a:ea typeface="Arial"/>
              <a:cs typeface="Arial"/>
              <a:sym typeface="Arial"/>
            </a:endParaRPr>
          </a:p>
        </p:txBody>
      </p:sp>
      <p:sp>
        <p:nvSpPr>
          <p:cNvPr id="51" name="Google Shape;51;p1"/>
          <p:cNvSpPr txBox="1"/>
          <p:nvPr/>
        </p:nvSpPr>
        <p:spPr>
          <a:xfrm>
            <a:off x="9089999" y="7069226"/>
            <a:ext cx="876935" cy="198755"/>
          </a:xfrm>
          <a:prstGeom prst="rect">
            <a:avLst/>
          </a:prstGeom>
          <a:noFill/>
          <a:ln>
            <a:noFill/>
          </a:ln>
        </p:spPr>
        <p:txBody>
          <a:bodyPr anchorCtr="0" anchor="t" bIns="0" lIns="0" spcFirstLastPara="1" rIns="0" wrap="square" tIns="165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CE1"/>
                </a:solidFill>
                <a:latin typeface="Arial"/>
                <a:ea typeface="Arial"/>
                <a:cs typeface="Arial"/>
                <a:sym typeface="Arial"/>
              </a:rPr>
              <a:t>英語  </a:t>
            </a:r>
            <a:r>
              <a:rPr b="0" baseline="30000" i="0" lang="en-US" sz="1125" u="none" cap="none" strike="noStrike">
                <a:solidFill>
                  <a:srgbClr val="FFFFFF"/>
                </a:solidFill>
                <a:latin typeface="Arial"/>
                <a:ea typeface="Arial"/>
                <a:cs typeface="Arial"/>
                <a:sym typeface="Arial"/>
              </a:rPr>
              <a:t>ENGLISH</a:t>
            </a:r>
            <a:endParaRPr b="0" baseline="30000" i="0" sz="1125" u="none" cap="none" strike="noStrike">
              <a:solidFill>
                <a:srgbClr val="000000"/>
              </a:solidFill>
              <a:latin typeface="Arial"/>
              <a:ea typeface="Arial"/>
              <a:cs typeface="Arial"/>
              <a:sym typeface="Arial"/>
            </a:endParaRPr>
          </a:p>
        </p:txBody>
      </p:sp>
      <p:grpSp>
        <p:nvGrpSpPr>
          <p:cNvPr id="52" name="Google Shape;52;p1"/>
          <p:cNvGrpSpPr/>
          <p:nvPr/>
        </p:nvGrpSpPr>
        <p:grpSpPr>
          <a:xfrm>
            <a:off x="5388851" y="1087201"/>
            <a:ext cx="4429773" cy="606571"/>
            <a:chOff x="5388851" y="1087201"/>
            <a:chExt cx="4429773" cy="606571"/>
          </a:xfrm>
        </p:grpSpPr>
        <p:sp>
          <p:nvSpPr>
            <p:cNvPr id="53" name="Google Shape;53;p1"/>
            <p:cNvSpPr/>
            <p:nvPr/>
          </p:nvSpPr>
          <p:spPr>
            <a:xfrm>
              <a:off x="5388851" y="1087208"/>
              <a:ext cx="3832860" cy="334010"/>
            </a:xfrm>
            <a:custGeom>
              <a:rect b="b" l="l" r="r" t="t"/>
              <a:pathLst>
                <a:path extrusionOk="0" h="334009" w="3832859">
                  <a:moveTo>
                    <a:pt x="375526" y="12"/>
                  </a:moveTo>
                  <a:lnTo>
                    <a:pt x="291985" y="12"/>
                  </a:lnTo>
                  <a:lnTo>
                    <a:pt x="291985" y="264820"/>
                  </a:lnTo>
                  <a:lnTo>
                    <a:pt x="83540" y="264820"/>
                  </a:lnTo>
                  <a:lnTo>
                    <a:pt x="83540" y="134734"/>
                  </a:lnTo>
                  <a:lnTo>
                    <a:pt x="0" y="186105"/>
                  </a:lnTo>
                  <a:lnTo>
                    <a:pt x="0" y="252869"/>
                  </a:lnTo>
                  <a:lnTo>
                    <a:pt x="4533" y="292569"/>
                  </a:lnTo>
                  <a:lnTo>
                    <a:pt x="29273" y="324396"/>
                  </a:lnTo>
                  <a:lnTo>
                    <a:pt x="84747" y="333819"/>
                  </a:lnTo>
                  <a:lnTo>
                    <a:pt x="290779" y="333819"/>
                  </a:lnTo>
                  <a:lnTo>
                    <a:pt x="331609" y="329653"/>
                  </a:lnTo>
                  <a:lnTo>
                    <a:pt x="365290" y="306628"/>
                  </a:lnTo>
                  <a:lnTo>
                    <a:pt x="375526" y="252869"/>
                  </a:lnTo>
                  <a:lnTo>
                    <a:pt x="375526" y="12"/>
                  </a:lnTo>
                  <a:close/>
                </a:path>
                <a:path extrusionOk="0" h="334009" w="3832859">
                  <a:moveTo>
                    <a:pt x="898296" y="333819"/>
                  </a:moveTo>
                  <a:lnTo>
                    <a:pt x="747877" y="210566"/>
                  </a:lnTo>
                  <a:lnTo>
                    <a:pt x="780084" y="210566"/>
                  </a:lnTo>
                  <a:lnTo>
                    <a:pt x="813739" y="206349"/>
                  </a:lnTo>
                  <a:lnTo>
                    <a:pt x="837869" y="193725"/>
                  </a:lnTo>
                  <a:lnTo>
                    <a:pt x="852385" y="172770"/>
                  </a:lnTo>
                  <a:lnTo>
                    <a:pt x="856627" y="147256"/>
                  </a:lnTo>
                  <a:lnTo>
                    <a:pt x="857186" y="143903"/>
                  </a:lnTo>
                  <a:lnTo>
                    <a:pt x="857173" y="66586"/>
                  </a:lnTo>
                  <a:lnTo>
                    <a:pt x="856627" y="63309"/>
                  </a:lnTo>
                  <a:lnTo>
                    <a:pt x="852385" y="37795"/>
                  </a:lnTo>
                  <a:lnTo>
                    <a:pt x="837869" y="16840"/>
                  </a:lnTo>
                  <a:lnTo>
                    <a:pt x="813739" y="4216"/>
                  </a:lnTo>
                  <a:lnTo>
                    <a:pt x="780084" y="0"/>
                  </a:lnTo>
                  <a:lnTo>
                    <a:pt x="776236" y="0"/>
                  </a:lnTo>
                  <a:lnTo>
                    <a:pt x="776236" y="75895"/>
                  </a:lnTo>
                  <a:lnTo>
                    <a:pt x="776236" y="134696"/>
                  </a:lnTo>
                  <a:lnTo>
                    <a:pt x="773747" y="140893"/>
                  </a:lnTo>
                  <a:lnTo>
                    <a:pt x="768743" y="143903"/>
                  </a:lnTo>
                  <a:lnTo>
                    <a:pt x="765975" y="145440"/>
                  </a:lnTo>
                  <a:lnTo>
                    <a:pt x="759764" y="147256"/>
                  </a:lnTo>
                  <a:lnTo>
                    <a:pt x="579158" y="147256"/>
                  </a:lnTo>
                  <a:lnTo>
                    <a:pt x="579158" y="63309"/>
                  </a:lnTo>
                  <a:lnTo>
                    <a:pt x="759764" y="63309"/>
                  </a:lnTo>
                  <a:lnTo>
                    <a:pt x="765975" y="65138"/>
                  </a:lnTo>
                  <a:lnTo>
                    <a:pt x="768616" y="66586"/>
                  </a:lnTo>
                  <a:lnTo>
                    <a:pt x="773747" y="69697"/>
                  </a:lnTo>
                  <a:lnTo>
                    <a:pt x="776236" y="75895"/>
                  </a:lnTo>
                  <a:lnTo>
                    <a:pt x="776236" y="0"/>
                  </a:lnTo>
                  <a:lnTo>
                    <a:pt x="496887" y="0"/>
                  </a:lnTo>
                  <a:lnTo>
                    <a:pt x="496887" y="333819"/>
                  </a:lnTo>
                  <a:lnTo>
                    <a:pt x="579158" y="333819"/>
                  </a:lnTo>
                  <a:lnTo>
                    <a:pt x="579158" y="210566"/>
                  </a:lnTo>
                  <a:lnTo>
                    <a:pt x="645845" y="210566"/>
                  </a:lnTo>
                  <a:lnTo>
                    <a:pt x="777303" y="333819"/>
                  </a:lnTo>
                  <a:lnTo>
                    <a:pt x="898296" y="333819"/>
                  </a:lnTo>
                  <a:close/>
                </a:path>
                <a:path extrusionOk="0" h="334009" w="3832859">
                  <a:moveTo>
                    <a:pt x="1353426" y="224421"/>
                  </a:moveTo>
                  <a:lnTo>
                    <a:pt x="1342428" y="184391"/>
                  </a:lnTo>
                  <a:lnTo>
                    <a:pt x="1309636" y="161925"/>
                  </a:lnTo>
                  <a:lnTo>
                    <a:pt x="1327645" y="153847"/>
                  </a:lnTo>
                  <a:lnTo>
                    <a:pt x="1340535" y="141947"/>
                  </a:lnTo>
                  <a:lnTo>
                    <a:pt x="1346047" y="130835"/>
                  </a:lnTo>
                  <a:lnTo>
                    <a:pt x="1348308" y="126288"/>
                  </a:lnTo>
                  <a:lnTo>
                    <a:pt x="1350899" y="106870"/>
                  </a:lnTo>
                  <a:lnTo>
                    <a:pt x="1350899" y="67043"/>
                  </a:lnTo>
                  <a:lnTo>
                    <a:pt x="1349857" y="60782"/>
                  </a:lnTo>
                  <a:lnTo>
                    <a:pt x="1346034" y="37795"/>
                  </a:lnTo>
                  <a:lnTo>
                    <a:pt x="1331518" y="16840"/>
                  </a:lnTo>
                  <a:lnTo>
                    <a:pt x="1307388" y="4216"/>
                  </a:lnTo>
                  <a:lnTo>
                    <a:pt x="1274940" y="152"/>
                  </a:lnTo>
                  <a:lnTo>
                    <a:pt x="1274940" y="206730"/>
                  </a:lnTo>
                  <a:lnTo>
                    <a:pt x="1274940" y="252869"/>
                  </a:lnTo>
                  <a:lnTo>
                    <a:pt x="1272146" y="260057"/>
                  </a:lnTo>
                  <a:lnTo>
                    <a:pt x="1266748" y="263436"/>
                  </a:lnTo>
                  <a:lnTo>
                    <a:pt x="1263688" y="265214"/>
                  </a:lnTo>
                  <a:lnTo>
                    <a:pt x="1256957" y="267335"/>
                  </a:lnTo>
                  <a:lnTo>
                    <a:pt x="1072819" y="267335"/>
                  </a:lnTo>
                  <a:lnTo>
                    <a:pt x="1072819" y="192239"/>
                  </a:lnTo>
                  <a:lnTo>
                    <a:pt x="1256931" y="192239"/>
                  </a:lnTo>
                  <a:lnTo>
                    <a:pt x="1263688" y="194360"/>
                  </a:lnTo>
                  <a:lnTo>
                    <a:pt x="1266634" y="196075"/>
                  </a:lnTo>
                  <a:lnTo>
                    <a:pt x="1272146" y="199529"/>
                  </a:lnTo>
                  <a:lnTo>
                    <a:pt x="1274940" y="206730"/>
                  </a:lnTo>
                  <a:lnTo>
                    <a:pt x="1274940" y="152"/>
                  </a:lnTo>
                  <a:lnTo>
                    <a:pt x="1273746" y="0"/>
                  </a:lnTo>
                  <a:lnTo>
                    <a:pt x="1273048" y="0"/>
                  </a:lnTo>
                  <a:lnTo>
                    <a:pt x="1273048" y="80327"/>
                  </a:lnTo>
                  <a:lnTo>
                    <a:pt x="1273048" y="111302"/>
                  </a:lnTo>
                  <a:lnTo>
                    <a:pt x="1272108" y="117894"/>
                  </a:lnTo>
                  <a:lnTo>
                    <a:pt x="1267980" y="124218"/>
                  </a:lnTo>
                  <a:lnTo>
                    <a:pt x="1258658" y="128968"/>
                  </a:lnTo>
                  <a:lnTo>
                    <a:pt x="1242136" y="130835"/>
                  </a:lnTo>
                  <a:lnTo>
                    <a:pt x="1072819" y="130835"/>
                  </a:lnTo>
                  <a:lnTo>
                    <a:pt x="1072819" y="60782"/>
                  </a:lnTo>
                  <a:lnTo>
                    <a:pt x="1242136" y="60782"/>
                  </a:lnTo>
                  <a:lnTo>
                    <a:pt x="1258658" y="62661"/>
                  </a:lnTo>
                  <a:lnTo>
                    <a:pt x="1267980" y="67411"/>
                  </a:lnTo>
                  <a:lnTo>
                    <a:pt x="1272108" y="73736"/>
                  </a:lnTo>
                  <a:lnTo>
                    <a:pt x="1273048" y="80327"/>
                  </a:lnTo>
                  <a:lnTo>
                    <a:pt x="1273048" y="0"/>
                  </a:lnTo>
                  <a:lnTo>
                    <a:pt x="990536" y="0"/>
                  </a:lnTo>
                  <a:lnTo>
                    <a:pt x="990536" y="333819"/>
                  </a:lnTo>
                  <a:lnTo>
                    <a:pt x="1253515" y="333819"/>
                  </a:lnTo>
                  <a:lnTo>
                    <a:pt x="1297089" y="329565"/>
                  </a:lnTo>
                  <a:lnTo>
                    <a:pt x="1328331" y="316826"/>
                  </a:lnTo>
                  <a:lnTo>
                    <a:pt x="1347139" y="295668"/>
                  </a:lnTo>
                  <a:lnTo>
                    <a:pt x="1353172" y="267335"/>
                  </a:lnTo>
                  <a:lnTo>
                    <a:pt x="1353426" y="266141"/>
                  </a:lnTo>
                  <a:lnTo>
                    <a:pt x="1353426" y="224421"/>
                  </a:lnTo>
                  <a:close/>
                </a:path>
                <a:path extrusionOk="0" h="334009" w="3832859">
                  <a:moveTo>
                    <a:pt x="1881797" y="333819"/>
                  </a:moveTo>
                  <a:lnTo>
                    <a:pt x="1840826" y="262394"/>
                  </a:lnTo>
                  <a:lnTo>
                    <a:pt x="1802701" y="195922"/>
                  </a:lnTo>
                  <a:lnTo>
                    <a:pt x="1733423" y="75171"/>
                  </a:lnTo>
                  <a:lnTo>
                    <a:pt x="1712658" y="38976"/>
                  </a:lnTo>
                  <a:lnTo>
                    <a:pt x="1712658" y="195922"/>
                  </a:lnTo>
                  <a:lnTo>
                    <a:pt x="1582712" y="195922"/>
                  </a:lnTo>
                  <a:lnTo>
                    <a:pt x="1648828" y="75171"/>
                  </a:lnTo>
                  <a:lnTo>
                    <a:pt x="1712658" y="195922"/>
                  </a:lnTo>
                  <a:lnTo>
                    <a:pt x="1712658" y="38976"/>
                  </a:lnTo>
                  <a:lnTo>
                    <a:pt x="1690306" y="0"/>
                  </a:lnTo>
                  <a:lnTo>
                    <a:pt x="1612519" y="0"/>
                  </a:lnTo>
                  <a:lnTo>
                    <a:pt x="1423619" y="333819"/>
                  </a:lnTo>
                  <a:lnTo>
                    <a:pt x="1508379" y="333819"/>
                  </a:lnTo>
                  <a:lnTo>
                    <a:pt x="1546301" y="262394"/>
                  </a:lnTo>
                  <a:lnTo>
                    <a:pt x="1748370" y="262394"/>
                  </a:lnTo>
                  <a:lnTo>
                    <a:pt x="1787550" y="333819"/>
                  </a:lnTo>
                  <a:lnTo>
                    <a:pt x="1881797" y="333819"/>
                  </a:lnTo>
                  <a:close/>
                </a:path>
                <a:path extrusionOk="0" h="334009" w="3832859">
                  <a:moveTo>
                    <a:pt x="2362733" y="0"/>
                  </a:moveTo>
                  <a:lnTo>
                    <a:pt x="2286787" y="0"/>
                  </a:lnTo>
                  <a:lnTo>
                    <a:pt x="2286787" y="175120"/>
                  </a:lnTo>
                  <a:lnTo>
                    <a:pt x="2286939" y="181584"/>
                  </a:lnTo>
                  <a:lnTo>
                    <a:pt x="2289213" y="220751"/>
                  </a:lnTo>
                  <a:lnTo>
                    <a:pt x="2282863" y="214439"/>
                  </a:lnTo>
                  <a:lnTo>
                    <a:pt x="2275700" y="207708"/>
                  </a:lnTo>
                  <a:lnTo>
                    <a:pt x="2258987" y="193027"/>
                  </a:lnTo>
                  <a:lnTo>
                    <a:pt x="2028482" y="0"/>
                  </a:lnTo>
                  <a:lnTo>
                    <a:pt x="1971408" y="0"/>
                  </a:lnTo>
                  <a:lnTo>
                    <a:pt x="1971408" y="333819"/>
                  </a:lnTo>
                  <a:lnTo>
                    <a:pt x="2047367" y="333819"/>
                  </a:lnTo>
                  <a:lnTo>
                    <a:pt x="2047367" y="153644"/>
                  </a:lnTo>
                  <a:lnTo>
                    <a:pt x="2046846" y="135166"/>
                  </a:lnTo>
                  <a:lnTo>
                    <a:pt x="2045258" y="112915"/>
                  </a:lnTo>
                  <a:lnTo>
                    <a:pt x="2049932" y="117640"/>
                  </a:lnTo>
                  <a:lnTo>
                    <a:pt x="2059838" y="126834"/>
                  </a:lnTo>
                  <a:lnTo>
                    <a:pt x="2305659" y="333819"/>
                  </a:lnTo>
                  <a:lnTo>
                    <a:pt x="2362733" y="333819"/>
                  </a:lnTo>
                  <a:lnTo>
                    <a:pt x="2362733" y="0"/>
                  </a:lnTo>
                  <a:close/>
                </a:path>
                <a:path extrusionOk="0" h="334009" w="3832859">
                  <a:moveTo>
                    <a:pt x="3144494" y="333819"/>
                  </a:moveTo>
                  <a:lnTo>
                    <a:pt x="2994063" y="210566"/>
                  </a:lnTo>
                  <a:lnTo>
                    <a:pt x="3026270" y="210566"/>
                  </a:lnTo>
                  <a:lnTo>
                    <a:pt x="3059925" y="206349"/>
                  </a:lnTo>
                  <a:lnTo>
                    <a:pt x="3084055" y="193725"/>
                  </a:lnTo>
                  <a:lnTo>
                    <a:pt x="3098584" y="172770"/>
                  </a:lnTo>
                  <a:lnTo>
                    <a:pt x="3102813" y="147256"/>
                  </a:lnTo>
                  <a:lnTo>
                    <a:pt x="3103372" y="143903"/>
                  </a:lnTo>
                  <a:lnTo>
                    <a:pt x="3103359" y="66586"/>
                  </a:lnTo>
                  <a:lnTo>
                    <a:pt x="3102813" y="63309"/>
                  </a:lnTo>
                  <a:lnTo>
                    <a:pt x="3098584" y="37795"/>
                  </a:lnTo>
                  <a:lnTo>
                    <a:pt x="3084055" y="16840"/>
                  </a:lnTo>
                  <a:lnTo>
                    <a:pt x="3059925" y="4216"/>
                  </a:lnTo>
                  <a:lnTo>
                    <a:pt x="3026270" y="0"/>
                  </a:lnTo>
                  <a:lnTo>
                    <a:pt x="3022422" y="0"/>
                  </a:lnTo>
                  <a:lnTo>
                    <a:pt x="3022422" y="75895"/>
                  </a:lnTo>
                  <a:lnTo>
                    <a:pt x="3022422" y="134696"/>
                  </a:lnTo>
                  <a:lnTo>
                    <a:pt x="3019933" y="140893"/>
                  </a:lnTo>
                  <a:lnTo>
                    <a:pt x="3014929" y="143903"/>
                  </a:lnTo>
                  <a:lnTo>
                    <a:pt x="3012173" y="145440"/>
                  </a:lnTo>
                  <a:lnTo>
                    <a:pt x="3005950" y="147256"/>
                  </a:lnTo>
                  <a:lnTo>
                    <a:pt x="2825356" y="147256"/>
                  </a:lnTo>
                  <a:lnTo>
                    <a:pt x="2825356" y="63309"/>
                  </a:lnTo>
                  <a:lnTo>
                    <a:pt x="3005950" y="63309"/>
                  </a:lnTo>
                  <a:lnTo>
                    <a:pt x="3012173" y="65138"/>
                  </a:lnTo>
                  <a:lnTo>
                    <a:pt x="3014802" y="66586"/>
                  </a:lnTo>
                  <a:lnTo>
                    <a:pt x="3019933" y="69684"/>
                  </a:lnTo>
                  <a:lnTo>
                    <a:pt x="3022422" y="75895"/>
                  </a:lnTo>
                  <a:lnTo>
                    <a:pt x="3022422" y="0"/>
                  </a:lnTo>
                  <a:lnTo>
                    <a:pt x="2743073" y="0"/>
                  </a:lnTo>
                  <a:lnTo>
                    <a:pt x="2743073" y="333819"/>
                  </a:lnTo>
                  <a:lnTo>
                    <a:pt x="2825356" y="333819"/>
                  </a:lnTo>
                  <a:lnTo>
                    <a:pt x="2825356" y="210566"/>
                  </a:lnTo>
                  <a:lnTo>
                    <a:pt x="2892031" y="210566"/>
                  </a:lnTo>
                  <a:lnTo>
                    <a:pt x="3023489" y="333819"/>
                  </a:lnTo>
                  <a:lnTo>
                    <a:pt x="3144494" y="333819"/>
                  </a:lnTo>
                  <a:close/>
                </a:path>
                <a:path extrusionOk="0" h="334009" w="3832859">
                  <a:moveTo>
                    <a:pt x="3320275" y="0"/>
                  </a:moveTo>
                  <a:lnTo>
                    <a:pt x="3236734" y="0"/>
                  </a:lnTo>
                  <a:lnTo>
                    <a:pt x="3236734" y="333819"/>
                  </a:lnTo>
                  <a:lnTo>
                    <a:pt x="3320275" y="333819"/>
                  </a:lnTo>
                  <a:lnTo>
                    <a:pt x="3320275" y="0"/>
                  </a:lnTo>
                  <a:close/>
                </a:path>
                <a:path extrusionOk="0" h="334009" w="3832859">
                  <a:moveTo>
                    <a:pt x="3832339" y="77800"/>
                  </a:moveTo>
                  <a:lnTo>
                    <a:pt x="3821595" y="26504"/>
                  </a:lnTo>
                  <a:lnTo>
                    <a:pt x="3787546" y="4064"/>
                  </a:lnTo>
                  <a:lnTo>
                    <a:pt x="3747579" y="0"/>
                  </a:lnTo>
                  <a:lnTo>
                    <a:pt x="3522586" y="0"/>
                  </a:lnTo>
                  <a:lnTo>
                    <a:pt x="3481755" y="4165"/>
                  </a:lnTo>
                  <a:lnTo>
                    <a:pt x="3448075" y="27190"/>
                  </a:lnTo>
                  <a:lnTo>
                    <a:pt x="3437839" y="80949"/>
                  </a:lnTo>
                  <a:lnTo>
                    <a:pt x="3437839" y="252857"/>
                  </a:lnTo>
                  <a:lnTo>
                    <a:pt x="3442360" y="292557"/>
                  </a:lnTo>
                  <a:lnTo>
                    <a:pt x="3467100" y="324396"/>
                  </a:lnTo>
                  <a:lnTo>
                    <a:pt x="3522586" y="333819"/>
                  </a:lnTo>
                  <a:lnTo>
                    <a:pt x="3747579" y="333819"/>
                  </a:lnTo>
                  <a:lnTo>
                    <a:pt x="3788410" y="329653"/>
                  </a:lnTo>
                  <a:lnTo>
                    <a:pt x="3822090" y="306628"/>
                  </a:lnTo>
                  <a:lnTo>
                    <a:pt x="3832339" y="252857"/>
                  </a:lnTo>
                  <a:lnTo>
                    <a:pt x="3832339" y="136512"/>
                  </a:lnTo>
                  <a:lnTo>
                    <a:pt x="3626815" y="136512"/>
                  </a:lnTo>
                  <a:lnTo>
                    <a:pt x="3626815" y="199834"/>
                  </a:lnTo>
                  <a:lnTo>
                    <a:pt x="3750678" y="199834"/>
                  </a:lnTo>
                  <a:lnTo>
                    <a:pt x="3750678" y="264807"/>
                  </a:lnTo>
                  <a:lnTo>
                    <a:pt x="3521379" y="264807"/>
                  </a:lnTo>
                  <a:lnTo>
                    <a:pt x="3521379" y="65849"/>
                  </a:lnTo>
                  <a:lnTo>
                    <a:pt x="3750678" y="65849"/>
                  </a:lnTo>
                  <a:lnTo>
                    <a:pt x="3750678" y="103251"/>
                  </a:lnTo>
                  <a:lnTo>
                    <a:pt x="3832339" y="88595"/>
                  </a:lnTo>
                  <a:lnTo>
                    <a:pt x="3832339" y="7780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 name="Google Shape;54;p1"/>
            <p:cNvPicPr preferRelativeResize="0"/>
            <p:nvPr/>
          </p:nvPicPr>
          <p:blipFill rotWithShape="1">
            <a:blip r:embed="rId6">
              <a:alphaModFix/>
            </a:blip>
            <a:srcRect b="0" l="0" r="0" t="0"/>
            <a:stretch/>
          </p:blipFill>
          <p:spPr>
            <a:xfrm>
              <a:off x="5392686" y="1091031"/>
              <a:ext cx="75590" cy="149237"/>
            </a:xfrm>
            <a:prstGeom prst="rect">
              <a:avLst/>
            </a:prstGeom>
            <a:noFill/>
            <a:ln>
              <a:noFill/>
            </a:ln>
          </p:spPr>
        </p:pic>
        <p:pic>
          <p:nvPicPr>
            <p:cNvPr id="55" name="Google Shape;55;p1"/>
            <p:cNvPicPr preferRelativeResize="0"/>
            <p:nvPr/>
          </p:nvPicPr>
          <p:blipFill rotWithShape="1">
            <a:blip r:embed="rId7">
              <a:alphaModFix/>
            </a:blip>
            <a:srcRect b="0" l="0" r="0" t="0"/>
            <a:stretch/>
          </p:blipFill>
          <p:spPr>
            <a:xfrm>
              <a:off x="5388861" y="1087201"/>
              <a:ext cx="83235" cy="159791"/>
            </a:xfrm>
            <a:prstGeom prst="rect">
              <a:avLst/>
            </a:prstGeom>
            <a:noFill/>
            <a:ln>
              <a:noFill/>
            </a:ln>
          </p:spPr>
        </p:pic>
        <p:sp>
          <p:nvSpPr>
            <p:cNvPr id="56" name="Google Shape;56;p1"/>
            <p:cNvSpPr/>
            <p:nvPr/>
          </p:nvSpPr>
          <p:spPr>
            <a:xfrm>
              <a:off x="5388864" y="1693772"/>
              <a:ext cx="4429760" cy="0"/>
            </a:xfrm>
            <a:custGeom>
              <a:rect b="b" l="l" r="r" t="t"/>
              <a:pathLst>
                <a:path extrusionOk="0" h="120000" w="4429759">
                  <a:moveTo>
                    <a:pt x="4429366"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 name="Google Shape;57;p1"/>
          <p:cNvSpPr txBox="1"/>
          <p:nvPr/>
        </p:nvSpPr>
        <p:spPr>
          <a:xfrm rot="5400000">
            <a:off x="7720737" y="3822067"/>
            <a:ext cx="5218430" cy="281305"/>
          </a:xfrm>
          <a:prstGeom prst="rect">
            <a:avLst/>
          </a:prstGeom>
          <a:noFill/>
          <a:ln>
            <a:noFill/>
          </a:ln>
        </p:spPr>
        <p:txBody>
          <a:bodyPr anchorCtr="0" anchor="t" bIns="0" lIns="0" spcFirstLastPara="1" rIns="0" wrap="square" tIns="0">
            <a:spAutoFit/>
          </a:bodyPr>
          <a:lstStyle/>
          <a:p>
            <a:pPr indent="0" lvl="0" marL="12700" marR="0" rtl="0" algn="l">
              <a:lnSpc>
                <a:spcPct val="117222"/>
              </a:lnSpc>
              <a:spcBef>
                <a:spcPts val="0"/>
              </a:spcBef>
              <a:spcAft>
                <a:spcPts val="0"/>
              </a:spcAft>
              <a:buClr>
                <a:srgbClr val="000000"/>
              </a:buClr>
              <a:buSzPts val="1800"/>
              <a:buFont typeface="Arial"/>
              <a:buNone/>
            </a:pPr>
            <a:r>
              <a:rPr b="1" i="0" lang="en-US" sz="1800" u="none" cap="none" strike="noStrike">
                <a:solidFill>
                  <a:srgbClr val="8C8E90"/>
                </a:solidFill>
                <a:latin typeface="Arial"/>
                <a:ea typeface="Arial"/>
                <a:cs typeface="Arial"/>
                <a:sym typeface="Arial"/>
              </a:rPr>
              <a:t>OneWorld corporation </a:t>
            </a:r>
            <a:r>
              <a:rPr b="0" i="0" lang="en-US" sz="500" u="none" cap="none" strike="noStrike">
                <a:solidFill>
                  <a:srgbClr val="8F9194"/>
                </a:solidFill>
                <a:latin typeface="Arial"/>
                <a:ea typeface="Arial"/>
                <a:cs typeface="Arial"/>
                <a:sym typeface="Arial"/>
              </a:rPr>
              <a:t>Zip:547-0016 Phone: +81-6-4392-7499 Mail: </a:t>
            </a:r>
            <a:r>
              <a:rPr b="0" i="0" lang="en-US" sz="500" u="sng" cap="none" strike="noStrike">
                <a:solidFill>
                  <a:srgbClr val="8F9194"/>
                </a:solidFill>
                <a:latin typeface="Arial"/>
                <a:ea typeface="Arial"/>
                <a:cs typeface="Arial"/>
                <a:sym typeface="Arial"/>
                <a:hlinkClick r:id="rId8">
                  <a:extLst>
                    <a:ext uri="{A12FA001-AC4F-418D-AE19-62706E023703}">
                      <ahyp:hlinkClr val="tx"/>
                    </a:ext>
                  </a:extLst>
                </a:hlinkClick>
              </a:rPr>
              <a:t>info@1-world.asia</a:t>
            </a:r>
            <a:r>
              <a:rPr b="0" i="0" lang="en-US" sz="500" u="none" cap="none" strike="noStrike">
                <a:solidFill>
                  <a:srgbClr val="8F9194"/>
                </a:solidFill>
                <a:latin typeface="Arial"/>
                <a:ea typeface="Arial"/>
                <a:cs typeface="Arial"/>
                <a:sym typeface="Arial"/>
              </a:rPr>
              <a:t>  URL: </a:t>
            </a:r>
            <a:r>
              <a:rPr b="0" i="0" lang="en-US" sz="500" u="sng" cap="none" strike="noStrike">
                <a:solidFill>
                  <a:srgbClr val="8F9194"/>
                </a:solidFill>
                <a:latin typeface="Arial"/>
                <a:ea typeface="Arial"/>
                <a:cs typeface="Arial"/>
                <a:sym typeface="Arial"/>
                <a:hlinkClick r:id="rId9">
                  <a:extLst>
                    <a:ext uri="{A12FA001-AC4F-418D-AE19-62706E023703}">
                      <ahyp:hlinkClr val="tx"/>
                    </a:ext>
                  </a:extLst>
                </a:hlinkClick>
              </a:rPr>
              <a:t>www.1-world.asia</a:t>
            </a:r>
            <a:endParaRPr b="0" i="0" sz="500" u="none" cap="none" strike="noStrike">
              <a:solidFill>
                <a:srgbClr val="000000"/>
              </a:solidFill>
              <a:latin typeface="Arial"/>
              <a:ea typeface="Arial"/>
              <a:cs typeface="Arial"/>
              <a:sym typeface="Arial"/>
            </a:endParaRPr>
          </a:p>
        </p:txBody>
      </p:sp>
      <p:sp>
        <p:nvSpPr>
          <p:cNvPr id="58" name="Google Shape;58;p1"/>
          <p:cNvSpPr txBox="1"/>
          <p:nvPr/>
        </p:nvSpPr>
        <p:spPr>
          <a:xfrm>
            <a:off x="5376161" y="1454909"/>
            <a:ext cx="3853815" cy="9448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US" sz="1000" u="none" cap="none" strike="noStrike">
                <a:solidFill>
                  <a:srgbClr val="231F20"/>
                </a:solidFill>
                <a:latin typeface="Arial"/>
                <a:ea typeface="Arial"/>
                <a:cs typeface="Arial"/>
                <a:sym typeface="Arial"/>
              </a:rPr>
              <a:t>RENEWABLE ENERGY RECOVERY &amp; CARBONIZATION PLANT</a:t>
            </a:r>
            <a:endParaRPr b="0" i="0" sz="1000" u="none" cap="none" strike="noStrike">
              <a:solidFill>
                <a:srgbClr val="000000"/>
              </a:solidFill>
              <a:latin typeface="Arial"/>
              <a:ea typeface="Arial"/>
              <a:cs typeface="Arial"/>
              <a:sym typeface="Arial"/>
            </a:endParaRPr>
          </a:p>
          <a:p>
            <a:pPr indent="0" lvl="0" marL="12700" marR="81280" rtl="0" algn="l">
              <a:lnSpc>
                <a:spcPct val="129700"/>
              </a:lnSpc>
              <a:spcBef>
                <a:spcPts val="795"/>
              </a:spcBef>
              <a:spcAft>
                <a:spcPts val="0"/>
              </a:spcAft>
              <a:buClr>
                <a:srgbClr val="000000"/>
              </a:buClr>
              <a:buSzPts val="900"/>
              <a:buFont typeface="Arial"/>
              <a:buNone/>
            </a:pPr>
            <a:r>
              <a:rPr b="1" i="0" lang="en-US" sz="900" u="none" cap="none" strike="noStrike">
                <a:solidFill>
                  <a:srgbClr val="231F20"/>
                </a:solidFill>
                <a:latin typeface="Trebuchet MS"/>
                <a:ea typeface="Trebuchet MS"/>
                <a:cs typeface="Trebuchet MS"/>
                <a:sym typeface="Trebuchet MS"/>
              </a:rPr>
              <a:t>Resin-based mixed waste volume reduction and fuel recovery extraction unit " URBAN RIG" Proposal for Waste Oil Extraction Unit.</a:t>
            </a:r>
            <a:endParaRPr b="0" i="0" sz="900" u="none" cap="none" strike="noStrike">
              <a:solidFill>
                <a:srgbClr val="000000"/>
              </a:solidFill>
              <a:latin typeface="Trebuchet MS"/>
              <a:ea typeface="Trebuchet MS"/>
              <a:cs typeface="Trebuchet MS"/>
              <a:sym typeface="Trebuchet MS"/>
            </a:endParaRPr>
          </a:p>
          <a:p>
            <a:pPr indent="0" lvl="0" marL="12700" marR="54610" rtl="0" algn="l">
              <a:lnSpc>
                <a:spcPct val="112500"/>
              </a:lnSpc>
              <a:spcBef>
                <a:spcPts val="660"/>
              </a:spcBef>
              <a:spcAft>
                <a:spcPts val="0"/>
              </a:spcAft>
              <a:buClr>
                <a:srgbClr val="000000"/>
              </a:buClr>
              <a:buSzPts val="800"/>
              <a:buFont typeface="Arial"/>
              <a:buNone/>
            </a:pPr>
            <a:r>
              <a:rPr b="0" i="0" lang="en-US" sz="800" u="none" cap="none" strike="noStrike">
                <a:solidFill>
                  <a:srgbClr val="231F20"/>
                </a:solidFill>
                <a:latin typeface="Calibri"/>
                <a:ea typeface="Calibri"/>
                <a:cs typeface="Calibri"/>
                <a:sym typeface="Calibri"/>
              </a:rPr>
              <a:t>Volume reduction of resin-based mixed waste and recycled resource fuel extraction device "URBAGN RIG waste oil extrtaction system" Proposal</a:t>
            </a:r>
            <a:endParaRPr b="0" i="0" sz="800" u="none" cap="none" strike="noStrike">
              <a:solidFill>
                <a:srgbClr val="000000"/>
              </a:solidFill>
              <a:latin typeface="Calibri"/>
              <a:ea typeface="Calibri"/>
              <a:cs typeface="Calibri"/>
              <a:sym typeface="Calibri"/>
            </a:endParaRPr>
          </a:p>
        </p:txBody>
      </p:sp>
      <p:sp>
        <p:nvSpPr>
          <p:cNvPr id="59" name="Google Shape;59;p1"/>
          <p:cNvSpPr txBox="1"/>
          <p:nvPr/>
        </p:nvSpPr>
        <p:spPr>
          <a:xfrm>
            <a:off x="8620200" y="7016394"/>
            <a:ext cx="283210" cy="318770"/>
          </a:xfrm>
          <a:prstGeom prst="rect">
            <a:avLst/>
          </a:prstGeom>
          <a:solidFill>
            <a:srgbClr val="313056"/>
          </a:solidFill>
          <a:ln>
            <a:noFill/>
          </a:ln>
        </p:spPr>
        <p:txBody>
          <a:bodyPr anchorCtr="0" anchor="t" bIns="0" lIns="0" spcFirstLastPara="1" rIns="0" wrap="square" tIns="39350">
            <a:spAutoFit/>
          </a:bodyPr>
          <a:lstStyle/>
          <a:p>
            <a:pPr indent="0" lvl="0" marL="8001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1</a:t>
            </a:r>
            <a:endParaRPr b="0" i="0" sz="1500" u="none" cap="none" strike="noStrike">
              <a:solidFill>
                <a:srgbClr val="000000"/>
              </a:solidFill>
              <a:latin typeface="Arial"/>
              <a:ea typeface="Arial"/>
              <a:cs typeface="Arial"/>
              <a:sym typeface="Arial"/>
            </a:endParaRPr>
          </a:p>
        </p:txBody>
      </p:sp>
      <p:grpSp>
        <p:nvGrpSpPr>
          <p:cNvPr id="60" name="Google Shape;60;p1"/>
          <p:cNvGrpSpPr/>
          <p:nvPr/>
        </p:nvGrpSpPr>
        <p:grpSpPr>
          <a:xfrm>
            <a:off x="5167800" y="686884"/>
            <a:ext cx="2273640" cy="6728707"/>
            <a:chOff x="5167800" y="686884"/>
            <a:chExt cx="2273640" cy="6728707"/>
          </a:xfrm>
        </p:grpSpPr>
        <p:sp>
          <p:nvSpPr>
            <p:cNvPr id="61" name="Google Shape;61;p1"/>
            <p:cNvSpPr/>
            <p:nvPr/>
          </p:nvSpPr>
          <p:spPr>
            <a:xfrm>
              <a:off x="5167800" y="686884"/>
              <a:ext cx="0" cy="2089785"/>
            </a:xfrm>
            <a:custGeom>
              <a:rect b="b" l="l" r="r" t="t"/>
              <a:pathLst>
                <a:path extrusionOk="0" h="2089785" w="120000">
                  <a:moveTo>
                    <a:pt x="0" y="0"/>
                  </a:moveTo>
                  <a:lnTo>
                    <a:pt x="0" y="2089442"/>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6588000" y="6291006"/>
              <a:ext cx="853440" cy="1124585"/>
            </a:xfrm>
            <a:custGeom>
              <a:rect b="b" l="l" r="r" t="t"/>
              <a:pathLst>
                <a:path extrusionOk="0" h="1124584" w="853440">
                  <a:moveTo>
                    <a:pt x="0" y="0"/>
                  </a:moveTo>
                  <a:lnTo>
                    <a:pt x="0" y="1124191"/>
                  </a:lnTo>
                  <a:lnTo>
                    <a:pt x="853198" y="112320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1"/>
          <p:cNvSpPr txBox="1"/>
          <p:nvPr/>
        </p:nvSpPr>
        <p:spPr>
          <a:xfrm>
            <a:off x="6623899" y="7317709"/>
            <a:ext cx="65024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565658"/>
                </a:solidFill>
                <a:latin typeface="Arial"/>
                <a:ea typeface="Arial"/>
                <a:cs typeface="Arial"/>
                <a:sym typeface="Arial"/>
              </a:rPr>
              <a:t>Up date: 1. OCTOBER. 2019</a:t>
            </a:r>
            <a:endParaRPr b="0" i="0" sz="400" u="none" cap="none" strike="noStrike">
              <a:solidFill>
                <a:srgbClr val="000000"/>
              </a:solidFill>
              <a:latin typeface="Arial"/>
              <a:ea typeface="Arial"/>
              <a:cs typeface="Arial"/>
              <a:sym typeface="Arial"/>
            </a:endParaRPr>
          </a:p>
        </p:txBody>
      </p:sp>
      <p:sp>
        <p:nvSpPr>
          <p:cNvPr id="64" name="Google Shape;64;p1"/>
          <p:cNvSpPr txBox="1"/>
          <p:nvPr/>
        </p:nvSpPr>
        <p:spPr>
          <a:xfrm>
            <a:off x="102500" y="6057962"/>
            <a:ext cx="3571240" cy="241300"/>
          </a:xfrm>
          <a:prstGeom prst="rect">
            <a:avLst/>
          </a:prstGeom>
          <a:noFill/>
          <a:ln>
            <a:noFill/>
          </a:ln>
        </p:spPr>
        <p:txBody>
          <a:bodyPr anchorCtr="0" anchor="t" bIns="0" lIns="0" spcFirstLastPara="1" rIns="0" wrap="square" tIns="12700">
            <a:spAutoFit/>
          </a:bodyPr>
          <a:lstStyle/>
          <a:p>
            <a:pPr indent="0" lvl="0" marL="815339"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Sea Waste Zero Award winning technology by Japan Ministry of the Environment</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500"/>
              </a:spcBef>
              <a:spcAft>
                <a:spcPts val="0"/>
              </a:spcAft>
              <a:buClr>
                <a:srgbClr val="000000"/>
              </a:buClr>
              <a:buSzPts val="400"/>
              <a:buFont typeface="Arial"/>
              <a:buNone/>
            </a:pPr>
            <a:r>
              <a:rPr b="0" i="0" lang="en-US" sz="400" u="none" cap="none" strike="noStrike">
                <a:solidFill>
                  <a:srgbClr val="565658"/>
                </a:solidFill>
                <a:latin typeface="Arial"/>
                <a:ea typeface="Arial"/>
                <a:cs typeface="Arial"/>
                <a:sym typeface="Arial"/>
              </a:rPr>
              <a:t>Copyright ONE WORLD + ART, All r ights reser ved.</a:t>
            </a:r>
            <a:endParaRPr b="0" i="0" sz="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b="0" l="0" r="0" t="0"/>
          <a:stretch/>
        </p:blipFill>
        <p:spPr>
          <a:xfrm>
            <a:off x="1133446" y="12"/>
            <a:ext cx="8380712" cy="1640418"/>
          </a:xfrm>
          <a:prstGeom prst="rect">
            <a:avLst/>
          </a:prstGeom>
          <a:noFill/>
          <a:ln>
            <a:noFill/>
          </a:ln>
        </p:spPr>
      </p:pic>
      <p:pic>
        <p:nvPicPr>
          <p:cNvPr id="70" name="Google Shape;70;p2"/>
          <p:cNvPicPr preferRelativeResize="0"/>
          <p:nvPr/>
        </p:nvPicPr>
        <p:blipFill rotWithShape="1">
          <a:blip r:embed="rId4">
            <a:alphaModFix/>
          </a:blip>
          <a:srcRect b="0" l="0" r="0" t="0"/>
          <a:stretch/>
        </p:blipFill>
        <p:spPr>
          <a:xfrm>
            <a:off x="882710" y="3259834"/>
            <a:ext cx="9234711" cy="1815891"/>
          </a:xfrm>
          <a:prstGeom prst="rect">
            <a:avLst/>
          </a:prstGeom>
          <a:noFill/>
          <a:ln>
            <a:noFill/>
          </a:ln>
        </p:spPr>
      </p:pic>
      <p:sp>
        <p:nvSpPr>
          <p:cNvPr id="71" name="Google Shape;71;p2"/>
          <p:cNvSpPr txBox="1"/>
          <p:nvPr/>
        </p:nvSpPr>
        <p:spPr>
          <a:xfrm>
            <a:off x="257299" y="7267585"/>
            <a:ext cx="306070"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2</a:t>
            </a:r>
            <a:endParaRPr b="0" i="0" sz="600" u="none" cap="none" strike="noStrike">
              <a:solidFill>
                <a:srgbClr val="000000"/>
              </a:solidFill>
              <a:latin typeface="Arial"/>
              <a:ea typeface="Arial"/>
              <a:cs typeface="Arial"/>
              <a:sym typeface="Arial"/>
            </a:endParaRPr>
          </a:p>
        </p:txBody>
      </p:sp>
      <p:sp>
        <p:nvSpPr>
          <p:cNvPr id="72" name="Google Shape;72;p2"/>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73" name="Google Shape;73;p2"/>
          <p:cNvSpPr txBox="1"/>
          <p:nvPr>
            <p:ph idx="1" type="body"/>
          </p:nvPr>
        </p:nvSpPr>
        <p:spPr>
          <a:xfrm>
            <a:off x="1353943" y="1802157"/>
            <a:ext cx="8128000" cy="1612264"/>
          </a:xfrm>
          <a:prstGeom prst="rect">
            <a:avLst/>
          </a:prstGeom>
          <a:noFill/>
          <a:ln>
            <a:noFill/>
          </a:ln>
        </p:spPr>
        <p:txBody>
          <a:bodyPr anchorCtr="0" anchor="t" bIns="0" lIns="0" spcFirstLastPara="1" rIns="0" wrap="square" tIns="33650">
            <a:spAutoFit/>
          </a:bodyPr>
          <a:lstStyle/>
          <a:p>
            <a:pPr indent="0" lvl="0" marL="0" marR="200660" rtl="0" algn="ctr">
              <a:lnSpc>
                <a:spcPct val="100000"/>
              </a:lnSpc>
              <a:spcBef>
                <a:spcPts val="0"/>
              </a:spcBef>
              <a:spcAft>
                <a:spcPts val="0"/>
              </a:spcAft>
              <a:buSzPts val="1400"/>
              <a:buNone/>
            </a:pPr>
            <a:r>
              <a:rPr lang="en-US"/>
              <a:t>－ Superheated Steam Decomposition Fuel Recovery Unit －</a:t>
            </a:r>
            <a:endParaRPr/>
          </a:p>
          <a:p>
            <a:pPr indent="0" lvl="0" marL="0" marR="136525" rtl="0" algn="ctr">
              <a:lnSpc>
                <a:spcPct val="100000"/>
              </a:lnSpc>
              <a:spcBef>
                <a:spcPts val="420"/>
              </a:spcBef>
              <a:spcAft>
                <a:spcPts val="0"/>
              </a:spcAft>
              <a:buSzPts val="1400"/>
              <a:buNone/>
            </a:pPr>
            <a:r>
              <a:rPr b="0" lang="en-US" sz="3100">
                <a:solidFill>
                  <a:srgbClr val="231F20"/>
                </a:solidFill>
                <a:latin typeface="Verdana"/>
                <a:ea typeface="Verdana"/>
                <a:cs typeface="Verdana"/>
                <a:sym typeface="Verdana"/>
              </a:rPr>
              <a:t>URBAN RIG</a:t>
            </a:r>
            <a:endParaRPr sz="3100">
              <a:latin typeface="Verdana"/>
              <a:ea typeface="Verdana"/>
              <a:cs typeface="Verdana"/>
              <a:sym typeface="Verdana"/>
            </a:endParaRPr>
          </a:p>
          <a:p>
            <a:pPr indent="0" lvl="0" marL="1541780" marR="1534160" rtl="0" algn="ctr">
              <a:lnSpc>
                <a:spcPct val="116700"/>
              </a:lnSpc>
              <a:spcBef>
                <a:spcPts val="1145"/>
              </a:spcBef>
              <a:spcAft>
                <a:spcPts val="0"/>
              </a:spcAft>
              <a:buSzPts val="1400"/>
              <a:buNone/>
            </a:pPr>
            <a:r>
              <a:rPr b="0" lang="en-US" sz="1000">
                <a:solidFill>
                  <a:srgbClr val="58595B"/>
                </a:solidFill>
                <a:latin typeface="Arial"/>
                <a:ea typeface="Arial"/>
                <a:cs typeface="Arial"/>
                <a:sym typeface="Arial"/>
              </a:rPr>
              <a:t>URBAN RIG makes inside the rector high temperature and oxygen free by superheated steam and recover the fuel oil from the resin-based mixed waste c/w food residue and mud.</a:t>
            </a:r>
            <a:endParaRPr sz="1000">
              <a:latin typeface="Arial"/>
              <a:ea typeface="Arial"/>
              <a:cs typeface="Arial"/>
              <a:sym typeface="Arial"/>
            </a:endParaRPr>
          </a:p>
          <a:p>
            <a:pPr indent="0" lvl="0" marL="0" rtl="0" algn="ctr">
              <a:lnSpc>
                <a:spcPct val="100000"/>
              </a:lnSpc>
              <a:spcBef>
                <a:spcPts val="200"/>
              </a:spcBef>
              <a:spcAft>
                <a:spcPts val="0"/>
              </a:spcAft>
              <a:buSzPts val="1400"/>
              <a:buNone/>
            </a:pPr>
            <a:r>
              <a:rPr b="0" lang="en-US" sz="1000">
                <a:solidFill>
                  <a:srgbClr val="58595B"/>
                </a:solidFill>
                <a:latin typeface="Arial"/>
                <a:ea typeface="Arial"/>
                <a:cs typeface="Arial"/>
                <a:sym typeface="Arial"/>
              </a:rPr>
              <a:t>The recovered fuel oil can be used as a fuel for natural renewable energy, and also a boiler fuel of the URBAN RIG and a superheated steam generator.</a:t>
            </a:r>
            <a:endParaRPr sz="1000">
              <a:latin typeface="Arial"/>
              <a:ea typeface="Arial"/>
              <a:cs typeface="Arial"/>
              <a:sym typeface="Arial"/>
            </a:endParaRPr>
          </a:p>
          <a:p>
            <a:pPr indent="0" lvl="0" marL="0" rtl="0" algn="ctr">
              <a:lnSpc>
                <a:spcPct val="100000"/>
              </a:lnSpc>
              <a:spcBef>
                <a:spcPts val="200"/>
              </a:spcBef>
              <a:spcAft>
                <a:spcPts val="0"/>
              </a:spcAft>
              <a:buSzPts val="1400"/>
              <a:buNone/>
            </a:pPr>
            <a:r>
              <a:rPr b="0" lang="en-US" sz="1000">
                <a:solidFill>
                  <a:srgbClr val="58595B"/>
                </a:solidFill>
                <a:latin typeface="Arial"/>
                <a:ea typeface="Arial"/>
                <a:cs typeface="Arial"/>
                <a:sym typeface="Arial"/>
              </a:rPr>
              <a:t>It is a waste treatment facility with high-level environmental and economic efficiency.</a:t>
            </a:r>
            <a:endParaRPr sz="1000">
              <a:latin typeface="Arial"/>
              <a:ea typeface="Arial"/>
              <a:cs typeface="Arial"/>
              <a:sym typeface="Arial"/>
            </a:endParaRPr>
          </a:p>
        </p:txBody>
      </p:sp>
      <p:sp>
        <p:nvSpPr>
          <p:cNvPr id="74" name="Google Shape;74;p2"/>
          <p:cNvSpPr txBox="1"/>
          <p:nvPr/>
        </p:nvSpPr>
        <p:spPr>
          <a:xfrm>
            <a:off x="538999" y="5893043"/>
            <a:ext cx="1802764" cy="939800"/>
          </a:xfrm>
          <a:prstGeom prst="rect">
            <a:avLst/>
          </a:prstGeom>
          <a:noFill/>
          <a:ln>
            <a:noFill/>
          </a:ln>
        </p:spPr>
        <p:txBody>
          <a:bodyPr anchorCtr="0" anchor="t" bIns="0" lIns="0" spcFirstLastPara="1" rIns="0" wrap="square" tIns="12700">
            <a:spAutoFit/>
          </a:bodyPr>
          <a:lstStyle/>
          <a:p>
            <a:pPr indent="0" lvl="0" marL="12700" marR="5080" rtl="0" algn="just">
              <a:lnSpc>
                <a:spcPct val="111100"/>
              </a:lnSpc>
              <a:spcBef>
                <a:spcPts val="0"/>
              </a:spcBef>
              <a:spcAft>
                <a:spcPts val="0"/>
              </a:spcAft>
              <a:buClr>
                <a:srgbClr val="000000"/>
              </a:buClr>
              <a:buSzPts val="900"/>
              <a:buFont typeface="Arial"/>
              <a:buNone/>
            </a:pPr>
            <a:r>
              <a:rPr b="0" i="0" lang="en-US" sz="900" u="none" cap="none" strike="noStrike">
                <a:solidFill>
                  <a:srgbClr val="565658"/>
                </a:solidFill>
                <a:latin typeface="Cambria"/>
                <a:ea typeface="Cambria"/>
                <a:cs typeface="Cambria"/>
                <a:sym typeface="Cambria"/>
              </a:rPr>
              <a:t>URBAN RIG does not require to sort waste for processing and able to vaporize and carbonize the waste by superheated super-fine particles steam. Furthermore, metals can be extracted in a non-oxidizing state.</a:t>
            </a:r>
            <a:endParaRPr b="0" i="0" sz="900" u="none" cap="none" strike="noStrike">
              <a:solidFill>
                <a:srgbClr val="000000"/>
              </a:solidFill>
              <a:latin typeface="Cambria"/>
              <a:ea typeface="Cambria"/>
              <a:cs typeface="Cambria"/>
              <a:sym typeface="Cambria"/>
            </a:endParaRPr>
          </a:p>
        </p:txBody>
      </p:sp>
      <p:sp>
        <p:nvSpPr>
          <p:cNvPr id="75" name="Google Shape;75;p2"/>
          <p:cNvSpPr txBox="1"/>
          <p:nvPr>
            <p:ph type="title"/>
          </p:nvPr>
        </p:nvSpPr>
        <p:spPr>
          <a:xfrm>
            <a:off x="1412911" y="1112588"/>
            <a:ext cx="7975600" cy="42799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SzPts val="1400"/>
              <a:buNone/>
            </a:pPr>
            <a:r>
              <a:rPr lang="en-US" sz="2600">
                <a:solidFill>
                  <a:srgbClr val="005B49"/>
                </a:solidFill>
                <a:latin typeface="Arial"/>
                <a:ea typeface="Arial"/>
                <a:cs typeface="Arial"/>
                <a:sym typeface="Arial"/>
              </a:rPr>
              <a:t>Secure high profitability with waste volume reduction. </a:t>
            </a:r>
            <a:r>
              <a:rPr i="1" lang="en-US" sz="2650">
                <a:solidFill>
                  <a:srgbClr val="005B49"/>
                </a:solidFill>
                <a:latin typeface="Arial"/>
                <a:ea typeface="Arial"/>
                <a:cs typeface="Arial"/>
                <a:sym typeface="Arial"/>
              </a:rPr>
              <a:t>!!</a:t>
            </a:r>
            <a:endParaRPr sz="2650">
              <a:latin typeface="Arial"/>
              <a:ea typeface="Arial"/>
              <a:cs typeface="Arial"/>
              <a:sym typeface="Arial"/>
            </a:endParaRPr>
          </a:p>
        </p:txBody>
      </p:sp>
      <p:sp>
        <p:nvSpPr>
          <p:cNvPr id="76" name="Google Shape;76;p2"/>
          <p:cNvSpPr txBox="1"/>
          <p:nvPr/>
        </p:nvSpPr>
        <p:spPr>
          <a:xfrm>
            <a:off x="8653416" y="5174634"/>
            <a:ext cx="1305560" cy="10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6D6E71"/>
                </a:solidFill>
                <a:latin typeface="Arial"/>
                <a:ea typeface="Arial"/>
                <a:cs typeface="Arial"/>
                <a:sym typeface="Arial"/>
              </a:rPr>
              <a:t>Image : URC-400 / Continuous type 40ton</a:t>
            </a:r>
            <a:endParaRPr b="0" i="0" sz="500" u="none" cap="none" strike="noStrike">
              <a:solidFill>
                <a:srgbClr val="000000"/>
              </a:solidFill>
              <a:latin typeface="Arial"/>
              <a:ea typeface="Arial"/>
              <a:cs typeface="Arial"/>
              <a:sym typeface="Arial"/>
            </a:endParaRPr>
          </a:p>
        </p:txBody>
      </p:sp>
      <p:sp>
        <p:nvSpPr>
          <p:cNvPr id="77" name="Google Shape;77;p2"/>
          <p:cNvSpPr txBox="1"/>
          <p:nvPr/>
        </p:nvSpPr>
        <p:spPr>
          <a:xfrm>
            <a:off x="513599" y="5467096"/>
            <a:ext cx="1442085" cy="26352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Clr>
                <a:srgbClr val="000000"/>
              </a:buClr>
              <a:buSzPts val="2325"/>
              <a:buFont typeface="Arial"/>
              <a:buNone/>
            </a:pPr>
            <a:r>
              <a:rPr b="1" baseline="-25000" i="0" lang="en-US" sz="2325" u="none" cap="none" strike="noStrike">
                <a:solidFill>
                  <a:srgbClr val="616264"/>
                </a:solidFill>
                <a:latin typeface="Arial"/>
                <a:ea typeface="Arial"/>
                <a:cs typeface="Arial"/>
                <a:sym typeface="Arial"/>
              </a:rPr>
              <a:t>I</a:t>
            </a:r>
            <a:r>
              <a:rPr b="1" baseline="-25000" i="0" lang="en-US" sz="2325" u="none" cap="none" strike="noStrike">
                <a:solidFill>
                  <a:srgbClr val="006DAE"/>
                </a:solidFill>
                <a:latin typeface="Arial"/>
                <a:ea typeface="Arial"/>
                <a:cs typeface="Arial"/>
                <a:sym typeface="Arial"/>
              </a:rPr>
              <a:t>I </a:t>
            </a:r>
            <a:r>
              <a:rPr b="1" i="0" lang="en-US" sz="1000" u="none" cap="none" strike="noStrike">
                <a:solidFill>
                  <a:srgbClr val="231F20"/>
                </a:solidFill>
                <a:latin typeface="Arial"/>
                <a:ea typeface="Arial"/>
                <a:cs typeface="Arial"/>
                <a:sym typeface="Arial"/>
              </a:rPr>
              <a:t>No sorting required,</a:t>
            </a:r>
            <a:endParaRPr b="0" i="0" sz="1000" u="none" cap="none" strike="noStrike">
              <a:solidFill>
                <a:srgbClr val="000000"/>
              </a:solidFill>
              <a:latin typeface="Arial"/>
              <a:ea typeface="Arial"/>
              <a:cs typeface="Arial"/>
              <a:sym typeface="Arial"/>
            </a:endParaRPr>
          </a:p>
        </p:txBody>
      </p:sp>
      <p:sp>
        <p:nvSpPr>
          <p:cNvPr id="78" name="Google Shape;78;p2"/>
          <p:cNvSpPr txBox="1"/>
          <p:nvPr/>
        </p:nvSpPr>
        <p:spPr>
          <a:xfrm>
            <a:off x="719000" y="5703316"/>
            <a:ext cx="1388745"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Batch input processing.</a:t>
            </a:r>
            <a:endParaRPr b="0" i="0" sz="1000" u="none" cap="none" strike="noStrike">
              <a:solidFill>
                <a:srgbClr val="000000"/>
              </a:solidFill>
              <a:latin typeface="Arial"/>
              <a:ea typeface="Arial"/>
              <a:cs typeface="Arial"/>
              <a:sym typeface="Arial"/>
            </a:endParaRPr>
          </a:p>
        </p:txBody>
      </p:sp>
      <p:sp>
        <p:nvSpPr>
          <p:cNvPr id="79" name="Google Shape;79;p2"/>
          <p:cNvSpPr txBox="1"/>
          <p:nvPr/>
        </p:nvSpPr>
        <p:spPr>
          <a:xfrm>
            <a:off x="2484600" y="5467096"/>
            <a:ext cx="1853564" cy="26352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Clr>
                <a:srgbClr val="000000"/>
              </a:buClr>
              <a:buSzPts val="2325"/>
              <a:buFont typeface="Arial"/>
              <a:buNone/>
            </a:pPr>
            <a:r>
              <a:rPr b="1" baseline="-25000" i="0" lang="en-US" sz="2325" u="none" cap="none" strike="noStrike">
                <a:solidFill>
                  <a:srgbClr val="616264"/>
                </a:solidFill>
                <a:latin typeface="Arial"/>
                <a:ea typeface="Arial"/>
                <a:cs typeface="Arial"/>
                <a:sym typeface="Arial"/>
              </a:rPr>
              <a:t>I</a:t>
            </a:r>
            <a:r>
              <a:rPr b="1" baseline="-25000" i="0" lang="en-US" sz="2325" u="none" cap="none" strike="noStrike">
                <a:solidFill>
                  <a:srgbClr val="006DAE"/>
                </a:solidFill>
                <a:latin typeface="Arial"/>
                <a:ea typeface="Arial"/>
                <a:cs typeface="Arial"/>
                <a:sym typeface="Arial"/>
              </a:rPr>
              <a:t>I </a:t>
            </a:r>
            <a:r>
              <a:rPr b="1" i="0" lang="en-US" sz="1000" u="none" cap="none" strike="noStrike">
                <a:solidFill>
                  <a:srgbClr val="231F20"/>
                </a:solidFill>
                <a:latin typeface="Arial"/>
                <a:ea typeface="Arial"/>
                <a:cs typeface="Arial"/>
                <a:sym typeface="Arial"/>
              </a:rPr>
              <a:t>Solve the secondary pollution</a:t>
            </a:r>
            <a:endParaRPr b="0" i="0" sz="1000" u="none" cap="none" strike="noStrike">
              <a:solidFill>
                <a:srgbClr val="000000"/>
              </a:solidFill>
              <a:latin typeface="Arial"/>
              <a:ea typeface="Arial"/>
              <a:cs typeface="Arial"/>
              <a:sym typeface="Arial"/>
            </a:endParaRPr>
          </a:p>
        </p:txBody>
      </p:sp>
      <p:sp>
        <p:nvSpPr>
          <p:cNvPr id="80" name="Google Shape;80;p2"/>
          <p:cNvSpPr txBox="1"/>
          <p:nvPr/>
        </p:nvSpPr>
        <p:spPr>
          <a:xfrm>
            <a:off x="2510000" y="5644949"/>
            <a:ext cx="1802764" cy="1340485"/>
          </a:xfrm>
          <a:prstGeom prst="rect">
            <a:avLst/>
          </a:prstGeom>
          <a:noFill/>
          <a:ln>
            <a:noFill/>
          </a:ln>
        </p:spPr>
        <p:txBody>
          <a:bodyPr anchorCtr="0" anchor="t" bIns="0" lIns="0" spcFirstLastPara="1" rIns="0" wrap="square" tIns="71100">
            <a:spAutoFit/>
          </a:bodyPr>
          <a:lstStyle/>
          <a:p>
            <a:pPr indent="0" lvl="0" marL="192405"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issue with waste cleaning.</a:t>
            </a:r>
            <a:endParaRPr b="0" i="0" sz="1000" u="none" cap="none" strike="noStrike">
              <a:solidFill>
                <a:srgbClr val="000000"/>
              </a:solidFill>
              <a:latin typeface="Arial"/>
              <a:ea typeface="Arial"/>
              <a:cs typeface="Arial"/>
              <a:sym typeface="Arial"/>
            </a:endParaRPr>
          </a:p>
          <a:p>
            <a:pPr indent="0" lvl="0" marL="12700" marR="5080" rtl="0" algn="just">
              <a:lnSpc>
                <a:spcPct val="111100"/>
              </a:lnSpc>
              <a:spcBef>
                <a:spcPts val="290"/>
              </a:spcBef>
              <a:spcAft>
                <a:spcPts val="0"/>
              </a:spcAft>
              <a:buClr>
                <a:srgbClr val="000000"/>
              </a:buClr>
              <a:buSzPts val="900"/>
              <a:buFont typeface="Arial"/>
              <a:buNone/>
            </a:pPr>
            <a:r>
              <a:rPr b="0" i="0" lang="en-US" sz="900" u="none" cap="none" strike="noStrike">
                <a:solidFill>
                  <a:srgbClr val="565658"/>
                </a:solidFill>
                <a:latin typeface="Cambria"/>
                <a:ea typeface="Cambria"/>
                <a:cs typeface="Cambria"/>
                <a:sym typeface="Cambria"/>
              </a:rPr>
              <a:t>Waste plastic may contain mud and residue and non-resin materials of metals, and agricultural plastic waste may contain pesticides. This machine does not require clean such contami- nation and able to input after one-day storage to remove moisture.</a:t>
            </a:r>
            <a:endParaRPr b="0" i="0" sz="900" u="none" cap="none" strike="noStrike">
              <a:solidFill>
                <a:srgbClr val="000000"/>
              </a:solidFill>
              <a:latin typeface="Cambria"/>
              <a:ea typeface="Cambria"/>
              <a:cs typeface="Cambria"/>
              <a:sym typeface="Cambria"/>
            </a:endParaRPr>
          </a:p>
        </p:txBody>
      </p:sp>
      <p:sp>
        <p:nvSpPr>
          <p:cNvPr id="81" name="Google Shape;81;p2"/>
          <p:cNvSpPr txBox="1"/>
          <p:nvPr/>
        </p:nvSpPr>
        <p:spPr>
          <a:xfrm>
            <a:off x="4455600" y="5467096"/>
            <a:ext cx="1771014" cy="26352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Clr>
                <a:srgbClr val="000000"/>
              </a:buClr>
              <a:buSzPts val="2325"/>
              <a:buFont typeface="Arial"/>
              <a:buNone/>
            </a:pPr>
            <a:r>
              <a:rPr b="1" baseline="-25000" i="0" lang="en-US" sz="2325" u="none" cap="none" strike="noStrike">
                <a:solidFill>
                  <a:srgbClr val="616264"/>
                </a:solidFill>
                <a:latin typeface="Arial"/>
                <a:ea typeface="Arial"/>
                <a:cs typeface="Arial"/>
                <a:sym typeface="Arial"/>
              </a:rPr>
              <a:t>I</a:t>
            </a:r>
            <a:r>
              <a:rPr b="1" baseline="-25000" i="0" lang="en-US" sz="2325" u="none" cap="none" strike="noStrike">
                <a:solidFill>
                  <a:srgbClr val="006DAE"/>
                </a:solidFill>
                <a:latin typeface="Arial"/>
                <a:ea typeface="Arial"/>
                <a:cs typeface="Arial"/>
                <a:sym typeface="Arial"/>
              </a:rPr>
              <a:t>I </a:t>
            </a:r>
            <a:r>
              <a:rPr b="1" i="0" lang="en-US" sz="1000" u="none" cap="none" strike="noStrike">
                <a:solidFill>
                  <a:srgbClr val="231F20"/>
                </a:solidFill>
                <a:latin typeface="Arial"/>
                <a:ea typeface="Arial"/>
                <a:cs typeface="Arial"/>
                <a:sym typeface="Arial"/>
              </a:rPr>
              <a:t>Able to handle mixed PVC</a:t>
            </a:r>
            <a:endParaRPr b="0" i="0" sz="1000" u="none" cap="none" strike="noStrike">
              <a:solidFill>
                <a:srgbClr val="000000"/>
              </a:solidFill>
              <a:latin typeface="Arial"/>
              <a:ea typeface="Arial"/>
              <a:cs typeface="Arial"/>
              <a:sym typeface="Arial"/>
            </a:endParaRPr>
          </a:p>
        </p:txBody>
      </p:sp>
      <p:sp>
        <p:nvSpPr>
          <p:cNvPr id="82" name="Google Shape;82;p2"/>
          <p:cNvSpPr txBox="1"/>
          <p:nvPr/>
        </p:nvSpPr>
        <p:spPr>
          <a:xfrm>
            <a:off x="4480999" y="5644949"/>
            <a:ext cx="1802130" cy="1188085"/>
          </a:xfrm>
          <a:prstGeom prst="rect">
            <a:avLst/>
          </a:prstGeom>
          <a:noFill/>
          <a:ln>
            <a:noFill/>
          </a:ln>
        </p:spPr>
        <p:txBody>
          <a:bodyPr anchorCtr="0" anchor="t" bIns="0" lIns="0" spcFirstLastPara="1" rIns="0" wrap="square" tIns="71100">
            <a:spAutoFit/>
          </a:bodyPr>
          <a:lstStyle/>
          <a:p>
            <a:pPr indent="0" lvl="0" marL="192405"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and mixed resin</a:t>
            </a:r>
            <a:endParaRPr b="0" i="0" sz="1000" u="none" cap="none" strike="noStrike">
              <a:solidFill>
                <a:srgbClr val="000000"/>
              </a:solidFill>
              <a:latin typeface="Arial"/>
              <a:ea typeface="Arial"/>
              <a:cs typeface="Arial"/>
              <a:sym typeface="Arial"/>
            </a:endParaRPr>
          </a:p>
          <a:p>
            <a:pPr indent="0" lvl="0" marL="12700" marR="5080" rtl="0" algn="just">
              <a:lnSpc>
                <a:spcPct val="111100"/>
              </a:lnSpc>
              <a:spcBef>
                <a:spcPts val="290"/>
              </a:spcBef>
              <a:spcAft>
                <a:spcPts val="0"/>
              </a:spcAft>
              <a:buClr>
                <a:srgbClr val="000000"/>
              </a:buClr>
              <a:buSzPts val="900"/>
              <a:buFont typeface="Arial"/>
              <a:buNone/>
            </a:pPr>
            <a:r>
              <a:rPr b="0" i="0" lang="en-US" sz="900" u="none" cap="none" strike="noStrike">
                <a:solidFill>
                  <a:srgbClr val="565658"/>
                </a:solidFill>
                <a:latin typeface="Cambria"/>
                <a:ea typeface="Cambria"/>
                <a:cs typeface="Cambria"/>
                <a:sym typeface="Cambria"/>
              </a:rPr>
              <a:t>It is difficult to pelletize multicom- ponent materials such as crimped film and polyvinyl chloride resins. This facility is also able to extract high-quality oxygen-free recycled oil from PVC waste as well.</a:t>
            </a:r>
            <a:endParaRPr b="0" i="0" sz="900" u="none" cap="none" strike="noStrike">
              <a:solidFill>
                <a:srgbClr val="000000"/>
              </a:solidFill>
              <a:latin typeface="Cambria"/>
              <a:ea typeface="Cambria"/>
              <a:cs typeface="Cambria"/>
              <a:sym typeface="Cambria"/>
            </a:endParaRPr>
          </a:p>
        </p:txBody>
      </p:sp>
      <p:sp>
        <p:nvSpPr>
          <p:cNvPr id="83" name="Google Shape;83;p2"/>
          <p:cNvSpPr txBox="1"/>
          <p:nvPr/>
        </p:nvSpPr>
        <p:spPr>
          <a:xfrm>
            <a:off x="6426599" y="5467096"/>
            <a:ext cx="1450975" cy="26352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Clr>
                <a:srgbClr val="000000"/>
              </a:buClr>
              <a:buSzPts val="2325"/>
              <a:buFont typeface="Arial"/>
              <a:buNone/>
            </a:pPr>
            <a:r>
              <a:rPr b="1" baseline="-25000" i="0" lang="en-US" sz="2325" u="none" cap="none" strike="noStrike">
                <a:solidFill>
                  <a:srgbClr val="616264"/>
                </a:solidFill>
                <a:latin typeface="Arial"/>
                <a:ea typeface="Arial"/>
                <a:cs typeface="Arial"/>
                <a:sym typeface="Arial"/>
              </a:rPr>
              <a:t>I</a:t>
            </a:r>
            <a:r>
              <a:rPr b="1" baseline="-25000" i="0" lang="en-US" sz="2325" u="none" cap="none" strike="noStrike">
                <a:solidFill>
                  <a:srgbClr val="006DAE"/>
                </a:solidFill>
                <a:latin typeface="Arial"/>
                <a:ea typeface="Arial"/>
                <a:cs typeface="Arial"/>
                <a:sym typeface="Arial"/>
              </a:rPr>
              <a:t>I </a:t>
            </a:r>
            <a:r>
              <a:rPr b="1" i="0" lang="en-US" sz="1000" u="none" cap="none" strike="noStrike">
                <a:solidFill>
                  <a:srgbClr val="231F20"/>
                </a:solidFill>
                <a:latin typeface="Arial"/>
                <a:ea typeface="Arial"/>
                <a:cs typeface="Arial"/>
                <a:sym typeface="Arial"/>
              </a:rPr>
              <a:t>Able to operate with</a:t>
            </a:r>
            <a:endParaRPr b="0" i="0" sz="1000" u="none" cap="none" strike="noStrike">
              <a:solidFill>
                <a:srgbClr val="000000"/>
              </a:solidFill>
              <a:latin typeface="Arial"/>
              <a:ea typeface="Arial"/>
              <a:cs typeface="Arial"/>
              <a:sym typeface="Arial"/>
            </a:endParaRPr>
          </a:p>
        </p:txBody>
      </p:sp>
      <p:sp>
        <p:nvSpPr>
          <p:cNvPr id="84" name="Google Shape;84;p2"/>
          <p:cNvSpPr txBox="1"/>
          <p:nvPr/>
        </p:nvSpPr>
        <p:spPr>
          <a:xfrm>
            <a:off x="6451999" y="5644949"/>
            <a:ext cx="1802130" cy="1340485"/>
          </a:xfrm>
          <a:prstGeom prst="rect">
            <a:avLst/>
          </a:prstGeom>
          <a:noFill/>
          <a:ln>
            <a:noFill/>
          </a:ln>
        </p:spPr>
        <p:txBody>
          <a:bodyPr anchorCtr="0" anchor="t" bIns="0" lIns="0" spcFirstLastPara="1" rIns="0" wrap="square" tIns="71100">
            <a:spAutoFit/>
          </a:bodyPr>
          <a:lstStyle/>
          <a:p>
            <a:pPr indent="0" lvl="0" marL="192405"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recycled oil</a:t>
            </a:r>
            <a:endParaRPr b="0" i="0" sz="1000" u="none" cap="none" strike="noStrike">
              <a:solidFill>
                <a:srgbClr val="000000"/>
              </a:solidFill>
              <a:latin typeface="Arial"/>
              <a:ea typeface="Arial"/>
              <a:cs typeface="Arial"/>
              <a:sym typeface="Arial"/>
            </a:endParaRPr>
          </a:p>
          <a:p>
            <a:pPr indent="0" lvl="0" marL="12700" marR="5080" rtl="0" algn="just">
              <a:lnSpc>
                <a:spcPct val="111100"/>
              </a:lnSpc>
              <a:spcBef>
                <a:spcPts val="290"/>
              </a:spcBef>
              <a:spcAft>
                <a:spcPts val="0"/>
              </a:spcAft>
              <a:buClr>
                <a:srgbClr val="000000"/>
              </a:buClr>
              <a:buSzPts val="900"/>
              <a:buFont typeface="Arial"/>
              <a:buNone/>
            </a:pPr>
            <a:r>
              <a:rPr b="0" i="0" lang="en-US" sz="900" u="none" cap="none" strike="noStrike">
                <a:solidFill>
                  <a:srgbClr val="565658"/>
                </a:solidFill>
                <a:latin typeface="Cambria"/>
                <a:ea typeface="Cambria"/>
                <a:cs typeface="Cambria"/>
                <a:sym typeface="Cambria"/>
              </a:rPr>
              <a:t>This facility uses gasified extracted oil as fuel for the boiler and super- heater. It is not necessary for fuel for operation except initial startup. It is expected highly profitable as only labor and electricity cost is the main operational costs.</a:t>
            </a:r>
            <a:endParaRPr b="0" i="0" sz="900" u="none" cap="none" strike="noStrike">
              <a:solidFill>
                <a:srgbClr val="000000"/>
              </a:solidFill>
              <a:latin typeface="Cambria"/>
              <a:ea typeface="Cambria"/>
              <a:cs typeface="Cambria"/>
              <a:sym typeface="Cambria"/>
            </a:endParaRPr>
          </a:p>
        </p:txBody>
      </p:sp>
      <p:sp>
        <p:nvSpPr>
          <p:cNvPr id="85" name="Google Shape;85;p2"/>
          <p:cNvSpPr txBox="1"/>
          <p:nvPr/>
        </p:nvSpPr>
        <p:spPr>
          <a:xfrm>
            <a:off x="8397599" y="5467096"/>
            <a:ext cx="1627505" cy="263525"/>
          </a:xfrm>
          <a:prstGeom prst="rect">
            <a:avLst/>
          </a:prstGeom>
          <a:noFill/>
          <a:ln>
            <a:noFill/>
          </a:ln>
        </p:spPr>
        <p:txBody>
          <a:bodyPr anchorCtr="0" anchor="t" bIns="0" lIns="0" spcFirstLastPara="1" rIns="0" wrap="square" tIns="13950">
            <a:spAutoFit/>
          </a:bodyPr>
          <a:lstStyle/>
          <a:p>
            <a:pPr indent="0" lvl="0" marL="38100" marR="0" rtl="0" algn="l">
              <a:lnSpc>
                <a:spcPct val="100000"/>
              </a:lnSpc>
              <a:spcBef>
                <a:spcPts val="0"/>
              </a:spcBef>
              <a:spcAft>
                <a:spcPts val="0"/>
              </a:spcAft>
              <a:buClr>
                <a:srgbClr val="000000"/>
              </a:buClr>
              <a:buSzPts val="2325"/>
              <a:buFont typeface="Arial"/>
              <a:buNone/>
            </a:pPr>
            <a:r>
              <a:rPr b="1" baseline="-25000" i="0" lang="en-US" sz="2325" u="none" cap="none" strike="noStrike">
                <a:solidFill>
                  <a:srgbClr val="616264"/>
                </a:solidFill>
                <a:latin typeface="Arial"/>
                <a:ea typeface="Arial"/>
                <a:cs typeface="Arial"/>
                <a:sym typeface="Arial"/>
              </a:rPr>
              <a:t>I</a:t>
            </a:r>
            <a:r>
              <a:rPr b="1" baseline="-25000" i="0" lang="en-US" sz="2325" u="none" cap="none" strike="noStrike">
                <a:solidFill>
                  <a:srgbClr val="006DAE"/>
                </a:solidFill>
                <a:latin typeface="Arial"/>
                <a:ea typeface="Arial"/>
                <a:cs typeface="Arial"/>
                <a:sym typeface="Arial"/>
              </a:rPr>
              <a:t>I </a:t>
            </a:r>
            <a:r>
              <a:rPr b="1" i="0" lang="en-US" sz="1000" u="none" cap="none" strike="noStrike">
                <a:solidFill>
                  <a:srgbClr val="231F20"/>
                </a:solidFill>
                <a:latin typeface="Arial"/>
                <a:ea typeface="Arial"/>
                <a:cs typeface="Arial"/>
                <a:sym typeface="Arial"/>
              </a:rPr>
              <a:t>Pollution-free emission</a:t>
            </a:r>
            <a:endParaRPr b="0" i="0" sz="1000" u="none" cap="none" strike="noStrike">
              <a:solidFill>
                <a:srgbClr val="000000"/>
              </a:solidFill>
              <a:latin typeface="Arial"/>
              <a:ea typeface="Arial"/>
              <a:cs typeface="Arial"/>
              <a:sym typeface="Arial"/>
            </a:endParaRPr>
          </a:p>
        </p:txBody>
      </p:sp>
      <p:sp>
        <p:nvSpPr>
          <p:cNvPr id="86" name="Google Shape;86;p2"/>
          <p:cNvSpPr txBox="1"/>
          <p:nvPr/>
        </p:nvSpPr>
        <p:spPr>
          <a:xfrm>
            <a:off x="8423000" y="5644949"/>
            <a:ext cx="1802764" cy="1340485"/>
          </a:xfrm>
          <a:prstGeom prst="rect">
            <a:avLst/>
          </a:prstGeom>
          <a:noFill/>
          <a:ln>
            <a:noFill/>
          </a:ln>
        </p:spPr>
        <p:txBody>
          <a:bodyPr anchorCtr="0" anchor="t" bIns="0" lIns="0" spcFirstLastPara="1" rIns="0" wrap="square" tIns="71100">
            <a:spAutoFit/>
          </a:bodyPr>
          <a:lstStyle/>
          <a:p>
            <a:pPr indent="0" lvl="0" marL="192405"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function</a:t>
            </a:r>
            <a:endParaRPr b="0" i="0" sz="1000" u="none" cap="none" strike="noStrike">
              <a:solidFill>
                <a:srgbClr val="000000"/>
              </a:solidFill>
              <a:latin typeface="Arial"/>
              <a:ea typeface="Arial"/>
              <a:cs typeface="Arial"/>
              <a:sym typeface="Arial"/>
            </a:endParaRPr>
          </a:p>
          <a:p>
            <a:pPr indent="0" lvl="0" marL="12700" marR="5080" rtl="0" algn="just">
              <a:lnSpc>
                <a:spcPct val="111100"/>
              </a:lnSpc>
              <a:spcBef>
                <a:spcPts val="290"/>
              </a:spcBef>
              <a:spcAft>
                <a:spcPts val="0"/>
              </a:spcAft>
              <a:buClr>
                <a:srgbClr val="000000"/>
              </a:buClr>
              <a:buSzPts val="900"/>
              <a:buFont typeface="Arial"/>
              <a:buNone/>
            </a:pPr>
            <a:r>
              <a:rPr b="0" i="0" lang="en-US" sz="900" u="none" cap="none" strike="noStrike">
                <a:solidFill>
                  <a:srgbClr val="565658"/>
                </a:solidFill>
                <a:latin typeface="Cambria"/>
                <a:ea typeface="Cambria"/>
                <a:cs typeface="Cambria"/>
                <a:sym typeface="Cambria"/>
              </a:rPr>
              <a:t>The exhaust gas purification system per- forms high-level cleaning of the exhaust gas from steam boiler, superheaters, and temperature control heaters of decom- position furnaces. A portion of the puri- fied water purified by the system will be recycled and used by the steam boiler.</a:t>
            </a:r>
            <a:endParaRPr b="0" i="0" sz="900" u="none" cap="none" strike="noStrike">
              <a:solidFill>
                <a:srgbClr val="000000"/>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 name="Shape 90"/>
        <p:cNvGrpSpPr/>
        <p:nvPr/>
      </p:nvGrpSpPr>
      <p:grpSpPr>
        <a:xfrm>
          <a:off x="0" y="0"/>
          <a:ext cx="0" cy="0"/>
          <a:chOff x="0" y="0"/>
          <a:chExt cx="0" cy="0"/>
        </a:xfrm>
      </p:grpSpPr>
      <p:pic>
        <p:nvPicPr>
          <p:cNvPr id="91" name="Google Shape;91;p3"/>
          <p:cNvPicPr preferRelativeResize="0"/>
          <p:nvPr/>
        </p:nvPicPr>
        <p:blipFill rotWithShape="1">
          <a:blip r:embed="rId3">
            <a:alphaModFix/>
          </a:blip>
          <a:srcRect b="0" l="0" r="0" t="0"/>
          <a:stretch/>
        </p:blipFill>
        <p:spPr>
          <a:xfrm>
            <a:off x="0" y="12"/>
            <a:ext cx="741" cy="1760385"/>
          </a:xfrm>
          <a:prstGeom prst="rect">
            <a:avLst/>
          </a:prstGeom>
          <a:noFill/>
          <a:ln>
            <a:noFill/>
          </a:ln>
        </p:spPr>
      </p:pic>
      <p:pic>
        <p:nvPicPr>
          <p:cNvPr id="92" name="Google Shape;92;p3"/>
          <p:cNvPicPr preferRelativeResize="0"/>
          <p:nvPr/>
        </p:nvPicPr>
        <p:blipFill rotWithShape="1">
          <a:blip r:embed="rId4">
            <a:alphaModFix/>
          </a:blip>
          <a:srcRect b="0" l="0" r="0" t="0"/>
          <a:stretch/>
        </p:blipFill>
        <p:spPr>
          <a:xfrm>
            <a:off x="0" y="3411004"/>
            <a:ext cx="741" cy="2022005"/>
          </a:xfrm>
          <a:prstGeom prst="rect">
            <a:avLst/>
          </a:prstGeom>
          <a:noFill/>
          <a:ln>
            <a:noFill/>
          </a:ln>
        </p:spPr>
      </p:pic>
      <p:grpSp>
        <p:nvGrpSpPr>
          <p:cNvPr id="93" name="Google Shape;93;p3"/>
          <p:cNvGrpSpPr/>
          <p:nvPr/>
        </p:nvGrpSpPr>
        <p:grpSpPr>
          <a:xfrm>
            <a:off x="498820" y="887887"/>
            <a:ext cx="9644740" cy="6183786"/>
            <a:chOff x="498820" y="887887"/>
            <a:chExt cx="9644740" cy="6183786"/>
          </a:xfrm>
        </p:grpSpPr>
        <p:pic>
          <p:nvPicPr>
            <p:cNvPr id="94" name="Google Shape;94;p3"/>
            <p:cNvPicPr preferRelativeResize="0"/>
            <p:nvPr/>
          </p:nvPicPr>
          <p:blipFill rotWithShape="1">
            <a:blip r:embed="rId5">
              <a:alphaModFix/>
            </a:blip>
            <a:srcRect b="0" l="0" r="0" t="0"/>
            <a:stretch/>
          </p:blipFill>
          <p:spPr>
            <a:xfrm>
              <a:off x="498820" y="887887"/>
              <a:ext cx="9644740" cy="6183786"/>
            </a:xfrm>
            <a:prstGeom prst="rect">
              <a:avLst/>
            </a:prstGeom>
            <a:noFill/>
            <a:ln>
              <a:noFill/>
            </a:ln>
          </p:spPr>
        </p:pic>
        <p:sp>
          <p:nvSpPr>
            <p:cNvPr id="95" name="Google Shape;95;p3"/>
            <p:cNvSpPr/>
            <p:nvPr/>
          </p:nvSpPr>
          <p:spPr>
            <a:xfrm>
              <a:off x="4350280" y="3640350"/>
              <a:ext cx="1029335" cy="156210"/>
            </a:xfrm>
            <a:custGeom>
              <a:rect b="b" l="l" r="r" t="t"/>
              <a:pathLst>
                <a:path extrusionOk="0" h="156210" w="1029335">
                  <a:moveTo>
                    <a:pt x="1029017" y="0"/>
                  </a:moveTo>
                  <a:lnTo>
                    <a:pt x="0" y="0"/>
                  </a:lnTo>
                  <a:lnTo>
                    <a:pt x="67500" y="156133"/>
                  </a:lnTo>
                  <a:lnTo>
                    <a:pt x="1029017" y="156133"/>
                  </a:lnTo>
                  <a:lnTo>
                    <a:pt x="102901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3"/>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97" name="Google Shape;97;p3"/>
          <p:cNvGrpSpPr/>
          <p:nvPr/>
        </p:nvGrpSpPr>
        <p:grpSpPr>
          <a:xfrm>
            <a:off x="9273599" y="180301"/>
            <a:ext cx="1238885" cy="114904"/>
            <a:chOff x="9273599" y="180301"/>
            <a:chExt cx="1238885" cy="114904"/>
          </a:xfrm>
        </p:grpSpPr>
        <p:sp>
          <p:nvSpPr>
            <p:cNvPr id="98" name="Google Shape;98;p3"/>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9" name="Google Shape;99;p3"/>
            <p:cNvPicPr preferRelativeResize="0"/>
            <p:nvPr/>
          </p:nvPicPr>
          <p:blipFill rotWithShape="1">
            <a:blip r:embed="rId6">
              <a:alphaModFix/>
            </a:blip>
            <a:srcRect b="0" l="0" r="0" t="0"/>
            <a:stretch/>
          </p:blipFill>
          <p:spPr>
            <a:xfrm>
              <a:off x="9305594" y="180305"/>
              <a:ext cx="97408" cy="81000"/>
            </a:xfrm>
            <a:prstGeom prst="rect">
              <a:avLst/>
            </a:prstGeom>
            <a:noFill/>
            <a:ln>
              <a:noFill/>
            </a:ln>
          </p:spPr>
        </p:pic>
        <p:sp>
          <p:nvSpPr>
            <p:cNvPr id="100" name="Google Shape;100;p3"/>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 name="Google Shape;101;p3"/>
            <p:cNvPicPr preferRelativeResize="0"/>
            <p:nvPr/>
          </p:nvPicPr>
          <p:blipFill rotWithShape="1">
            <a:blip r:embed="rId7">
              <a:alphaModFix/>
            </a:blip>
            <a:srcRect b="0" l="0" r="0" t="0"/>
            <a:stretch/>
          </p:blipFill>
          <p:spPr>
            <a:xfrm>
              <a:off x="9474179" y="180305"/>
              <a:ext cx="95719" cy="81000"/>
            </a:xfrm>
            <a:prstGeom prst="rect">
              <a:avLst/>
            </a:prstGeom>
            <a:noFill/>
            <a:ln>
              <a:noFill/>
            </a:ln>
          </p:spPr>
        </p:pic>
      </p:grpSp>
      <p:grpSp>
        <p:nvGrpSpPr>
          <p:cNvPr id="102" name="Google Shape;102;p3"/>
          <p:cNvGrpSpPr/>
          <p:nvPr/>
        </p:nvGrpSpPr>
        <p:grpSpPr>
          <a:xfrm>
            <a:off x="8639998" y="180300"/>
            <a:ext cx="573311" cy="81280"/>
            <a:chOff x="8639998" y="180300"/>
            <a:chExt cx="573311" cy="81280"/>
          </a:xfrm>
        </p:grpSpPr>
        <p:pic>
          <p:nvPicPr>
            <p:cNvPr id="103" name="Google Shape;103;p3"/>
            <p:cNvPicPr preferRelativeResize="0"/>
            <p:nvPr/>
          </p:nvPicPr>
          <p:blipFill rotWithShape="1">
            <a:blip r:embed="rId8">
              <a:alphaModFix/>
            </a:blip>
            <a:srcRect b="0" l="0" r="0" t="0"/>
            <a:stretch/>
          </p:blipFill>
          <p:spPr>
            <a:xfrm>
              <a:off x="8760571" y="180305"/>
              <a:ext cx="97396" cy="81000"/>
            </a:xfrm>
            <a:prstGeom prst="rect">
              <a:avLst/>
            </a:prstGeom>
            <a:noFill/>
            <a:ln>
              <a:noFill/>
            </a:ln>
          </p:spPr>
        </p:pic>
        <p:pic>
          <p:nvPicPr>
            <p:cNvPr id="104" name="Google Shape;104;p3"/>
            <p:cNvPicPr preferRelativeResize="0"/>
            <p:nvPr/>
          </p:nvPicPr>
          <p:blipFill rotWithShape="1">
            <a:blip r:embed="rId9">
              <a:alphaModFix/>
            </a:blip>
            <a:srcRect b="0" l="0" r="0" t="0"/>
            <a:stretch/>
          </p:blipFill>
          <p:spPr>
            <a:xfrm>
              <a:off x="8880355" y="180305"/>
              <a:ext cx="216256" cy="81000"/>
            </a:xfrm>
            <a:prstGeom prst="rect">
              <a:avLst/>
            </a:prstGeom>
            <a:noFill/>
            <a:ln>
              <a:noFill/>
            </a:ln>
          </p:spPr>
        </p:pic>
        <p:pic>
          <p:nvPicPr>
            <p:cNvPr id="105" name="Google Shape;105;p3"/>
            <p:cNvPicPr preferRelativeResize="0"/>
            <p:nvPr/>
          </p:nvPicPr>
          <p:blipFill rotWithShape="1">
            <a:blip r:embed="rId10">
              <a:alphaModFix/>
            </a:blip>
            <a:srcRect b="0" l="0" r="0" t="0"/>
            <a:stretch/>
          </p:blipFill>
          <p:spPr>
            <a:xfrm>
              <a:off x="9118352" y="180305"/>
              <a:ext cx="94957" cy="81000"/>
            </a:xfrm>
            <a:prstGeom prst="rect">
              <a:avLst/>
            </a:prstGeom>
            <a:noFill/>
            <a:ln>
              <a:noFill/>
            </a:ln>
          </p:spPr>
        </p:pic>
        <p:sp>
          <p:nvSpPr>
            <p:cNvPr id="106" name="Google Shape;106;p3"/>
            <p:cNvSpPr/>
            <p:nvPr/>
          </p:nvSpPr>
          <p:spPr>
            <a:xfrm>
              <a:off x="8639998"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7" name="Google Shape;107;p3"/>
            <p:cNvPicPr preferRelativeResize="0"/>
            <p:nvPr/>
          </p:nvPicPr>
          <p:blipFill rotWithShape="1">
            <a:blip r:embed="rId11">
              <a:alphaModFix/>
            </a:blip>
            <a:srcRect b="0" l="0" r="0" t="0"/>
            <a:stretch/>
          </p:blipFill>
          <p:spPr>
            <a:xfrm>
              <a:off x="8640927" y="181229"/>
              <a:ext cx="18338" cy="36207"/>
            </a:xfrm>
            <a:prstGeom prst="rect">
              <a:avLst/>
            </a:prstGeom>
            <a:noFill/>
            <a:ln>
              <a:noFill/>
            </a:ln>
          </p:spPr>
        </p:pic>
        <p:sp>
          <p:nvSpPr>
            <p:cNvPr id="108" name="Google Shape;108;p3"/>
            <p:cNvSpPr/>
            <p:nvPr/>
          </p:nvSpPr>
          <p:spPr>
            <a:xfrm>
              <a:off x="8639998"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 name="Google Shape;109;p3"/>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3</a:t>
            </a:r>
            <a:endParaRPr b="0" i="0" sz="600" u="none" cap="none" strike="noStrike">
              <a:solidFill>
                <a:srgbClr val="000000"/>
              </a:solidFill>
              <a:latin typeface="Arial"/>
              <a:ea typeface="Arial"/>
              <a:cs typeface="Arial"/>
              <a:sym typeface="Arial"/>
            </a:endParaRPr>
          </a:p>
        </p:txBody>
      </p:sp>
      <p:sp>
        <p:nvSpPr>
          <p:cNvPr id="110" name="Google Shape;110;p3"/>
          <p:cNvSpPr/>
          <p:nvPr/>
        </p:nvSpPr>
        <p:spPr>
          <a:xfrm>
            <a:off x="414863" y="405381"/>
            <a:ext cx="2592070" cy="324485"/>
          </a:xfrm>
          <a:custGeom>
            <a:rect b="b" l="l" r="r" t="t"/>
            <a:pathLst>
              <a:path extrusionOk="0" h="324484" w="2592070">
                <a:moveTo>
                  <a:pt x="2591993" y="0"/>
                </a:moveTo>
                <a:lnTo>
                  <a:pt x="0" y="0"/>
                </a:lnTo>
                <a:lnTo>
                  <a:pt x="170027" y="324002"/>
                </a:lnTo>
                <a:lnTo>
                  <a:pt x="2591993" y="324002"/>
                </a:lnTo>
                <a:lnTo>
                  <a:pt x="2591993"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txBox="1"/>
          <p:nvPr/>
        </p:nvSpPr>
        <p:spPr>
          <a:xfrm>
            <a:off x="913949" y="429557"/>
            <a:ext cx="1982470" cy="2692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Verdana"/>
                <a:ea typeface="Verdana"/>
                <a:cs typeface="Verdana"/>
                <a:sym typeface="Verdana"/>
              </a:rPr>
              <a:t>URBAN RIG </a:t>
            </a:r>
            <a:r>
              <a:rPr b="0" i="0" lang="en-US" sz="1500" u="none" cap="none" strike="noStrike">
                <a:solidFill>
                  <a:srgbClr val="FFFFFF"/>
                </a:solidFill>
                <a:latin typeface="Arial"/>
                <a:ea typeface="Arial"/>
                <a:cs typeface="Arial"/>
                <a:sym typeface="Arial"/>
              </a:rPr>
              <a:t>Line-up</a:t>
            </a:r>
            <a:endParaRPr b="0" i="0" sz="1500" u="none" cap="none" strike="noStrike">
              <a:solidFill>
                <a:srgbClr val="000000"/>
              </a:solidFill>
              <a:latin typeface="Arial"/>
              <a:ea typeface="Arial"/>
              <a:cs typeface="Arial"/>
              <a:sym typeface="Arial"/>
            </a:endParaRPr>
          </a:p>
        </p:txBody>
      </p:sp>
      <p:sp>
        <p:nvSpPr>
          <p:cNvPr id="112" name="Google Shape;112;p3"/>
          <p:cNvSpPr txBox="1"/>
          <p:nvPr/>
        </p:nvSpPr>
        <p:spPr>
          <a:xfrm>
            <a:off x="5523021" y="3599427"/>
            <a:ext cx="827405" cy="2311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231F20"/>
                </a:solidFill>
                <a:latin typeface="Verdana"/>
                <a:ea typeface="Verdana"/>
                <a:cs typeface="Verdana"/>
                <a:sym typeface="Verdana"/>
              </a:rPr>
              <a:t>UR</a:t>
            </a:r>
            <a:r>
              <a:rPr b="0" i="0" lang="en-US" sz="1350" u="none" cap="none" strike="noStrike">
                <a:solidFill>
                  <a:srgbClr val="696A6D"/>
                </a:solidFill>
                <a:latin typeface="Verdana"/>
                <a:ea typeface="Verdana"/>
                <a:cs typeface="Verdana"/>
                <a:sym typeface="Verdana"/>
              </a:rPr>
              <a:t>C</a:t>
            </a:r>
            <a:r>
              <a:rPr b="0" i="0" lang="en-US" sz="1350" u="none" cap="none" strike="noStrike">
                <a:solidFill>
                  <a:srgbClr val="231F20"/>
                </a:solidFill>
                <a:latin typeface="Verdana"/>
                <a:ea typeface="Verdana"/>
                <a:cs typeface="Verdana"/>
                <a:sym typeface="Verdana"/>
              </a:rPr>
              <a:t>-400</a:t>
            </a:r>
            <a:endParaRPr b="0" i="0" sz="1350" u="none" cap="none" strike="noStrike">
              <a:solidFill>
                <a:srgbClr val="000000"/>
              </a:solidFill>
              <a:latin typeface="Verdana"/>
              <a:ea typeface="Verdana"/>
              <a:cs typeface="Verdana"/>
              <a:sym typeface="Verdana"/>
            </a:endParaRPr>
          </a:p>
        </p:txBody>
      </p:sp>
      <p:sp>
        <p:nvSpPr>
          <p:cNvPr id="113" name="Google Shape;113;p3"/>
          <p:cNvSpPr/>
          <p:nvPr/>
        </p:nvSpPr>
        <p:spPr>
          <a:xfrm>
            <a:off x="8065524" y="6706357"/>
            <a:ext cx="1029335" cy="156210"/>
          </a:xfrm>
          <a:custGeom>
            <a:rect b="b" l="l" r="r" t="t"/>
            <a:pathLst>
              <a:path extrusionOk="0" h="156209" w="1029334">
                <a:moveTo>
                  <a:pt x="1029030" y="0"/>
                </a:moveTo>
                <a:lnTo>
                  <a:pt x="0" y="0"/>
                </a:lnTo>
                <a:lnTo>
                  <a:pt x="67500" y="156133"/>
                </a:lnTo>
                <a:lnTo>
                  <a:pt x="1029030" y="156133"/>
                </a:lnTo>
                <a:lnTo>
                  <a:pt x="1029030"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
          <p:cNvSpPr txBox="1"/>
          <p:nvPr/>
        </p:nvSpPr>
        <p:spPr>
          <a:xfrm>
            <a:off x="9125625" y="6665433"/>
            <a:ext cx="713105" cy="2311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231F20"/>
                </a:solidFill>
                <a:latin typeface="Verdana"/>
                <a:ea typeface="Verdana"/>
                <a:cs typeface="Verdana"/>
                <a:sym typeface="Verdana"/>
              </a:rPr>
              <a:t>UR</a:t>
            </a:r>
            <a:r>
              <a:rPr b="0" i="0" lang="en-US" sz="1350" u="none" cap="none" strike="noStrike">
                <a:solidFill>
                  <a:srgbClr val="696A6D"/>
                </a:solidFill>
                <a:latin typeface="Verdana"/>
                <a:ea typeface="Verdana"/>
                <a:cs typeface="Verdana"/>
                <a:sym typeface="Verdana"/>
              </a:rPr>
              <a:t>B</a:t>
            </a:r>
            <a:r>
              <a:rPr b="0" i="0" lang="en-US" sz="1350" u="none" cap="none" strike="noStrike">
                <a:solidFill>
                  <a:srgbClr val="231F20"/>
                </a:solidFill>
                <a:latin typeface="Verdana"/>
                <a:ea typeface="Verdana"/>
                <a:cs typeface="Verdana"/>
                <a:sym typeface="Verdana"/>
              </a:rPr>
              <a:t>-50</a:t>
            </a:r>
            <a:endParaRPr b="0" i="0" sz="1350" u="none" cap="none" strike="noStrike">
              <a:solidFill>
                <a:srgbClr val="000000"/>
              </a:solidFill>
              <a:latin typeface="Verdana"/>
              <a:ea typeface="Verdana"/>
              <a:cs typeface="Verdana"/>
              <a:sym typeface="Verdana"/>
            </a:endParaRPr>
          </a:p>
        </p:txBody>
      </p:sp>
      <p:sp>
        <p:nvSpPr>
          <p:cNvPr id="115" name="Google Shape;115;p3"/>
          <p:cNvSpPr txBox="1"/>
          <p:nvPr/>
        </p:nvSpPr>
        <p:spPr>
          <a:xfrm>
            <a:off x="8283292" y="6703771"/>
            <a:ext cx="77914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5 </a:t>
            </a:r>
            <a:r>
              <a:rPr b="1" i="0" lang="en-US" sz="900" u="none" cap="none" strike="noStrike">
                <a:solidFill>
                  <a:srgbClr val="8ED8F8"/>
                </a:solidFill>
                <a:latin typeface="Arial"/>
                <a:ea typeface="Arial"/>
                <a:cs typeface="Arial"/>
                <a:sym typeface="Arial"/>
              </a:rPr>
              <a:t>ton </a:t>
            </a:r>
            <a:r>
              <a:rPr b="1" i="0" lang="en-US" sz="900" u="none" cap="none" strike="noStrike">
                <a:solidFill>
                  <a:srgbClr val="FFFFFF"/>
                </a:solidFill>
                <a:latin typeface="Arial"/>
                <a:ea typeface="Arial"/>
                <a:cs typeface="Arial"/>
                <a:sym typeface="Arial"/>
              </a:rPr>
              <a:t>1 </a:t>
            </a:r>
            <a:r>
              <a:rPr b="1" i="0" lang="en-US" sz="900" u="none" cap="none" strike="noStrike">
                <a:solidFill>
                  <a:srgbClr val="8ED8F8"/>
                </a:solidFill>
                <a:latin typeface="Arial"/>
                <a:ea typeface="Arial"/>
                <a:cs typeface="Arial"/>
                <a:sym typeface="Arial"/>
              </a:rPr>
              <a:t>Batch</a:t>
            </a:r>
            <a:endParaRPr b="0" i="0" sz="900" u="none" cap="none" strike="noStrike">
              <a:solidFill>
                <a:srgbClr val="000000"/>
              </a:solidFill>
              <a:latin typeface="Arial"/>
              <a:ea typeface="Arial"/>
              <a:cs typeface="Arial"/>
              <a:sym typeface="Arial"/>
            </a:endParaRPr>
          </a:p>
        </p:txBody>
      </p:sp>
      <p:sp>
        <p:nvSpPr>
          <p:cNvPr id="116" name="Google Shape;116;p3"/>
          <p:cNvSpPr/>
          <p:nvPr/>
        </p:nvSpPr>
        <p:spPr>
          <a:xfrm>
            <a:off x="4587617" y="6796356"/>
            <a:ext cx="1029335" cy="156210"/>
          </a:xfrm>
          <a:custGeom>
            <a:rect b="b" l="l" r="r" t="t"/>
            <a:pathLst>
              <a:path extrusionOk="0" h="156209" w="1029335">
                <a:moveTo>
                  <a:pt x="1029017" y="0"/>
                </a:moveTo>
                <a:lnTo>
                  <a:pt x="0" y="0"/>
                </a:lnTo>
                <a:lnTo>
                  <a:pt x="67500" y="156133"/>
                </a:lnTo>
                <a:lnTo>
                  <a:pt x="1029017" y="156133"/>
                </a:lnTo>
                <a:lnTo>
                  <a:pt x="102901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txBox="1"/>
          <p:nvPr/>
        </p:nvSpPr>
        <p:spPr>
          <a:xfrm>
            <a:off x="5647716" y="6755433"/>
            <a:ext cx="677545" cy="2311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231F20"/>
                </a:solidFill>
                <a:latin typeface="Verdana"/>
                <a:ea typeface="Verdana"/>
                <a:cs typeface="Verdana"/>
                <a:sym typeface="Verdana"/>
              </a:rPr>
              <a:t>UR</a:t>
            </a:r>
            <a:r>
              <a:rPr b="0" i="0" lang="en-US" sz="1350" u="none" cap="none" strike="noStrike">
                <a:solidFill>
                  <a:srgbClr val="696A6D"/>
                </a:solidFill>
                <a:latin typeface="Verdana"/>
                <a:ea typeface="Verdana"/>
                <a:cs typeface="Verdana"/>
                <a:sym typeface="Verdana"/>
              </a:rPr>
              <a:t>T</a:t>
            </a:r>
            <a:r>
              <a:rPr b="0" i="0" lang="en-US" sz="1350" u="none" cap="none" strike="noStrike">
                <a:solidFill>
                  <a:srgbClr val="231F20"/>
                </a:solidFill>
                <a:latin typeface="Verdana"/>
                <a:ea typeface="Verdana"/>
                <a:cs typeface="Verdana"/>
                <a:sym typeface="Verdana"/>
              </a:rPr>
              <a:t>-10</a:t>
            </a:r>
            <a:endParaRPr b="0" i="0" sz="1350" u="none" cap="none" strike="noStrike">
              <a:solidFill>
                <a:srgbClr val="000000"/>
              </a:solidFill>
              <a:latin typeface="Verdana"/>
              <a:ea typeface="Verdana"/>
              <a:cs typeface="Verdana"/>
              <a:sym typeface="Verdana"/>
            </a:endParaRPr>
          </a:p>
        </p:txBody>
      </p:sp>
      <p:sp>
        <p:nvSpPr>
          <p:cNvPr id="118" name="Google Shape;118;p3"/>
          <p:cNvSpPr txBox="1"/>
          <p:nvPr/>
        </p:nvSpPr>
        <p:spPr>
          <a:xfrm>
            <a:off x="4805384" y="6793771"/>
            <a:ext cx="77914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1 </a:t>
            </a:r>
            <a:r>
              <a:rPr b="1" i="0" lang="en-US" sz="900" u="none" cap="none" strike="noStrike">
                <a:solidFill>
                  <a:srgbClr val="8ED8F8"/>
                </a:solidFill>
                <a:latin typeface="Arial"/>
                <a:ea typeface="Arial"/>
                <a:cs typeface="Arial"/>
                <a:sym typeface="Arial"/>
              </a:rPr>
              <a:t>ton </a:t>
            </a:r>
            <a:r>
              <a:rPr b="1" i="0" lang="en-US" sz="900" u="none" cap="none" strike="noStrike">
                <a:solidFill>
                  <a:srgbClr val="FFFFFF"/>
                </a:solidFill>
                <a:latin typeface="Arial"/>
                <a:ea typeface="Arial"/>
                <a:cs typeface="Arial"/>
                <a:sym typeface="Arial"/>
              </a:rPr>
              <a:t>1 </a:t>
            </a:r>
            <a:r>
              <a:rPr b="1" i="0" lang="en-US" sz="900" u="none" cap="none" strike="noStrike">
                <a:solidFill>
                  <a:srgbClr val="8ED8F8"/>
                </a:solidFill>
                <a:latin typeface="Arial"/>
                <a:ea typeface="Arial"/>
                <a:cs typeface="Arial"/>
                <a:sym typeface="Arial"/>
              </a:rPr>
              <a:t>Batch</a:t>
            </a:r>
            <a:endParaRPr b="0" i="0" sz="900" u="none" cap="none" strike="noStrike">
              <a:solidFill>
                <a:srgbClr val="000000"/>
              </a:solidFill>
              <a:latin typeface="Arial"/>
              <a:ea typeface="Arial"/>
              <a:cs typeface="Arial"/>
              <a:sym typeface="Arial"/>
            </a:endParaRPr>
          </a:p>
        </p:txBody>
      </p:sp>
      <p:sp>
        <p:nvSpPr>
          <p:cNvPr id="119" name="Google Shape;119;p3"/>
          <p:cNvSpPr/>
          <p:nvPr/>
        </p:nvSpPr>
        <p:spPr>
          <a:xfrm>
            <a:off x="3849606" y="5242226"/>
            <a:ext cx="1029335" cy="156210"/>
          </a:xfrm>
          <a:custGeom>
            <a:rect b="b" l="l" r="r" t="t"/>
            <a:pathLst>
              <a:path extrusionOk="0" h="156210" w="1029335">
                <a:moveTo>
                  <a:pt x="1029017" y="0"/>
                </a:moveTo>
                <a:lnTo>
                  <a:pt x="0" y="0"/>
                </a:lnTo>
                <a:lnTo>
                  <a:pt x="67500" y="156133"/>
                </a:lnTo>
                <a:lnTo>
                  <a:pt x="1029017" y="156133"/>
                </a:lnTo>
                <a:lnTo>
                  <a:pt x="102901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5022346" y="5201302"/>
            <a:ext cx="827405" cy="2311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231F20"/>
                </a:solidFill>
                <a:latin typeface="Verdana"/>
                <a:ea typeface="Verdana"/>
                <a:cs typeface="Verdana"/>
                <a:sym typeface="Verdana"/>
              </a:rPr>
              <a:t>UR</a:t>
            </a:r>
            <a:r>
              <a:rPr b="0" i="0" lang="en-US" sz="1350" u="none" cap="none" strike="noStrike">
                <a:solidFill>
                  <a:srgbClr val="696A6D"/>
                </a:solidFill>
                <a:latin typeface="Verdana"/>
                <a:ea typeface="Verdana"/>
                <a:cs typeface="Verdana"/>
                <a:sym typeface="Verdana"/>
              </a:rPr>
              <a:t>C</a:t>
            </a:r>
            <a:r>
              <a:rPr b="0" i="0" lang="en-US" sz="1350" u="none" cap="none" strike="noStrike">
                <a:solidFill>
                  <a:srgbClr val="231F20"/>
                </a:solidFill>
                <a:latin typeface="Verdana"/>
                <a:ea typeface="Verdana"/>
                <a:cs typeface="Verdana"/>
                <a:sym typeface="Verdana"/>
              </a:rPr>
              <a:t>-400</a:t>
            </a:r>
            <a:endParaRPr b="0" i="0" sz="1350" u="none" cap="none" strike="noStrike">
              <a:solidFill>
                <a:srgbClr val="000000"/>
              </a:solidFill>
              <a:latin typeface="Verdana"/>
              <a:ea typeface="Verdana"/>
              <a:cs typeface="Verdana"/>
              <a:sym typeface="Verdana"/>
            </a:endParaRPr>
          </a:p>
        </p:txBody>
      </p:sp>
      <p:sp>
        <p:nvSpPr>
          <p:cNvPr id="121" name="Google Shape;121;p3"/>
          <p:cNvSpPr txBox="1"/>
          <p:nvPr/>
        </p:nvSpPr>
        <p:spPr>
          <a:xfrm>
            <a:off x="2102299" y="6874018"/>
            <a:ext cx="11963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 Mt batch system Stationary Type</a:t>
            </a:r>
            <a:endParaRPr b="0" i="0" sz="600" u="none" cap="none" strike="noStrike">
              <a:solidFill>
                <a:srgbClr val="000000"/>
              </a:solidFill>
              <a:latin typeface="Arial"/>
              <a:ea typeface="Arial"/>
              <a:cs typeface="Arial"/>
              <a:sym typeface="Arial"/>
            </a:endParaRPr>
          </a:p>
        </p:txBody>
      </p:sp>
      <p:sp>
        <p:nvSpPr>
          <p:cNvPr id="122" name="Google Shape;122;p3"/>
          <p:cNvSpPr txBox="1"/>
          <p:nvPr/>
        </p:nvSpPr>
        <p:spPr>
          <a:xfrm>
            <a:off x="5034499" y="3651985"/>
            <a:ext cx="30988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1" i="0" lang="en-US" sz="400" u="none" cap="none" strike="noStrike">
                <a:solidFill>
                  <a:srgbClr val="8ED8F8"/>
                </a:solidFill>
                <a:latin typeface="Arial"/>
                <a:ea typeface="Arial"/>
                <a:cs typeface="Arial"/>
                <a:sym typeface="Arial"/>
              </a:rPr>
              <a:t>Continuous</a:t>
            </a:r>
            <a:endParaRPr b="0" i="0" sz="400" u="none" cap="none" strike="noStrike">
              <a:solidFill>
                <a:srgbClr val="000000"/>
              </a:solidFill>
              <a:latin typeface="Arial"/>
              <a:ea typeface="Arial"/>
              <a:cs typeface="Arial"/>
              <a:sym typeface="Arial"/>
            </a:endParaRPr>
          </a:p>
        </p:txBody>
      </p:sp>
      <p:sp>
        <p:nvSpPr>
          <p:cNvPr id="123" name="Google Shape;123;p3"/>
          <p:cNvSpPr txBox="1"/>
          <p:nvPr/>
        </p:nvSpPr>
        <p:spPr>
          <a:xfrm>
            <a:off x="4642474" y="3639285"/>
            <a:ext cx="60452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40 </a:t>
            </a:r>
            <a:r>
              <a:rPr b="1" i="0" lang="en-US" sz="900" u="none" cap="none" strike="noStrike">
                <a:solidFill>
                  <a:srgbClr val="8ED8F8"/>
                </a:solidFill>
                <a:latin typeface="Arial"/>
                <a:ea typeface="Arial"/>
                <a:cs typeface="Arial"/>
                <a:sym typeface="Arial"/>
              </a:rPr>
              <a:t>ton </a:t>
            </a:r>
            <a:r>
              <a:rPr b="1" i="0" lang="en-US" sz="400" u="none" cap="none" strike="noStrike">
                <a:solidFill>
                  <a:srgbClr val="8ED8F8"/>
                </a:solidFill>
                <a:latin typeface="Arial"/>
                <a:ea typeface="Arial"/>
                <a:cs typeface="Arial"/>
                <a:sym typeface="Arial"/>
              </a:rPr>
              <a:t>Process</a:t>
            </a:r>
            <a:endParaRPr b="0" i="0" sz="400" u="none" cap="none" strike="noStrike">
              <a:solidFill>
                <a:srgbClr val="000000"/>
              </a:solidFill>
              <a:latin typeface="Arial"/>
              <a:ea typeface="Arial"/>
              <a:cs typeface="Arial"/>
              <a:sym typeface="Arial"/>
            </a:endParaRPr>
          </a:p>
        </p:txBody>
      </p:sp>
      <p:sp>
        <p:nvSpPr>
          <p:cNvPr id="124" name="Google Shape;124;p3"/>
          <p:cNvSpPr txBox="1"/>
          <p:nvPr/>
        </p:nvSpPr>
        <p:spPr>
          <a:xfrm>
            <a:off x="4120221" y="5193511"/>
            <a:ext cx="752475" cy="200660"/>
          </a:xfrm>
          <a:prstGeom prst="rect">
            <a:avLst/>
          </a:prstGeom>
          <a:noFill/>
          <a:ln>
            <a:noFill/>
          </a:ln>
        </p:spPr>
        <p:txBody>
          <a:bodyPr anchorCtr="0" anchor="t" bIns="0" lIns="0" spcFirstLastPara="1" rIns="0" wrap="square" tIns="12700">
            <a:spAutoFit/>
          </a:bodyPr>
          <a:lstStyle/>
          <a:p>
            <a:pPr indent="0" lvl="0" marL="38100" marR="0" rtl="0" algn="l">
              <a:lnSpc>
                <a:spcPct val="73333"/>
              </a:lnSpc>
              <a:spcBef>
                <a:spcPts val="0"/>
              </a:spcBef>
              <a:spcAft>
                <a:spcPts val="0"/>
              </a:spcAft>
              <a:buClr>
                <a:srgbClr val="000000"/>
              </a:buClr>
              <a:buSzPts val="1350"/>
              <a:buFont typeface="Arial"/>
              <a:buNone/>
            </a:pPr>
            <a:r>
              <a:rPr b="1" baseline="-25000" i="0" lang="en-US" sz="1350" u="none" cap="none" strike="noStrike">
                <a:solidFill>
                  <a:srgbClr val="FFFFFF"/>
                </a:solidFill>
                <a:latin typeface="Arial"/>
                <a:ea typeface="Arial"/>
                <a:cs typeface="Arial"/>
                <a:sym typeface="Arial"/>
              </a:rPr>
              <a:t>40 </a:t>
            </a:r>
            <a:r>
              <a:rPr b="1" baseline="-25000" i="0" lang="en-US" sz="1350" u="none" cap="none" strike="noStrike">
                <a:solidFill>
                  <a:srgbClr val="8ED8F8"/>
                </a:solidFill>
                <a:latin typeface="Arial"/>
                <a:ea typeface="Arial"/>
                <a:cs typeface="Arial"/>
                <a:sym typeface="Arial"/>
              </a:rPr>
              <a:t>ton </a:t>
            </a:r>
            <a:r>
              <a:rPr b="1" i="0" lang="en-US" sz="400" u="none" cap="none" strike="noStrike">
                <a:solidFill>
                  <a:srgbClr val="8ED8F8"/>
                </a:solidFill>
                <a:latin typeface="Arial"/>
                <a:ea typeface="Arial"/>
                <a:cs typeface="Arial"/>
                <a:sym typeface="Arial"/>
              </a:rPr>
              <a:t>Continuous</a:t>
            </a:r>
            <a:endParaRPr b="0" i="0" sz="400" u="none" cap="none" strike="noStrike">
              <a:solidFill>
                <a:srgbClr val="000000"/>
              </a:solidFill>
              <a:latin typeface="Arial"/>
              <a:ea typeface="Arial"/>
              <a:cs typeface="Arial"/>
              <a:sym typeface="Arial"/>
            </a:endParaRPr>
          </a:p>
          <a:p>
            <a:pPr indent="0" lvl="0" marL="429894" marR="0" rtl="0" algn="l">
              <a:lnSpc>
                <a:spcPct val="97500"/>
              </a:lnSpc>
              <a:spcBef>
                <a:spcPts val="0"/>
              </a:spcBef>
              <a:spcAft>
                <a:spcPts val="0"/>
              </a:spcAft>
              <a:buClr>
                <a:srgbClr val="000000"/>
              </a:buClr>
              <a:buSzPts val="400"/>
              <a:buFont typeface="Arial"/>
              <a:buNone/>
            </a:pPr>
            <a:r>
              <a:rPr b="1" i="0" lang="en-US" sz="400" u="none" cap="none" strike="noStrike">
                <a:solidFill>
                  <a:srgbClr val="8ED8F8"/>
                </a:solidFill>
                <a:latin typeface="Arial"/>
                <a:ea typeface="Arial"/>
                <a:cs typeface="Arial"/>
                <a:sym typeface="Arial"/>
              </a:rPr>
              <a:t>Process</a:t>
            </a:r>
            <a:endParaRPr b="0" i="0" sz="400" u="none" cap="none" strike="noStrike">
              <a:solidFill>
                <a:srgbClr val="000000"/>
              </a:solidFill>
              <a:latin typeface="Arial"/>
              <a:ea typeface="Arial"/>
              <a:cs typeface="Arial"/>
              <a:sym typeface="Arial"/>
            </a:endParaRPr>
          </a:p>
        </p:txBody>
      </p:sp>
      <p:sp>
        <p:nvSpPr>
          <p:cNvPr id="125" name="Google Shape;125;p3"/>
          <p:cNvSpPr/>
          <p:nvPr/>
        </p:nvSpPr>
        <p:spPr>
          <a:xfrm>
            <a:off x="7903525" y="4074727"/>
            <a:ext cx="1029335" cy="156210"/>
          </a:xfrm>
          <a:custGeom>
            <a:rect b="b" l="l" r="r" t="t"/>
            <a:pathLst>
              <a:path extrusionOk="0" h="156210" w="1029334">
                <a:moveTo>
                  <a:pt x="1029017" y="0"/>
                </a:moveTo>
                <a:lnTo>
                  <a:pt x="0" y="0"/>
                </a:lnTo>
                <a:lnTo>
                  <a:pt x="67500" y="156133"/>
                </a:lnTo>
                <a:lnTo>
                  <a:pt x="1029017" y="156133"/>
                </a:lnTo>
                <a:lnTo>
                  <a:pt x="102901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txBox="1"/>
          <p:nvPr/>
        </p:nvSpPr>
        <p:spPr>
          <a:xfrm>
            <a:off x="8973566" y="4033805"/>
            <a:ext cx="929640" cy="2311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231F20"/>
                </a:solidFill>
                <a:latin typeface="Verdana"/>
                <a:ea typeface="Verdana"/>
                <a:cs typeface="Verdana"/>
                <a:sym typeface="Verdana"/>
              </a:rPr>
              <a:t>UR</a:t>
            </a:r>
            <a:r>
              <a:rPr b="0" i="0" lang="en-US" sz="1350" u="none" cap="none" strike="noStrike">
                <a:solidFill>
                  <a:srgbClr val="696A6D"/>
                </a:solidFill>
                <a:latin typeface="Verdana"/>
                <a:ea typeface="Verdana"/>
                <a:cs typeface="Verdana"/>
                <a:sym typeface="Verdana"/>
              </a:rPr>
              <a:t>C</a:t>
            </a:r>
            <a:r>
              <a:rPr b="0" i="0" lang="en-US" sz="1350" u="none" cap="none" strike="noStrike">
                <a:solidFill>
                  <a:srgbClr val="231F20"/>
                </a:solidFill>
                <a:latin typeface="Verdana"/>
                <a:ea typeface="Verdana"/>
                <a:cs typeface="Verdana"/>
                <a:sym typeface="Verdana"/>
              </a:rPr>
              <a:t>-1000</a:t>
            </a:r>
            <a:endParaRPr b="0" i="0" sz="1350" u="none" cap="none" strike="noStrike">
              <a:solidFill>
                <a:srgbClr val="000000"/>
              </a:solidFill>
              <a:latin typeface="Verdana"/>
              <a:ea typeface="Verdana"/>
              <a:cs typeface="Verdana"/>
              <a:sym typeface="Verdana"/>
            </a:endParaRPr>
          </a:p>
        </p:txBody>
      </p:sp>
      <p:sp>
        <p:nvSpPr>
          <p:cNvPr id="127" name="Google Shape;127;p3"/>
          <p:cNvSpPr txBox="1"/>
          <p:nvPr/>
        </p:nvSpPr>
        <p:spPr>
          <a:xfrm>
            <a:off x="8573381" y="4084267"/>
            <a:ext cx="30988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1" i="0" lang="en-US" sz="400" u="none" cap="none" strike="noStrike">
                <a:solidFill>
                  <a:srgbClr val="8ED8F8"/>
                </a:solidFill>
                <a:latin typeface="Arial"/>
                <a:ea typeface="Arial"/>
                <a:cs typeface="Arial"/>
                <a:sym typeface="Arial"/>
              </a:rPr>
              <a:t>Continuous</a:t>
            </a:r>
            <a:endParaRPr b="0" i="0" sz="400" u="none" cap="none" strike="noStrike">
              <a:solidFill>
                <a:srgbClr val="000000"/>
              </a:solidFill>
              <a:latin typeface="Arial"/>
              <a:ea typeface="Arial"/>
              <a:cs typeface="Arial"/>
              <a:sym typeface="Arial"/>
            </a:endParaRPr>
          </a:p>
        </p:txBody>
      </p:sp>
      <p:sp>
        <p:nvSpPr>
          <p:cNvPr id="128" name="Google Shape;128;p3"/>
          <p:cNvSpPr txBox="1"/>
          <p:nvPr/>
        </p:nvSpPr>
        <p:spPr>
          <a:xfrm>
            <a:off x="8118055" y="4072142"/>
            <a:ext cx="66738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100 </a:t>
            </a:r>
            <a:r>
              <a:rPr b="1" i="0" lang="en-US" sz="900" u="none" cap="none" strike="noStrike">
                <a:solidFill>
                  <a:srgbClr val="8ED8F8"/>
                </a:solidFill>
                <a:latin typeface="Arial"/>
                <a:ea typeface="Arial"/>
                <a:cs typeface="Arial"/>
                <a:sym typeface="Arial"/>
              </a:rPr>
              <a:t>ton </a:t>
            </a:r>
            <a:r>
              <a:rPr b="1" i="0" lang="en-US" sz="400" u="none" cap="none" strike="noStrike">
                <a:solidFill>
                  <a:srgbClr val="8ED8F8"/>
                </a:solidFill>
                <a:latin typeface="Arial"/>
                <a:ea typeface="Arial"/>
                <a:cs typeface="Arial"/>
                <a:sym typeface="Arial"/>
              </a:rPr>
              <a:t>Process</a:t>
            </a:r>
            <a:endParaRPr b="0" i="0" sz="400" u="none" cap="none" strike="noStrike">
              <a:solidFill>
                <a:srgbClr val="000000"/>
              </a:solidFill>
              <a:latin typeface="Arial"/>
              <a:ea typeface="Arial"/>
              <a:cs typeface="Arial"/>
              <a:sym typeface="Arial"/>
            </a:endParaRPr>
          </a:p>
        </p:txBody>
      </p:sp>
      <p:sp>
        <p:nvSpPr>
          <p:cNvPr id="129" name="Google Shape;129;p3"/>
          <p:cNvSpPr/>
          <p:nvPr/>
        </p:nvSpPr>
        <p:spPr>
          <a:xfrm>
            <a:off x="7990092" y="2142395"/>
            <a:ext cx="1029335" cy="156210"/>
          </a:xfrm>
          <a:custGeom>
            <a:rect b="b" l="l" r="r" t="t"/>
            <a:pathLst>
              <a:path extrusionOk="0" h="156210" w="1029334">
                <a:moveTo>
                  <a:pt x="1029030" y="0"/>
                </a:moveTo>
                <a:lnTo>
                  <a:pt x="0" y="0"/>
                </a:lnTo>
                <a:lnTo>
                  <a:pt x="67500" y="156133"/>
                </a:lnTo>
                <a:lnTo>
                  <a:pt x="1029030" y="156133"/>
                </a:lnTo>
                <a:lnTo>
                  <a:pt x="1029030"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9050194" y="2101472"/>
            <a:ext cx="939800" cy="2311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231F20"/>
                </a:solidFill>
                <a:latin typeface="Verdana"/>
                <a:ea typeface="Verdana"/>
                <a:cs typeface="Verdana"/>
                <a:sym typeface="Verdana"/>
              </a:rPr>
              <a:t>UR</a:t>
            </a:r>
            <a:r>
              <a:rPr b="0" i="0" lang="en-US" sz="1350" u="none" cap="none" strike="noStrike">
                <a:solidFill>
                  <a:srgbClr val="696A6D"/>
                </a:solidFill>
                <a:latin typeface="Verdana"/>
                <a:ea typeface="Verdana"/>
                <a:cs typeface="Verdana"/>
                <a:sym typeface="Verdana"/>
              </a:rPr>
              <a:t>C</a:t>
            </a:r>
            <a:r>
              <a:rPr b="0" i="0" lang="en-US" sz="1350" u="none" cap="none" strike="noStrike">
                <a:solidFill>
                  <a:srgbClr val="231F20"/>
                </a:solidFill>
                <a:latin typeface="Verdana"/>
                <a:ea typeface="Verdana"/>
                <a:cs typeface="Verdana"/>
                <a:sym typeface="Verdana"/>
              </a:rPr>
              <a:t>-2000</a:t>
            </a:r>
            <a:endParaRPr b="0" i="0" sz="1350" u="none" cap="none" strike="noStrike">
              <a:solidFill>
                <a:srgbClr val="000000"/>
              </a:solidFill>
              <a:latin typeface="Verdana"/>
              <a:ea typeface="Verdana"/>
              <a:cs typeface="Verdana"/>
              <a:sym typeface="Verdana"/>
            </a:endParaRPr>
          </a:p>
        </p:txBody>
      </p:sp>
      <p:sp>
        <p:nvSpPr>
          <p:cNvPr id="131" name="Google Shape;131;p3"/>
          <p:cNvSpPr txBox="1"/>
          <p:nvPr/>
        </p:nvSpPr>
        <p:spPr>
          <a:xfrm>
            <a:off x="8111173" y="2139810"/>
            <a:ext cx="56959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200 </a:t>
            </a:r>
            <a:r>
              <a:rPr b="1" i="0" lang="en-US" sz="900" u="none" cap="none" strike="noStrike">
                <a:solidFill>
                  <a:srgbClr val="8ED8F8"/>
                </a:solidFill>
                <a:latin typeface="Arial"/>
                <a:ea typeface="Arial"/>
                <a:cs typeface="Arial"/>
                <a:sym typeface="Arial"/>
              </a:rPr>
              <a:t>ton </a:t>
            </a:r>
            <a:r>
              <a:rPr b="1" i="0" lang="en-US" sz="900" u="none" cap="none" strike="noStrike">
                <a:solidFill>
                  <a:srgbClr val="FFFFFF"/>
                </a:solidFill>
                <a:latin typeface="Arial"/>
                <a:ea typeface="Arial"/>
                <a:cs typeface="Arial"/>
                <a:sym typeface="Arial"/>
              </a:rPr>
              <a:t>7</a:t>
            </a:r>
            <a:endParaRPr b="0" i="0" sz="900" u="none" cap="none" strike="noStrike">
              <a:solidFill>
                <a:srgbClr val="000000"/>
              </a:solidFill>
              <a:latin typeface="Arial"/>
              <a:ea typeface="Arial"/>
              <a:cs typeface="Arial"/>
              <a:sym typeface="Arial"/>
            </a:endParaRPr>
          </a:p>
        </p:txBody>
      </p:sp>
      <p:sp>
        <p:nvSpPr>
          <p:cNvPr id="132" name="Google Shape;132;p3"/>
          <p:cNvSpPr txBox="1"/>
          <p:nvPr/>
        </p:nvSpPr>
        <p:spPr>
          <a:xfrm>
            <a:off x="8686133" y="2156429"/>
            <a:ext cx="309880" cy="137160"/>
          </a:xfrm>
          <a:prstGeom prst="rect">
            <a:avLst/>
          </a:prstGeom>
          <a:noFill/>
          <a:ln>
            <a:noFill/>
          </a:ln>
        </p:spPr>
        <p:txBody>
          <a:bodyPr anchorCtr="0" anchor="t" bIns="0" lIns="0" spcFirstLastPara="1" rIns="0" wrap="square" tIns="22850">
            <a:spAutoFit/>
          </a:bodyPr>
          <a:lstStyle/>
          <a:p>
            <a:pPr indent="0" lvl="0" marL="12700" marR="5080" rtl="0" algn="l">
              <a:lnSpc>
                <a:spcPct val="100000"/>
              </a:lnSpc>
              <a:spcBef>
                <a:spcPts val="0"/>
              </a:spcBef>
              <a:spcAft>
                <a:spcPts val="0"/>
              </a:spcAft>
              <a:buClr>
                <a:srgbClr val="000000"/>
              </a:buClr>
              <a:buSzPts val="400"/>
              <a:buFont typeface="Arial"/>
              <a:buNone/>
            </a:pPr>
            <a:r>
              <a:rPr b="1" i="0" lang="en-US" sz="400" u="none" cap="none" strike="noStrike">
                <a:solidFill>
                  <a:srgbClr val="8ED8F8"/>
                </a:solidFill>
                <a:latin typeface="Arial"/>
                <a:ea typeface="Arial"/>
                <a:cs typeface="Arial"/>
                <a:sym typeface="Arial"/>
              </a:rPr>
              <a:t>Continuous Process</a:t>
            </a:r>
            <a:endParaRPr b="0" i="0" sz="400" u="none" cap="none" strike="noStrike">
              <a:solidFill>
                <a:srgbClr val="000000"/>
              </a:solidFill>
              <a:latin typeface="Arial"/>
              <a:ea typeface="Arial"/>
              <a:cs typeface="Arial"/>
              <a:sym typeface="Arial"/>
            </a:endParaRPr>
          </a:p>
        </p:txBody>
      </p:sp>
      <p:sp>
        <p:nvSpPr>
          <p:cNvPr id="133" name="Google Shape;133;p3"/>
          <p:cNvSpPr/>
          <p:nvPr/>
        </p:nvSpPr>
        <p:spPr>
          <a:xfrm>
            <a:off x="1362494" y="6692633"/>
            <a:ext cx="1029335" cy="156210"/>
          </a:xfrm>
          <a:custGeom>
            <a:rect b="b" l="l" r="r" t="t"/>
            <a:pathLst>
              <a:path extrusionOk="0" h="156209" w="1029335">
                <a:moveTo>
                  <a:pt x="1029017" y="0"/>
                </a:moveTo>
                <a:lnTo>
                  <a:pt x="0" y="0"/>
                </a:lnTo>
                <a:lnTo>
                  <a:pt x="67500" y="156133"/>
                </a:lnTo>
                <a:lnTo>
                  <a:pt x="1029017" y="156133"/>
                </a:lnTo>
                <a:lnTo>
                  <a:pt x="102901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txBox="1"/>
          <p:nvPr/>
        </p:nvSpPr>
        <p:spPr>
          <a:xfrm>
            <a:off x="2422593" y="6651708"/>
            <a:ext cx="701675" cy="2311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231F20"/>
                </a:solidFill>
                <a:latin typeface="Verdana"/>
                <a:ea typeface="Verdana"/>
                <a:cs typeface="Verdana"/>
                <a:sym typeface="Verdana"/>
              </a:rPr>
              <a:t>UR</a:t>
            </a:r>
            <a:r>
              <a:rPr b="0" i="0" lang="en-US" sz="1350" u="none" cap="none" strike="noStrike">
                <a:solidFill>
                  <a:srgbClr val="696A6D"/>
                </a:solidFill>
                <a:latin typeface="Verdana"/>
                <a:ea typeface="Verdana"/>
                <a:cs typeface="Verdana"/>
                <a:sym typeface="Verdana"/>
              </a:rPr>
              <a:t>B</a:t>
            </a:r>
            <a:r>
              <a:rPr b="0" i="0" lang="en-US" sz="1350" u="none" cap="none" strike="noStrike">
                <a:solidFill>
                  <a:srgbClr val="231F20"/>
                </a:solidFill>
                <a:latin typeface="Verdana"/>
                <a:ea typeface="Verdana"/>
                <a:cs typeface="Verdana"/>
                <a:sym typeface="Verdana"/>
              </a:rPr>
              <a:t>-10</a:t>
            </a:r>
            <a:endParaRPr b="0" i="0" sz="1350" u="none" cap="none" strike="noStrike">
              <a:solidFill>
                <a:srgbClr val="000000"/>
              </a:solidFill>
              <a:latin typeface="Verdana"/>
              <a:ea typeface="Verdana"/>
              <a:cs typeface="Verdana"/>
              <a:sym typeface="Verdana"/>
            </a:endParaRPr>
          </a:p>
        </p:txBody>
      </p:sp>
      <p:sp>
        <p:nvSpPr>
          <p:cNvPr id="135" name="Google Shape;135;p3"/>
          <p:cNvSpPr txBox="1"/>
          <p:nvPr/>
        </p:nvSpPr>
        <p:spPr>
          <a:xfrm>
            <a:off x="1580261" y="6690045"/>
            <a:ext cx="77914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1 </a:t>
            </a:r>
            <a:r>
              <a:rPr b="1" i="0" lang="en-US" sz="900" u="none" cap="none" strike="noStrike">
                <a:solidFill>
                  <a:srgbClr val="8ED8F8"/>
                </a:solidFill>
                <a:latin typeface="Arial"/>
                <a:ea typeface="Arial"/>
                <a:cs typeface="Arial"/>
                <a:sym typeface="Arial"/>
              </a:rPr>
              <a:t>ton </a:t>
            </a:r>
            <a:r>
              <a:rPr b="1" i="0" lang="en-US" sz="900" u="none" cap="none" strike="noStrike">
                <a:solidFill>
                  <a:srgbClr val="FFFFFF"/>
                </a:solidFill>
                <a:latin typeface="Arial"/>
                <a:ea typeface="Arial"/>
                <a:cs typeface="Arial"/>
                <a:sym typeface="Arial"/>
              </a:rPr>
              <a:t>1 </a:t>
            </a:r>
            <a:r>
              <a:rPr b="1" i="0" lang="en-US" sz="900" u="none" cap="none" strike="noStrike">
                <a:solidFill>
                  <a:srgbClr val="8ED8F8"/>
                </a:solidFill>
                <a:latin typeface="Arial"/>
                <a:ea typeface="Arial"/>
                <a:cs typeface="Arial"/>
                <a:sym typeface="Arial"/>
              </a:rPr>
              <a:t>Batch</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9" name="Shape 139"/>
        <p:cNvGrpSpPr/>
        <p:nvPr/>
      </p:nvGrpSpPr>
      <p:grpSpPr>
        <a:xfrm>
          <a:off x="0" y="0"/>
          <a:ext cx="0" cy="0"/>
          <a:chOff x="0" y="0"/>
          <a:chExt cx="0" cy="0"/>
        </a:xfrm>
      </p:grpSpPr>
      <p:grpSp>
        <p:nvGrpSpPr>
          <p:cNvPr id="140" name="Google Shape;140;p4"/>
          <p:cNvGrpSpPr/>
          <p:nvPr/>
        </p:nvGrpSpPr>
        <p:grpSpPr>
          <a:xfrm>
            <a:off x="792863" y="783382"/>
            <a:ext cx="9447328" cy="4282738"/>
            <a:chOff x="792863" y="783382"/>
            <a:chExt cx="9447328" cy="4282738"/>
          </a:xfrm>
        </p:grpSpPr>
        <p:pic>
          <p:nvPicPr>
            <p:cNvPr id="141" name="Google Shape;141;p4"/>
            <p:cNvPicPr preferRelativeResize="0"/>
            <p:nvPr/>
          </p:nvPicPr>
          <p:blipFill rotWithShape="1">
            <a:blip r:embed="rId3">
              <a:alphaModFix/>
            </a:blip>
            <a:srcRect b="0" l="0" r="0" t="0"/>
            <a:stretch/>
          </p:blipFill>
          <p:spPr>
            <a:xfrm>
              <a:off x="804381" y="1410166"/>
              <a:ext cx="9435810" cy="3655954"/>
            </a:xfrm>
            <a:prstGeom prst="rect">
              <a:avLst/>
            </a:prstGeom>
            <a:noFill/>
            <a:ln>
              <a:noFill/>
            </a:ln>
          </p:spPr>
        </p:pic>
        <p:sp>
          <p:nvSpPr>
            <p:cNvPr id="142" name="Google Shape;142;p4"/>
            <p:cNvSpPr/>
            <p:nvPr/>
          </p:nvSpPr>
          <p:spPr>
            <a:xfrm>
              <a:off x="792863" y="783382"/>
              <a:ext cx="2058670" cy="312420"/>
            </a:xfrm>
            <a:custGeom>
              <a:rect b="b" l="l" r="r" t="t"/>
              <a:pathLst>
                <a:path extrusionOk="0" h="312419" w="2058670">
                  <a:moveTo>
                    <a:pt x="2058047" y="0"/>
                  </a:moveTo>
                  <a:lnTo>
                    <a:pt x="0" y="0"/>
                  </a:lnTo>
                  <a:lnTo>
                    <a:pt x="135001" y="312267"/>
                  </a:lnTo>
                  <a:lnTo>
                    <a:pt x="2058047" y="312267"/>
                  </a:lnTo>
                  <a:lnTo>
                    <a:pt x="205804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 name="Google Shape;143;p4"/>
          <p:cNvSpPr txBox="1"/>
          <p:nvPr/>
        </p:nvSpPr>
        <p:spPr>
          <a:xfrm>
            <a:off x="257299" y="7267585"/>
            <a:ext cx="306070"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4</a:t>
            </a:r>
            <a:endParaRPr b="0" i="0" sz="600" u="none" cap="none" strike="noStrike">
              <a:solidFill>
                <a:srgbClr val="000000"/>
              </a:solidFill>
              <a:latin typeface="Arial"/>
              <a:ea typeface="Arial"/>
              <a:cs typeface="Arial"/>
              <a:sym typeface="Arial"/>
            </a:endParaRPr>
          </a:p>
        </p:txBody>
      </p:sp>
      <p:sp>
        <p:nvSpPr>
          <p:cNvPr id="144" name="Google Shape;144;p4"/>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145" name="Google Shape;145;p4"/>
          <p:cNvSpPr txBox="1"/>
          <p:nvPr/>
        </p:nvSpPr>
        <p:spPr>
          <a:xfrm>
            <a:off x="942940" y="1088241"/>
            <a:ext cx="1854200" cy="4368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700"/>
              <a:buFont typeface="Arial"/>
              <a:buNone/>
            </a:pPr>
            <a:r>
              <a:rPr b="0" i="0" lang="en-US" sz="2700" u="none" cap="none" strike="noStrike">
                <a:solidFill>
                  <a:srgbClr val="231F20"/>
                </a:solidFill>
                <a:latin typeface="Verdana"/>
                <a:ea typeface="Verdana"/>
                <a:cs typeface="Verdana"/>
                <a:sym typeface="Verdana"/>
              </a:rPr>
              <a:t>UR</a:t>
            </a:r>
            <a:r>
              <a:rPr b="0" i="0" lang="en-US" sz="2700" u="none" cap="none" strike="noStrike">
                <a:solidFill>
                  <a:srgbClr val="696A6D"/>
                </a:solidFill>
                <a:latin typeface="Verdana"/>
                <a:ea typeface="Verdana"/>
                <a:cs typeface="Verdana"/>
                <a:sym typeface="Verdana"/>
              </a:rPr>
              <a:t>C</a:t>
            </a:r>
            <a:r>
              <a:rPr b="0" i="0" lang="en-US" sz="2700" u="none" cap="none" strike="noStrike">
                <a:solidFill>
                  <a:srgbClr val="231F20"/>
                </a:solidFill>
                <a:latin typeface="Verdana"/>
                <a:ea typeface="Verdana"/>
                <a:cs typeface="Verdana"/>
                <a:sym typeface="Verdana"/>
              </a:rPr>
              <a:t>-2000</a:t>
            </a:r>
            <a:endParaRPr b="0" i="0" sz="2700" u="none" cap="none" strike="noStrike">
              <a:solidFill>
                <a:srgbClr val="000000"/>
              </a:solidFill>
              <a:latin typeface="Verdana"/>
              <a:ea typeface="Verdana"/>
              <a:cs typeface="Verdana"/>
              <a:sym typeface="Verdana"/>
            </a:endParaRPr>
          </a:p>
        </p:txBody>
      </p:sp>
      <p:grpSp>
        <p:nvGrpSpPr>
          <p:cNvPr id="146" name="Google Shape;146;p4"/>
          <p:cNvGrpSpPr/>
          <p:nvPr/>
        </p:nvGrpSpPr>
        <p:grpSpPr>
          <a:xfrm>
            <a:off x="1465744" y="778751"/>
            <a:ext cx="1500696" cy="1122680"/>
            <a:chOff x="1465744" y="778751"/>
            <a:chExt cx="1500696" cy="1122680"/>
          </a:xfrm>
        </p:grpSpPr>
        <p:sp>
          <p:nvSpPr>
            <p:cNvPr id="147" name="Google Shape;147;p4"/>
            <p:cNvSpPr/>
            <p:nvPr/>
          </p:nvSpPr>
          <p:spPr>
            <a:xfrm>
              <a:off x="2893415" y="778751"/>
              <a:ext cx="73025" cy="1122680"/>
            </a:xfrm>
            <a:custGeom>
              <a:rect b="b" l="l" r="r" t="t"/>
              <a:pathLst>
                <a:path extrusionOk="0" h="1122680" w="73025">
                  <a:moveTo>
                    <a:pt x="72948" y="0"/>
                  </a:moveTo>
                  <a:lnTo>
                    <a:pt x="0" y="0"/>
                  </a:lnTo>
                  <a:lnTo>
                    <a:pt x="0" y="1122057"/>
                  </a:lnTo>
                  <a:lnTo>
                    <a:pt x="72948" y="1122057"/>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8" name="Google Shape;148;p4"/>
            <p:cNvPicPr preferRelativeResize="0"/>
            <p:nvPr/>
          </p:nvPicPr>
          <p:blipFill rotWithShape="1">
            <a:blip r:embed="rId4">
              <a:alphaModFix/>
            </a:blip>
            <a:srcRect b="0" l="0" r="0" t="0"/>
            <a:stretch/>
          </p:blipFill>
          <p:spPr>
            <a:xfrm>
              <a:off x="1465744" y="1531658"/>
              <a:ext cx="286296" cy="284949"/>
            </a:xfrm>
            <a:prstGeom prst="rect">
              <a:avLst/>
            </a:prstGeom>
            <a:noFill/>
            <a:ln>
              <a:noFill/>
            </a:ln>
          </p:spPr>
        </p:pic>
        <p:sp>
          <p:nvSpPr>
            <p:cNvPr id="149" name="Google Shape;149;p4"/>
            <p:cNvSpPr/>
            <p:nvPr/>
          </p:nvSpPr>
          <p:spPr>
            <a:xfrm>
              <a:off x="1465752"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0" name="Google Shape;150;p4"/>
            <p:cNvPicPr preferRelativeResize="0"/>
            <p:nvPr/>
          </p:nvPicPr>
          <p:blipFill rotWithShape="1">
            <a:blip r:embed="rId5">
              <a:alphaModFix/>
            </a:blip>
            <a:srcRect b="0" l="0" r="0" t="0"/>
            <a:stretch/>
          </p:blipFill>
          <p:spPr>
            <a:xfrm>
              <a:off x="1551104" y="1589524"/>
              <a:ext cx="116585" cy="140601"/>
            </a:xfrm>
            <a:prstGeom prst="rect">
              <a:avLst/>
            </a:prstGeom>
            <a:noFill/>
            <a:ln>
              <a:noFill/>
            </a:ln>
          </p:spPr>
        </p:pic>
      </p:grpSp>
      <p:sp>
        <p:nvSpPr>
          <p:cNvPr id="151" name="Google Shape;151;p4"/>
          <p:cNvSpPr txBox="1"/>
          <p:nvPr/>
        </p:nvSpPr>
        <p:spPr>
          <a:xfrm>
            <a:off x="1494364" y="1730846"/>
            <a:ext cx="2406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GENERAL</a:t>
            </a:r>
            <a:endParaRPr b="0" i="0" sz="350" u="none" cap="none" strike="noStrike">
              <a:solidFill>
                <a:srgbClr val="000000"/>
              </a:solidFill>
              <a:latin typeface="Arial"/>
              <a:ea typeface="Arial"/>
              <a:cs typeface="Arial"/>
              <a:sym typeface="Arial"/>
            </a:endParaRPr>
          </a:p>
        </p:txBody>
      </p:sp>
      <p:grpSp>
        <p:nvGrpSpPr>
          <p:cNvPr id="152" name="Google Shape;152;p4"/>
          <p:cNvGrpSpPr/>
          <p:nvPr/>
        </p:nvGrpSpPr>
        <p:grpSpPr>
          <a:xfrm>
            <a:off x="2152967" y="1531658"/>
            <a:ext cx="286386" cy="286391"/>
            <a:chOff x="2152967" y="1531658"/>
            <a:chExt cx="286386" cy="286391"/>
          </a:xfrm>
        </p:grpSpPr>
        <p:pic>
          <p:nvPicPr>
            <p:cNvPr id="153" name="Google Shape;153;p4"/>
            <p:cNvPicPr preferRelativeResize="0"/>
            <p:nvPr/>
          </p:nvPicPr>
          <p:blipFill rotWithShape="1">
            <a:blip r:embed="rId4">
              <a:alphaModFix/>
            </a:blip>
            <a:srcRect b="0" l="0" r="0" t="0"/>
            <a:stretch/>
          </p:blipFill>
          <p:spPr>
            <a:xfrm>
              <a:off x="2152967" y="1531658"/>
              <a:ext cx="286283" cy="284949"/>
            </a:xfrm>
            <a:prstGeom prst="rect">
              <a:avLst/>
            </a:prstGeom>
            <a:noFill/>
            <a:ln>
              <a:noFill/>
            </a:ln>
          </p:spPr>
        </p:pic>
        <p:sp>
          <p:nvSpPr>
            <p:cNvPr id="154" name="Google Shape;154;p4"/>
            <p:cNvSpPr/>
            <p:nvPr/>
          </p:nvSpPr>
          <p:spPr>
            <a:xfrm>
              <a:off x="2152968"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5" name="Google Shape;155;p4"/>
            <p:cNvPicPr preferRelativeResize="0"/>
            <p:nvPr/>
          </p:nvPicPr>
          <p:blipFill rotWithShape="1">
            <a:blip r:embed="rId6">
              <a:alphaModFix/>
            </a:blip>
            <a:srcRect b="0" l="0" r="0" t="0"/>
            <a:stretch/>
          </p:blipFill>
          <p:spPr>
            <a:xfrm>
              <a:off x="2226697" y="1589524"/>
              <a:ext cx="138849" cy="140601"/>
            </a:xfrm>
            <a:prstGeom prst="rect">
              <a:avLst/>
            </a:prstGeom>
            <a:noFill/>
            <a:ln>
              <a:noFill/>
            </a:ln>
          </p:spPr>
        </p:pic>
      </p:grpSp>
      <p:sp>
        <p:nvSpPr>
          <p:cNvPr id="156" name="Google Shape;156;p4"/>
          <p:cNvSpPr txBox="1"/>
          <p:nvPr/>
        </p:nvSpPr>
        <p:spPr>
          <a:xfrm>
            <a:off x="2202555" y="1730846"/>
            <a:ext cx="18732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META L</a:t>
            </a:r>
            <a:endParaRPr b="0" i="0" sz="350" u="none" cap="none" strike="noStrike">
              <a:solidFill>
                <a:srgbClr val="000000"/>
              </a:solidFill>
              <a:latin typeface="Arial"/>
              <a:ea typeface="Arial"/>
              <a:cs typeface="Arial"/>
              <a:sym typeface="Arial"/>
            </a:endParaRPr>
          </a:p>
        </p:txBody>
      </p:sp>
      <p:grpSp>
        <p:nvGrpSpPr>
          <p:cNvPr id="157" name="Google Shape;157;p4"/>
          <p:cNvGrpSpPr/>
          <p:nvPr/>
        </p:nvGrpSpPr>
        <p:grpSpPr>
          <a:xfrm>
            <a:off x="2496577" y="1531658"/>
            <a:ext cx="286385" cy="286391"/>
            <a:chOff x="2496577" y="1531658"/>
            <a:chExt cx="286385" cy="286391"/>
          </a:xfrm>
        </p:grpSpPr>
        <p:pic>
          <p:nvPicPr>
            <p:cNvPr id="158" name="Google Shape;158;p4"/>
            <p:cNvPicPr preferRelativeResize="0"/>
            <p:nvPr/>
          </p:nvPicPr>
          <p:blipFill rotWithShape="1">
            <a:blip r:embed="rId4">
              <a:alphaModFix/>
            </a:blip>
            <a:srcRect b="0" l="0" r="0" t="0"/>
            <a:stretch/>
          </p:blipFill>
          <p:spPr>
            <a:xfrm>
              <a:off x="2496578" y="1531658"/>
              <a:ext cx="286283" cy="284949"/>
            </a:xfrm>
            <a:prstGeom prst="rect">
              <a:avLst/>
            </a:prstGeom>
            <a:noFill/>
            <a:ln>
              <a:noFill/>
            </a:ln>
          </p:spPr>
        </p:pic>
        <p:sp>
          <p:nvSpPr>
            <p:cNvPr id="159" name="Google Shape;159;p4"/>
            <p:cNvSpPr/>
            <p:nvPr/>
          </p:nvSpPr>
          <p:spPr>
            <a:xfrm>
              <a:off x="2496577" y="1531664"/>
              <a:ext cx="286385" cy="286385"/>
            </a:xfrm>
            <a:custGeom>
              <a:rect b="b" l="l" r="r" t="t"/>
              <a:pathLst>
                <a:path extrusionOk="0" h="286385" w="286385">
                  <a:moveTo>
                    <a:pt x="235966"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6"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6"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0" name="Google Shape;160;p4"/>
            <p:cNvPicPr preferRelativeResize="0"/>
            <p:nvPr/>
          </p:nvPicPr>
          <p:blipFill rotWithShape="1">
            <a:blip r:embed="rId7">
              <a:alphaModFix/>
            </a:blip>
            <a:srcRect b="0" l="0" r="0" t="0"/>
            <a:stretch/>
          </p:blipFill>
          <p:spPr>
            <a:xfrm>
              <a:off x="2579091" y="1586586"/>
              <a:ext cx="121272" cy="146469"/>
            </a:xfrm>
            <a:prstGeom prst="rect">
              <a:avLst/>
            </a:prstGeom>
            <a:noFill/>
            <a:ln>
              <a:noFill/>
            </a:ln>
          </p:spPr>
        </p:pic>
      </p:grpSp>
      <p:sp>
        <p:nvSpPr>
          <p:cNvPr id="161" name="Google Shape;161;p4"/>
          <p:cNvSpPr txBox="1"/>
          <p:nvPr/>
        </p:nvSpPr>
        <p:spPr>
          <a:xfrm>
            <a:off x="2515204" y="1730846"/>
            <a:ext cx="26479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ORGANICS</a:t>
            </a:r>
            <a:endParaRPr b="0" i="0" sz="350" u="none" cap="none" strike="noStrike">
              <a:solidFill>
                <a:srgbClr val="000000"/>
              </a:solidFill>
              <a:latin typeface="Arial"/>
              <a:ea typeface="Arial"/>
              <a:cs typeface="Arial"/>
              <a:sym typeface="Arial"/>
            </a:endParaRPr>
          </a:p>
        </p:txBody>
      </p:sp>
      <p:sp>
        <p:nvSpPr>
          <p:cNvPr id="162" name="Google Shape;162;p4"/>
          <p:cNvSpPr txBox="1"/>
          <p:nvPr/>
        </p:nvSpPr>
        <p:spPr>
          <a:xfrm>
            <a:off x="3044609" y="750868"/>
            <a:ext cx="4276725" cy="1271905"/>
          </a:xfrm>
          <a:prstGeom prst="rect">
            <a:avLst/>
          </a:prstGeom>
          <a:noFill/>
          <a:ln>
            <a:noFill/>
          </a:ln>
        </p:spPr>
        <p:txBody>
          <a:bodyPr anchorCtr="0" anchor="t" bIns="0" lIns="0" spcFirstLastPara="1" rIns="0" wrap="square" tIns="25400">
            <a:spAutoFit/>
          </a:bodyPr>
          <a:lstStyle/>
          <a:p>
            <a:pPr indent="0" lvl="0" marL="12700" marR="842010" rtl="0" algn="l">
              <a:lnSpc>
                <a:spcPct val="115384"/>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URC-2000 for General waste, volume reduction, and liquefied resource recovery</a:t>
            </a:r>
            <a:endParaRPr b="0" i="0" sz="1300" u="none" cap="none" strike="noStrike">
              <a:solidFill>
                <a:srgbClr val="000000"/>
              </a:solidFill>
              <a:latin typeface="Arial"/>
              <a:ea typeface="Arial"/>
              <a:cs typeface="Arial"/>
              <a:sym typeface="Arial"/>
            </a:endParaRPr>
          </a:p>
          <a:p>
            <a:pPr indent="0" lvl="0" marL="12700" marR="5080" rtl="0" algn="just">
              <a:lnSpc>
                <a:spcPct val="120300"/>
              </a:lnSpc>
              <a:spcBef>
                <a:spcPts val="215"/>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URC-2000 is designed for carbonizing waste with high moisture content such as food residue, waste with sludge and soil, etc., which is represented by general household waste. Input to the process, 3 buckets as 1 batch and automatically operated by microcomputer from the loading slot through 7 processes such as drying, heating, carbonization extraction, and cooling to the unloading slot.</a:t>
            </a:r>
            <a:endParaRPr b="0" i="0" sz="900" u="none" cap="none" strike="noStrike">
              <a:solidFill>
                <a:srgbClr val="000000"/>
              </a:solidFill>
              <a:latin typeface="Arial"/>
              <a:ea typeface="Arial"/>
              <a:cs typeface="Arial"/>
              <a:sym typeface="Arial"/>
            </a:endParaRPr>
          </a:p>
        </p:txBody>
      </p:sp>
      <p:sp>
        <p:nvSpPr>
          <p:cNvPr id="163" name="Google Shape;163;p4"/>
          <p:cNvSpPr txBox="1"/>
          <p:nvPr/>
        </p:nvSpPr>
        <p:spPr>
          <a:xfrm>
            <a:off x="7619300" y="767798"/>
            <a:ext cx="350520" cy="132080"/>
          </a:xfrm>
          <a:prstGeom prst="rect">
            <a:avLst/>
          </a:prstGeom>
          <a:noFill/>
          <a:ln>
            <a:noFill/>
          </a:ln>
        </p:spPr>
        <p:txBody>
          <a:bodyPr anchorCtr="0" anchor="t" bIns="0" lIns="0" spcFirstLastPara="1" rIns="0" wrap="square" tIns="12700">
            <a:spAutoFit/>
          </a:bodyPr>
          <a:lstStyle/>
          <a:p>
            <a:pPr indent="-125095" lvl="0" marL="137795" marR="0" rtl="0" algn="l">
              <a:lnSpc>
                <a:spcPct val="100000"/>
              </a:lnSpc>
              <a:spcBef>
                <a:spcPts val="0"/>
              </a:spcBef>
              <a:spcAft>
                <a:spcPts val="0"/>
              </a:spcAft>
              <a:buClr>
                <a:srgbClr val="231F20"/>
              </a:buClr>
              <a:buSzPts val="1200"/>
              <a:buFont typeface="Arial"/>
              <a:buChar char="■"/>
            </a:pPr>
            <a:r>
              <a:rPr b="0" baseline="30000" i="0" lang="en-US" sz="1050" u="none" cap="none" strike="noStrike">
                <a:solidFill>
                  <a:srgbClr val="231F20"/>
                </a:solidFill>
                <a:latin typeface="Arial"/>
                <a:ea typeface="Arial"/>
                <a:cs typeface="Arial"/>
                <a:sym typeface="Arial"/>
              </a:rPr>
              <a:t>SPEC</a:t>
            </a:r>
            <a:endParaRPr b="0" baseline="30000" i="0" sz="1050" u="none" cap="none" strike="noStrike">
              <a:solidFill>
                <a:srgbClr val="000000"/>
              </a:solidFill>
              <a:latin typeface="Arial"/>
              <a:ea typeface="Arial"/>
              <a:cs typeface="Arial"/>
              <a:sym typeface="Arial"/>
            </a:endParaRPr>
          </a:p>
        </p:txBody>
      </p:sp>
      <p:grpSp>
        <p:nvGrpSpPr>
          <p:cNvPr id="164" name="Google Shape;164;p4"/>
          <p:cNvGrpSpPr/>
          <p:nvPr/>
        </p:nvGrpSpPr>
        <p:grpSpPr>
          <a:xfrm>
            <a:off x="7632000" y="927091"/>
            <a:ext cx="2242715" cy="1841999"/>
            <a:chOff x="7632000" y="927091"/>
            <a:chExt cx="2242715" cy="1841999"/>
          </a:xfrm>
        </p:grpSpPr>
        <p:sp>
          <p:nvSpPr>
            <p:cNvPr id="165" name="Google Shape;165;p4"/>
            <p:cNvSpPr/>
            <p:nvPr/>
          </p:nvSpPr>
          <p:spPr>
            <a:xfrm>
              <a:off x="7632000" y="927091"/>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4"/>
            <p:cNvSpPr/>
            <p:nvPr/>
          </p:nvSpPr>
          <p:spPr>
            <a:xfrm>
              <a:off x="8659325" y="9270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p:nvPr/>
          </p:nvSpPr>
          <p:spPr>
            <a:xfrm>
              <a:off x="7632000" y="1479691"/>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
            <p:cNvSpPr/>
            <p:nvPr/>
          </p:nvSpPr>
          <p:spPr>
            <a:xfrm>
              <a:off x="8659325" y="14796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p:nvPr/>
          </p:nvSpPr>
          <p:spPr>
            <a:xfrm>
              <a:off x="7632000" y="1663890"/>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4"/>
            <p:cNvSpPr/>
            <p:nvPr/>
          </p:nvSpPr>
          <p:spPr>
            <a:xfrm>
              <a:off x="8659325" y="16638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4"/>
            <p:cNvSpPr/>
            <p:nvPr/>
          </p:nvSpPr>
          <p:spPr>
            <a:xfrm>
              <a:off x="7632000" y="1848091"/>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4"/>
            <p:cNvSpPr/>
            <p:nvPr/>
          </p:nvSpPr>
          <p:spPr>
            <a:xfrm>
              <a:off x="8659325" y="18480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
            <p:cNvSpPr/>
            <p:nvPr/>
          </p:nvSpPr>
          <p:spPr>
            <a:xfrm>
              <a:off x="7632000" y="2032290"/>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4"/>
            <p:cNvSpPr/>
            <p:nvPr/>
          </p:nvSpPr>
          <p:spPr>
            <a:xfrm>
              <a:off x="8659325" y="20322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4"/>
            <p:cNvSpPr/>
            <p:nvPr/>
          </p:nvSpPr>
          <p:spPr>
            <a:xfrm>
              <a:off x="7632000" y="2216490"/>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
            <p:cNvSpPr/>
            <p:nvPr/>
          </p:nvSpPr>
          <p:spPr>
            <a:xfrm>
              <a:off x="8659325" y="22164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
            <p:cNvSpPr/>
            <p:nvPr/>
          </p:nvSpPr>
          <p:spPr>
            <a:xfrm>
              <a:off x="7632000" y="2400691"/>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4"/>
            <p:cNvSpPr/>
            <p:nvPr/>
          </p:nvSpPr>
          <p:spPr>
            <a:xfrm>
              <a:off x="8659325" y="24006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4"/>
            <p:cNvSpPr/>
            <p:nvPr/>
          </p:nvSpPr>
          <p:spPr>
            <a:xfrm>
              <a:off x="7632000" y="2584890"/>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
            <p:cNvSpPr/>
            <p:nvPr/>
          </p:nvSpPr>
          <p:spPr>
            <a:xfrm>
              <a:off x="8659325" y="25848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
            <p:cNvSpPr/>
            <p:nvPr/>
          </p:nvSpPr>
          <p:spPr>
            <a:xfrm>
              <a:off x="7632000" y="2769090"/>
              <a:ext cx="958215" cy="0"/>
            </a:xfrm>
            <a:custGeom>
              <a:rect b="b" l="l" r="r" t="t"/>
              <a:pathLst>
                <a:path extrusionOk="0" h="120000" w="958215">
                  <a:moveTo>
                    <a:pt x="0" y="0"/>
                  </a:moveTo>
                  <a:lnTo>
                    <a:pt x="9576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
            <p:cNvSpPr/>
            <p:nvPr/>
          </p:nvSpPr>
          <p:spPr>
            <a:xfrm>
              <a:off x="8659325" y="27690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3" name="Google Shape;183;p4"/>
          <p:cNvSpPr txBox="1"/>
          <p:nvPr/>
        </p:nvSpPr>
        <p:spPr>
          <a:xfrm>
            <a:off x="7619300" y="977247"/>
            <a:ext cx="226822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sng" cap="none" strike="noStrike">
                <a:solidFill>
                  <a:srgbClr val="231F20"/>
                </a:solidFill>
                <a:latin typeface="Times New Roman"/>
                <a:ea typeface="Times New Roman"/>
                <a:cs typeface="Times New Roman"/>
                <a:sym typeface="Times New Roman"/>
              </a:rPr>
              <a:t> </a:t>
            </a:r>
            <a:r>
              <a:rPr b="0" i="0" lang="en-US" sz="600" u="sng" cap="none" strike="noStrike">
                <a:solidFill>
                  <a:srgbClr val="231F20"/>
                </a:solidFill>
                <a:latin typeface="Arial"/>
                <a:ea typeface="Arial"/>
                <a:cs typeface="Arial"/>
                <a:sym typeface="Arial"/>
              </a:rPr>
              <a:t>Product model name	</a:t>
            </a:r>
            <a:r>
              <a:rPr b="0" i="0" lang="en-US" sz="600" u="none" cap="none" strike="noStrike">
                <a:solidFill>
                  <a:srgbClr val="231F20"/>
                </a:solidFill>
                <a:latin typeface="Arial"/>
                <a:ea typeface="Arial"/>
                <a:cs typeface="Arial"/>
                <a:sym typeface="Arial"/>
              </a:rPr>
              <a:t> </a:t>
            </a:r>
            <a:r>
              <a:rPr b="0" i="0" lang="en-US" sz="600" u="sng" cap="none" strike="noStrike">
                <a:solidFill>
                  <a:srgbClr val="231F20"/>
                </a:solidFill>
                <a:latin typeface="Times New Roman"/>
                <a:ea typeface="Times New Roman"/>
                <a:cs typeface="Times New Roman"/>
                <a:sym typeface="Times New Roman"/>
              </a:rPr>
              <a:t> </a:t>
            </a:r>
            <a:r>
              <a:rPr b="0" i="0" lang="en-US" sz="600" u="sng" cap="none" strike="noStrike">
                <a:solidFill>
                  <a:srgbClr val="231F20"/>
                </a:solidFill>
                <a:latin typeface="Arial"/>
                <a:ea typeface="Arial"/>
                <a:cs typeface="Arial"/>
                <a:sym typeface="Arial"/>
              </a:rPr>
              <a:t>URC-2000	</a:t>
            </a:r>
            <a:endParaRPr b="0" i="0" sz="600" u="none" cap="none" strike="noStrike">
              <a:solidFill>
                <a:srgbClr val="000000"/>
              </a:solidFill>
              <a:latin typeface="Arial"/>
              <a:ea typeface="Arial"/>
              <a:cs typeface="Arial"/>
              <a:sym typeface="Arial"/>
            </a:endParaRPr>
          </a:p>
        </p:txBody>
      </p:sp>
      <p:sp>
        <p:nvSpPr>
          <p:cNvPr id="184" name="Google Shape;184;p4"/>
          <p:cNvSpPr txBox="1"/>
          <p:nvPr/>
        </p:nvSpPr>
        <p:spPr>
          <a:xfrm>
            <a:off x="7553730" y="1161422"/>
            <a:ext cx="2422525" cy="1590675"/>
          </a:xfrm>
          <a:prstGeom prst="rect">
            <a:avLst/>
          </a:prstGeom>
          <a:noFill/>
          <a:ln>
            <a:noFill/>
          </a:ln>
        </p:spPr>
        <p:txBody>
          <a:bodyPr anchorCtr="0" anchor="t" bIns="0" lIns="0" spcFirstLastPara="1" rIns="0" wrap="square" tIns="12700">
            <a:spAutoFit/>
          </a:bodyPr>
          <a:lstStyle/>
          <a:p>
            <a:pPr indent="0" lvl="0" marL="114300" marR="0" rtl="0" algn="l">
              <a:lnSpc>
                <a:spcPct val="100000"/>
              </a:lnSpc>
              <a:spcBef>
                <a:spcPts val="0"/>
              </a:spcBef>
              <a:spcAft>
                <a:spcPts val="0"/>
              </a:spcAft>
              <a:buClr>
                <a:srgbClr val="000000"/>
              </a:buClr>
              <a:buSzPts val="600"/>
              <a:buFont typeface="Arial"/>
              <a:buNone/>
            </a:pPr>
            <a:r>
              <a:rPr b="0" i="0" lang="en-US" sz="600" u="sng" cap="none" strike="noStrike">
                <a:solidFill>
                  <a:srgbClr val="231F20"/>
                </a:solidFill>
                <a:latin typeface="Arial"/>
                <a:ea typeface="Arial"/>
                <a:cs typeface="Arial"/>
                <a:sym typeface="Arial"/>
              </a:rPr>
              <a:t>Throughput / day	</a:t>
            </a:r>
            <a:r>
              <a:rPr b="0" i="0" lang="en-US" sz="600" u="none" cap="none" strike="noStrike">
                <a:solidFill>
                  <a:srgbClr val="231F20"/>
                </a:solidFill>
                <a:latin typeface="Arial"/>
                <a:ea typeface="Arial"/>
                <a:cs typeface="Arial"/>
                <a:sym typeface="Arial"/>
              </a:rPr>
              <a:t> </a:t>
            </a:r>
            <a:r>
              <a:rPr b="0" i="0" lang="en-US" sz="600" u="sng" cap="none" strike="noStrike">
                <a:solidFill>
                  <a:srgbClr val="231F20"/>
                </a:solidFill>
                <a:latin typeface="Times New Roman"/>
                <a:ea typeface="Times New Roman"/>
                <a:cs typeface="Times New Roman"/>
                <a:sym typeface="Times New Roman"/>
              </a:rPr>
              <a:t> </a:t>
            </a:r>
            <a:r>
              <a:rPr b="0" i="0" lang="en-US" sz="600" u="sng" cap="none" strike="noStrike">
                <a:solidFill>
                  <a:srgbClr val="231F20"/>
                </a:solidFill>
                <a:latin typeface="Arial"/>
                <a:ea typeface="Arial"/>
                <a:cs typeface="Arial"/>
                <a:sym typeface="Arial"/>
              </a:rPr>
              <a:t>200 ton / day	</a:t>
            </a:r>
            <a:endParaRPr b="0" i="0" sz="600" u="none" cap="none" strike="noStrike">
              <a:solidFill>
                <a:srgbClr val="000000"/>
              </a:solidFill>
              <a:latin typeface="Arial"/>
              <a:ea typeface="Arial"/>
              <a:cs typeface="Arial"/>
              <a:sym typeface="Arial"/>
            </a:endParaRPr>
          </a:p>
          <a:p>
            <a:pPr indent="-635" lvl="0" marL="114300" marR="128904" rtl="0" algn="l">
              <a:lnSpc>
                <a:spcPct val="201399"/>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Decomposition temperature	MAX 600°normal, 0.2MPa under Size (Processing Unit)	W:66m D: 7m H: 7m    Size (bucket)	W: 1.5m D: 3m H: 1m / 4.5m</a:t>
            </a:r>
            <a:r>
              <a:rPr b="0" baseline="30000" i="0" lang="en-US" sz="525" u="none" cap="none" strike="noStrike">
                <a:solidFill>
                  <a:srgbClr val="231F20"/>
                </a:solidFill>
                <a:latin typeface="Arial"/>
                <a:ea typeface="Arial"/>
                <a:cs typeface="Arial"/>
                <a:sym typeface="Arial"/>
              </a:rPr>
              <a:t>3</a:t>
            </a:r>
            <a:endParaRPr b="0" baseline="30000" i="0" sz="52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113664"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Process System	Continuous type</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113664"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Steam Generation	Steam boiler</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113664"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Superheating type	Heating burner</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113664"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Control System	microcomputer control</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113664"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Safety device	Valve &amp; sensor</a:t>
            </a:r>
            <a:endParaRPr b="0" i="0" sz="600" u="none" cap="none" strike="noStrike">
              <a:solidFill>
                <a:srgbClr val="000000"/>
              </a:solidFill>
              <a:latin typeface="Arial"/>
              <a:ea typeface="Arial"/>
              <a:cs typeface="Arial"/>
              <a:sym typeface="Arial"/>
            </a:endParaRPr>
          </a:p>
        </p:txBody>
      </p:sp>
      <p:grpSp>
        <p:nvGrpSpPr>
          <p:cNvPr id="185" name="Google Shape;185;p4"/>
          <p:cNvGrpSpPr/>
          <p:nvPr/>
        </p:nvGrpSpPr>
        <p:grpSpPr>
          <a:xfrm>
            <a:off x="7631999" y="5271905"/>
            <a:ext cx="1686095" cy="0"/>
            <a:chOff x="7631999" y="5271905"/>
            <a:chExt cx="1686095" cy="0"/>
          </a:xfrm>
        </p:grpSpPr>
        <p:sp>
          <p:nvSpPr>
            <p:cNvPr id="186" name="Google Shape;186;p4"/>
            <p:cNvSpPr/>
            <p:nvPr/>
          </p:nvSpPr>
          <p:spPr>
            <a:xfrm>
              <a:off x="7631999" y="52719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
            <p:cNvSpPr/>
            <p:nvPr/>
          </p:nvSpPr>
          <p:spPr>
            <a:xfrm>
              <a:off x="8665949" y="52719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 name="Google Shape;188;p4"/>
          <p:cNvGrpSpPr/>
          <p:nvPr/>
        </p:nvGrpSpPr>
        <p:grpSpPr>
          <a:xfrm>
            <a:off x="7631999" y="5456105"/>
            <a:ext cx="1686095" cy="0"/>
            <a:chOff x="7631999" y="5456105"/>
            <a:chExt cx="1686095" cy="0"/>
          </a:xfrm>
        </p:grpSpPr>
        <p:sp>
          <p:nvSpPr>
            <p:cNvPr id="189" name="Google Shape;189;p4"/>
            <p:cNvSpPr/>
            <p:nvPr/>
          </p:nvSpPr>
          <p:spPr>
            <a:xfrm>
              <a:off x="7631999" y="54561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4"/>
            <p:cNvSpPr/>
            <p:nvPr/>
          </p:nvSpPr>
          <p:spPr>
            <a:xfrm>
              <a:off x="8665949" y="54561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 name="Google Shape;191;p4"/>
          <p:cNvGrpSpPr/>
          <p:nvPr/>
        </p:nvGrpSpPr>
        <p:grpSpPr>
          <a:xfrm>
            <a:off x="7631999" y="5640304"/>
            <a:ext cx="1686095" cy="0"/>
            <a:chOff x="7631999" y="5640304"/>
            <a:chExt cx="1686095" cy="0"/>
          </a:xfrm>
        </p:grpSpPr>
        <p:sp>
          <p:nvSpPr>
            <p:cNvPr id="192" name="Google Shape;192;p4"/>
            <p:cNvSpPr/>
            <p:nvPr/>
          </p:nvSpPr>
          <p:spPr>
            <a:xfrm>
              <a:off x="7631999" y="5640304"/>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
            <p:cNvSpPr/>
            <p:nvPr/>
          </p:nvSpPr>
          <p:spPr>
            <a:xfrm>
              <a:off x="8665949" y="5640304"/>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 name="Google Shape;194;p4"/>
          <p:cNvGrpSpPr/>
          <p:nvPr/>
        </p:nvGrpSpPr>
        <p:grpSpPr>
          <a:xfrm>
            <a:off x="7631999" y="5824505"/>
            <a:ext cx="1686095" cy="0"/>
            <a:chOff x="7631999" y="5824505"/>
            <a:chExt cx="1686095" cy="0"/>
          </a:xfrm>
        </p:grpSpPr>
        <p:sp>
          <p:nvSpPr>
            <p:cNvPr id="195" name="Google Shape;195;p4"/>
            <p:cNvSpPr/>
            <p:nvPr/>
          </p:nvSpPr>
          <p:spPr>
            <a:xfrm>
              <a:off x="7631999" y="58245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4"/>
            <p:cNvSpPr/>
            <p:nvPr/>
          </p:nvSpPr>
          <p:spPr>
            <a:xfrm>
              <a:off x="8665949" y="58245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 name="Google Shape;197;p4"/>
          <p:cNvGrpSpPr/>
          <p:nvPr/>
        </p:nvGrpSpPr>
        <p:grpSpPr>
          <a:xfrm>
            <a:off x="7631999" y="6008705"/>
            <a:ext cx="1686095" cy="0"/>
            <a:chOff x="7631999" y="6008705"/>
            <a:chExt cx="1686095" cy="0"/>
          </a:xfrm>
        </p:grpSpPr>
        <p:sp>
          <p:nvSpPr>
            <p:cNvPr id="198" name="Google Shape;198;p4"/>
            <p:cNvSpPr/>
            <p:nvPr/>
          </p:nvSpPr>
          <p:spPr>
            <a:xfrm>
              <a:off x="7631999" y="60087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4"/>
            <p:cNvSpPr/>
            <p:nvPr/>
          </p:nvSpPr>
          <p:spPr>
            <a:xfrm>
              <a:off x="8665949" y="60087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4"/>
          <p:cNvGrpSpPr/>
          <p:nvPr/>
        </p:nvGrpSpPr>
        <p:grpSpPr>
          <a:xfrm>
            <a:off x="7631999" y="6341105"/>
            <a:ext cx="1686095" cy="0"/>
            <a:chOff x="7631999" y="6341105"/>
            <a:chExt cx="1686095" cy="0"/>
          </a:xfrm>
        </p:grpSpPr>
        <p:sp>
          <p:nvSpPr>
            <p:cNvPr id="201" name="Google Shape;201;p4"/>
            <p:cNvSpPr/>
            <p:nvPr/>
          </p:nvSpPr>
          <p:spPr>
            <a:xfrm>
              <a:off x="7631999" y="63411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
            <p:cNvSpPr/>
            <p:nvPr/>
          </p:nvSpPr>
          <p:spPr>
            <a:xfrm>
              <a:off x="8665949" y="63411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 name="Google Shape;203;p4"/>
          <p:cNvGrpSpPr/>
          <p:nvPr/>
        </p:nvGrpSpPr>
        <p:grpSpPr>
          <a:xfrm>
            <a:off x="7631999" y="6525305"/>
            <a:ext cx="1686095" cy="0"/>
            <a:chOff x="7631999" y="6525305"/>
            <a:chExt cx="1686095" cy="0"/>
          </a:xfrm>
        </p:grpSpPr>
        <p:sp>
          <p:nvSpPr>
            <p:cNvPr id="204" name="Google Shape;204;p4"/>
            <p:cNvSpPr/>
            <p:nvPr/>
          </p:nvSpPr>
          <p:spPr>
            <a:xfrm>
              <a:off x="7631999" y="65253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4"/>
            <p:cNvSpPr/>
            <p:nvPr/>
          </p:nvSpPr>
          <p:spPr>
            <a:xfrm>
              <a:off x="8665949" y="65253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6" name="Google Shape;206;p4"/>
          <p:cNvGrpSpPr/>
          <p:nvPr/>
        </p:nvGrpSpPr>
        <p:grpSpPr>
          <a:xfrm>
            <a:off x="7631999" y="6709505"/>
            <a:ext cx="1686095" cy="0"/>
            <a:chOff x="7631999" y="6709505"/>
            <a:chExt cx="1686095" cy="0"/>
          </a:xfrm>
        </p:grpSpPr>
        <p:sp>
          <p:nvSpPr>
            <p:cNvPr id="207" name="Google Shape;207;p4"/>
            <p:cNvSpPr/>
            <p:nvPr/>
          </p:nvSpPr>
          <p:spPr>
            <a:xfrm>
              <a:off x="7631999" y="67095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4"/>
            <p:cNvSpPr/>
            <p:nvPr/>
          </p:nvSpPr>
          <p:spPr>
            <a:xfrm>
              <a:off x="8665949" y="67095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 name="Google Shape;209;p4"/>
          <p:cNvGrpSpPr/>
          <p:nvPr/>
        </p:nvGrpSpPr>
        <p:grpSpPr>
          <a:xfrm>
            <a:off x="7631999" y="6893705"/>
            <a:ext cx="1686095" cy="0"/>
            <a:chOff x="7631999" y="6893705"/>
            <a:chExt cx="1686095" cy="0"/>
          </a:xfrm>
        </p:grpSpPr>
        <p:sp>
          <p:nvSpPr>
            <p:cNvPr id="210" name="Google Shape;210;p4"/>
            <p:cNvSpPr/>
            <p:nvPr/>
          </p:nvSpPr>
          <p:spPr>
            <a:xfrm>
              <a:off x="7631999" y="68937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4"/>
            <p:cNvSpPr/>
            <p:nvPr/>
          </p:nvSpPr>
          <p:spPr>
            <a:xfrm>
              <a:off x="8665949" y="68937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2" name="Google Shape;212;p4"/>
          <p:cNvGrpSpPr/>
          <p:nvPr/>
        </p:nvGrpSpPr>
        <p:grpSpPr>
          <a:xfrm>
            <a:off x="586308" y="1531671"/>
            <a:ext cx="8731786" cy="5486145"/>
            <a:chOff x="586308" y="1531671"/>
            <a:chExt cx="8731786" cy="5486145"/>
          </a:xfrm>
        </p:grpSpPr>
        <p:pic>
          <p:nvPicPr>
            <p:cNvPr id="213" name="Google Shape;213;p4"/>
            <p:cNvPicPr preferRelativeResize="0"/>
            <p:nvPr/>
          </p:nvPicPr>
          <p:blipFill rotWithShape="1">
            <a:blip r:embed="rId8">
              <a:alphaModFix/>
            </a:blip>
            <a:srcRect b="0" l="0" r="0" t="0"/>
            <a:stretch/>
          </p:blipFill>
          <p:spPr>
            <a:xfrm>
              <a:off x="1807489" y="1531671"/>
              <a:ext cx="288137" cy="286778"/>
            </a:xfrm>
            <a:prstGeom prst="rect">
              <a:avLst/>
            </a:prstGeom>
            <a:noFill/>
            <a:ln>
              <a:noFill/>
            </a:ln>
          </p:spPr>
        </p:pic>
        <p:sp>
          <p:nvSpPr>
            <p:cNvPr id="214" name="Google Shape;214;p4"/>
            <p:cNvSpPr/>
            <p:nvPr/>
          </p:nvSpPr>
          <p:spPr>
            <a:xfrm>
              <a:off x="1807490" y="1531672"/>
              <a:ext cx="288290" cy="288290"/>
            </a:xfrm>
            <a:custGeom>
              <a:rect b="b" l="l" r="r" t="t"/>
              <a:pathLst>
                <a:path extrusionOk="0" h="288289" w="288289">
                  <a:moveTo>
                    <a:pt x="237502" y="0"/>
                  </a:moveTo>
                  <a:lnTo>
                    <a:pt x="50647" y="0"/>
                  </a:lnTo>
                  <a:lnTo>
                    <a:pt x="30936" y="3979"/>
                  </a:lnTo>
                  <a:lnTo>
                    <a:pt x="14836" y="14832"/>
                  </a:lnTo>
                  <a:lnTo>
                    <a:pt x="3981" y="30930"/>
                  </a:lnTo>
                  <a:lnTo>
                    <a:pt x="0" y="50647"/>
                  </a:lnTo>
                  <a:lnTo>
                    <a:pt x="0" y="237502"/>
                  </a:lnTo>
                  <a:lnTo>
                    <a:pt x="3981" y="257212"/>
                  </a:lnTo>
                  <a:lnTo>
                    <a:pt x="14836" y="273307"/>
                  </a:lnTo>
                  <a:lnTo>
                    <a:pt x="30936" y="284158"/>
                  </a:lnTo>
                  <a:lnTo>
                    <a:pt x="50647" y="288137"/>
                  </a:lnTo>
                  <a:lnTo>
                    <a:pt x="237502" y="288137"/>
                  </a:lnTo>
                  <a:lnTo>
                    <a:pt x="257214" y="284158"/>
                  </a:lnTo>
                  <a:lnTo>
                    <a:pt x="273313" y="273307"/>
                  </a:lnTo>
                  <a:lnTo>
                    <a:pt x="284169" y="257212"/>
                  </a:lnTo>
                  <a:lnTo>
                    <a:pt x="288150" y="237502"/>
                  </a:lnTo>
                  <a:lnTo>
                    <a:pt x="288150" y="50647"/>
                  </a:lnTo>
                  <a:lnTo>
                    <a:pt x="284169" y="30930"/>
                  </a:lnTo>
                  <a:lnTo>
                    <a:pt x="273313" y="14832"/>
                  </a:lnTo>
                  <a:lnTo>
                    <a:pt x="257214" y="3979"/>
                  </a:lnTo>
                  <a:lnTo>
                    <a:pt x="237502"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
            <p:cNvSpPr/>
            <p:nvPr/>
          </p:nvSpPr>
          <p:spPr>
            <a:xfrm>
              <a:off x="1853318" y="1757627"/>
              <a:ext cx="24765" cy="32384"/>
            </a:xfrm>
            <a:custGeom>
              <a:rect b="b" l="l" r="r" t="t"/>
              <a:pathLst>
                <a:path extrusionOk="0" h="32385" w="24764">
                  <a:moveTo>
                    <a:pt x="14274" y="0"/>
                  </a:moveTo>
                  <a:lnTo>
                    <a:pt x="0" y="0"/>
                  </a:lnTo>
                  <a:lnTo>
                    <a:pt x="0" y="31965"/>
                  </a:lnTo>
                  <a:lnTo>
                    <a:pt x="6451" y="31965"/>
                  </a:lnTo>
                  <a:lnTo>
                    <a:pt x="6451" y="19900"/>
                  </a:lnTo>
                  <a:lnTo>
                    <a:pt x="13576" y="19900"/>
                  </a:lnTo>
                  <a:lnTo>
                    <a:pt x="23577" y="14477"/>
                  </a:lnTo>
                  <a:lnTo>
                    <a:pt x="6451" y="14477"/>
                  </a:lnTo>
                  <a:lnTo>
                    <a:pt x="6451" y="5397"/>
                  </a:lnTo>
                  <a:lnTo>
                    <a:pt x="23920" y="5397"/>
                  </a:lnTo>
                  <a:lnTo>
                    <a:pt x="23863" y="5206"/>
                  </a:lnTo>
                  <a:lnTo>
                    <a:pt x="21399" y="1993"/>
                  </a:lnTo>
                  <a:lnTo>
                    <a:pt x="19862" y="952"/>
                  </a:lnTo>
                  <a:lnTo>
                    <a:pt x="16840" y="152"/>
                  </a:lnTo>
                  <a:lnTo>
                    <a:pt x="14274" y="0"/>
                  </a:lnTo>
                  <a:close/>
                </a:path>
                <a:path extrusionOk="0" h="32385" w="24764">
                  <a:moveTo>
                    <a:pt x="23920" y="5397"/>
                  </a:moveTo>
                  <a:lnTo>
                    <a:pt x="11899" y="5397"/>
                  </a:lnTo>
                  <a:lnTo>
                    <a:pt x="13449" y="5473"/>
                  </a:lnTo>
                  <a:lnTo>
                    <a:pt x="15265" y="5803"/>
                  </a:lnTo>
                  <a:lnTo>
                    <a:pt x="16129" y="6286"/>
                  </a:lnTo>
                  <a:lnTo>
                    <a:pt x="17500" y="7797"/>
                  </a:lnTo>
                  <a:lnTo>
                    <a:pt x="17843" y="8750"/>
                  </a:lnTo>
                  <a:lnTo>
                    <a:pt x="17843" y="10858"/>
                  </a:lnTo>
                  <a:lnTo>
                    <a:pt x="12522" y="14477"/>
                  </a:lnTo>
                  <a:lnTo>
                    <a:pt x="23577" y="14477"/>
                  </a:lnTo>
                  <a:lnTo>
                    <a:pt x="24130" y="13436"/>
                  </a:lnTo>
                  <a:lnTo>
                    <a:pt x="24485" y="11798"/>
                  </a:lnTo>
                  <a:lnTo>
                    <a:pt x="24485" y="7289"/>
                  </a:lnTo>
                  <a:lnTo>
                    <a:pt x="23920" y="5397"/>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
            <p:cNvSpPr/>
            <p:nvPr/>
          </p:nvSpPr>
          <p:spPr>
            <a:xfrm>
              <a:off x="1881047" y="1757082"/>
              <a:ext cx="172085" cy="33655"/>
            </a:xfrm>
            <a:custGeom>
              <a:rect b="b" l="l" r="r" t="t"/>
              <a:pathLst>
                <a:path extrusionOk="0" h="33655" w="172085">
                  <a:moveTo>
                    <a:pt x="53695" y="32512"/>
                  </a:moveTo>
                  <a:lnTo>
                    <a:pt x="50787" y="25247"/>
                  </a:lnTo>
                  <a:lnTo>
                    <a:pt x="48628" y="19862"/>
                  </a:lnTo>
                  <a:lnTo>
                    <a:pt x="43878" y="8001"/>
                  </a:lnTo>
                  <a:lnTo>
                    <a:pt x="41821" y="2870"/>
                  </a:lnTo>
                  <a:lnTo>
                    <a:pt x="41821" y="19862"/>
                  </a:lnTo>
                  <a:lnTo>
                    <a:pt x="33096" y="19862"/>
                  </a:lnTo>
                  <a:lnTo>
                    <a:pt x="37414" y="8001"/>
                  </a:lnTo>
                  <a:lnTo>
                    <a:pt x="41821" y="19862"/>
                  </a:lnTo>
                  <a:lnTo>
                    <a:pt x="41821" y="2870"/>
                  </a:lnTo>
                  <a:lnTo>
                    <a:pt x="40894" y="546"/>
                  </a:lnTo>
                  <a:lnTo>
                    <a:pt x="34074" y="546"/>
                  </a:lnTo>
                  <a:lnTo>
                    <a:pt x="22504" y="30238"/>
                  </a:lnTo>
                  <a:lnTo>
                    <a:pt x="22504" y="27127"/>
                  </a:lnTo>
                  <a:lnTo>
                    <a:pt x="6451" y="27127"/>
                  </a:lnTo>
                  <a:lnTo>
                    <a:pt x="6451" y="800"/>
                  </a:lnTo>
                  <a:lnTo>
                    <a:pt x="0" y="800"/>
                  </a:lnTo>
                  <a:lnTo>
                    <a:pt x="0" y="32512"/>
                  </a:lnTo>
                  <a:lnTo>
                    <a:pt x="21615" y="32512"/>
                  </a:lnTo>
                  <a:lnTo>
                    <a:pt x="22504" y="32512"/>
                  </a:lnTo>
                  <a:lnTo>
                    <a:pt x="28473" y="32512"/>
                  </a:lnTo>
                  <a:lnTo>
                    <a:pt x="31102" y="25247"/>
                  </a:lnTo>
                  <a:lnTo>
                    <a:pt x="43878" y="25247"/>
                  </a:lnTo>
                  <a:lnTo>
                    <a:pt x="46672" y="32512"/>
                  </a:lnTo>
                  <a:lnTo>
                    <a:pt x="53695" y="32512"/>
                  </a:lnTo>
                  <a:close/>
                </a:path>
                <a:path extrusionOk="0" h="33655" w="172085">
                  <a:moveTo>
                    <a:pt x="79248" y="21183"/>
                  </a:moveTo>
                  <a:lnTo>
                    <a:pt x="64325" y="11811"/>
                  </a:lnTo>
                  <a:lnTo>
                    <a:pt x="62357" y="11099"/>
                  </a:lnTo>
                  <a:lnTo>
                    <a:pt x="60896" y="9880"/>
                  </a:lnTo>
                  <a:lnTo>
                    <a:pt x="60579" y="9232"/>
                  </a:lnTo>
                  <a:lnTo>
                    <a:pt x="60579" y="7645"/>
                  </a:lnTo>
                  <a:lnTo>
                    <a:pt x="60921" y="6985"/>
                  </a:lnTo>
                  <a:lnTo>
                    <a:pt x="62661" y="5727"/>
                  </a:lnTo>
                  <a:lnTo>
                    <a:pt x="64135" y="5334"/>
                  </a:lnTo>
                  <a:lnTo>
                    <a:pt x="67830" y="5334"/>
                  </a:lnTo>
                  <a:lnTo>
                    <a:pt x="69189" y="5702"/>
                  </a:lnTo>
                  <a:lnTo>
                    <a:pt x="71018" y="7137"/>
                  </a:lnTo>
                  <a:lnTo>
                    <a:pt x="71602" y="8318"/>
                  </a:lnTo>
                  <a:lnTo>
                    <a:pt x="71882" y="9956"/>
                  </a:lnTo>
                  <a:lnTo>
                    <a:pt x="78333" y="9677"/>
                  </a:lnTo>
                  <a:lnTo>
                    <a:pt x="78232" y="6743"/>
                  </a:lnTo>
                  <a:lnTo>
                    <a:pt x="77165" y="4394"/>
                  </a:lnTo>
                  <a:lnTo>
                    <a:pt x="73101" y="876"/>
                  </a:lnTo>
                  <a:lnTo>
                    <a:pt x="70091" y="0"/>
                  </a:lnTo>
                  <a:lnTo>
                    <a:pt x="63627" y="0"/>
                  </a:lnTo>
                  <a:lnTo>
                    <a:pt x="54406" y="7289"/>
                  </a:lnTo>
                  <a:lnTo>
                    <a:pt x="54406" y="11442"/>
                  </a:lnTo>
                  <a:lnTo>
                    <a:pt x="55384" y="13589"/>
                  </a:lnTo>
                  <a:lnTo>
                    <a:pt x="58750" y="16598"/>
                  </a:lnTo>
                  <a:lnTo>
                    <a:pt x="61175" y="17653"/>
                  </a:lnTo>
                  <a:lnTo>
                    <a:pt x="69049" y="19646"/>
                  </a:lnTo>
                  <a:lnTo>
                    <a:pt x="70904" y="20307"/>
                  </a:lnTo>
                  <a:lnTo>
                    <a:pt x="71678" y="20764"/>
                  </a:lnTo>
                  <a:lnTo>
                    <a:pt x="72580" y="21818"/>
                  </a:lnTo>
                  <a:lnTo>
                    <a:pt x="72796" y="22466"/>
                  </a:lnTo>
                  <a:lnTo>
                    <a:pt x="72796" y="24396"/>
                  </a:lnTo>
                  <a:lnTo>
                    <a:pt x="72263" y="25425"/>
                  </a:lnTo>
                  <a:lnTo>
                    <a:pt x="70154" y="27190"/>
                  </a:lnTo>
                  <a:lnTo>
                    <a:pt x="68592" y="27622"/>
                  </a:lnTo>
                  <a:lnTo>
                    <a:pt x="64554" y="27622"/>
                  </a:lnTo>
                  <a:lnTo>
                    <a:pt x="62992" y="27139"/>
                  </a:lnTo>
                  <a:lnTo>
                    <a:pt x="60680" y="25158"/>
                  </a:lnTo>
                  <a:lnTo>
                    <a:pt x="59918" y="23609"/>
                  </a:lnTo>
                  <a:lnTo>
                    <a:pt x="59537" y="21501"/>
                  </a:lnTo>
                  <a:lnTo>
                    <a:pt x="53251" y="22110"/>
                  </a:lnTo>
                  <a:lnTo>
                    <a:pt x="53682" y="25692"/>
                  </a:lnTo>
                  <a:lnTo>
                    <a:pt x="54965" y="28409"/>
                  </a:lnTo>
                  <a:lnTo>
                    <a:pt x="59309" y="32143"/>
                  </a:lnTo>
                  <a:lnTo>
                    <a:pt x="62407" y="33083"/>
                  </a:lnTo>
                  <a:lnTo>
                    <a:pt x="69227" y="33083"/>
                  </a:lnTo>
                  <a:lnTo>
                    <a:pt x="79248" y="25031"/>
                  </a:lnTo>
                  <a:lnTo>
                    <a:pt x="79248" y="21183"/>
                  </a:lnTo>
                  <a:close/>
                </a:path>
                <a:path extrusionOk="0" h="33655" w="172085">
                  <a:moveTo>
                    <a:pt x="105575" y="546"/>
                  </a:moveTo>
                  <a:lnTo>
                    <a:pt x="80162" y="546"/>
                  </a:lnTo>
                  <a:lnTo>
                    <a:pt x="80162" y="5943"/>
                  </a:lnTo>
                  <a:lnTo>
                    <a:pt x="89649" y="5943"/>
                  </a:lnTo>
                  <a:lnTo>
                    <a:pt x="89649" y="32512"/>
                  </a:lnTo>
                  <a:lnTo>
                    <a:pt x="96100" y="32512"/>
                  </a:lnTo>
                  <a:lnTo>
                    <a:pt x="96100" y="5943"/>
                  </a:lnTo>
                  <a:lnTo>
                    <a:pt x="105575" y="5943"/>
                  </a:lnTo>
                  <a:lnTo>
                    <a:pt x="105575" y="546"/>
                  </a:lnTo>
                  <a:close/>
                </a:path>
                <a:path extrusionOk="0" h="33655" w="172085">
                  <a:moveTo>
                    <a:pt x="113766" y="546"/>
                  </a:moveTo>
                  <a:lnTo>
                    <a:pt x="107315" y="546"/>
                  </a:lnTo>
                  <a:lnTo>
                    <a:pt x="107315" y="32512"/>
                  </a:lnTo>
                  <a:lnTo>
                    <a:pt x="113766" y="32512"/>
                  </a:lnTo>
                  <a:lnTo>
                    <a:pt x="113766" y="546"/>
                  </a:lnTo>
                  <a:close/>
                </a:path>
                <a:path extrusionOk="0" h="33655" w="172085">
                  <a:moveTo>
                    <a:pt x="144386" y="22745"/>
                  </a:moveTo>
                  <a:lnTo>
                    <a:pt x="138137" y="20764"/>
                  </a:lnTo>
                  <a:lnTo>
                    <a:pt x="137591" y="23101"/>
                  </a:lnTo>
                  <a:lnTo>
                    <a:pt x="136702" y="24815"/>
                  </a:lnTo>
                  <a:lnTo>
                    <a:pt x="134239" y="27000"/>
                  </a:lnTo>
                  <a:lnTo>
                    <a:pt x="132765" y="27546"/>
                  </a:lnTo>
                  <a:lnTo>
                    <a:pt x="128727" y="27546"/>
                  </a:lnTo>
                  <a:lnTo>
                    <a:pt x="126834" y="26682"/>
                  </a:lnTo>
                  <a:lnTo>
                    <a:pt x="123926" y="23253"/>
                  </a:lnTo>
                  <a:lnTo>
                    <a:pt x="123190" y="20383"/>
                  </a:lnTo>
                  <a:lnTo>
                    <a:pt x="123190" y="12534"/>
                  </a:lnTo>
                  <a:lnTo>
                    <a:pt x="123939" y="9779"/>
                  </a:lnTo>
                  <a:lnTo>
                    <a:pt x="126885" y="6375"/>
                  </a:lnTo>
                  <a:lnTo>
                    <a:pt x="128816" y="5524"/>
                  </a:lnTo>
                  <a:lnTo>
                    <a:pt x="132892" y="5524"/>
                  </a:lnTo>
                  <a:lnTo>
                    <a:pt x="134353" y="5994"/>
                  </a:lnTo>
                  <a:lnTo>
                    <a:pt x="136753" y="7924"/>
                  </a:lnTo>
                  <a:lnTo>
                    <a:pt x="137541" y="9232"/>
                  </a:lnTo>
                  <a:lnTo>
                    <a:pt x="137922" y="10883"/>
                  </a:lnTo>
                  <a:lnTo>
                    <a:pt x="144310" y="9359"/>
                  </a:lnTo>
                  <a:lnTo>
                    <a:pt x="143586" y="6794"/>
                  </a:lnTo>
                  <a:lnTo>
                    <a:pt x="142494" y="4838"/>
                  </a:lnTo>
                  <a:lnTo>
                    <a:pt x="138595" y="1155"/>
                  </a:lnTo>
                  <a:lnTo>
                    <a:pt x="135420" y="0"/>
                  </a:lnTo>
                  <a:lnTo>
                    <a:pt x="127025" y="0"/>
                  </a:lnTo>
                  <a:lnTo>
                    <a:pt x="123405" y="1473"/>
                  </a:lnTo>
                  <a:lnTo>
                    <a:pt x="117919" y="7366"/>
                  </a:lnTo>
                  <a:lnTo>
                    <a:pt x="116547" y="11493"/>
                  </a:lnTo>
                  <a:lnTo>
                    <a:pt x="116547" y="21844"/>
                  </a:lnTo>
                  <a:lnTo>
                    <a:pt x="117906" y="25806"/>
                  </a:lnTo>
                  <a:lnTo>
                    <a:pt x="123380" y="31610"/>
                  </a:lnTo>
                  <a:lnTo>
                    <a:pt x="126873" y="33070"/>
                  </a:lnTo>
                  <a:lnTo>
                    <a:pt x="134543" y="33070"/>
                  </a:lnTo>
                  <a:lnTo>
                    <a:pt x="137375" y="32219"/>
                  </a:lnTo>
                  <a:lnTo>
                    <a:pt x="141833" y="28829"/>
                  </a:lnTo>
                  <a:lnTo>
                    <a:pt x="143433" y="26238"/>
                  </a:lnTo>
                  <a:lnTo>
                    <a:pt x="144386" y="22745"/>
                  </a:lnTo>
                  <a:close/>
                </a:path>
                <a:path extrusionOk="0" h="33655" w="172085">
                  <a:moveTo>
                    <a:pt x="172059" y="21183"/>
                  </a:moveTo>
                  <a:lnTo>
                    <a:pt x="157137" y="11811"/>
                  </a:lnTo>
                  <a:lnTo>
                    <a:pt x="155155" y="11099"/>
                  </a:lnTo>
                  <a:lnTo>
                    <a:pt x="153708" y="9880"/>
                  </a:lnTo>
                  <a:lnTo>
                    <a:pt x="153390" y="9232"/>
                  </a:lnTo>
                  <a:lnTo>
                    <a:pt x="153390" y="7645"/>
                  </a:lnTo>
                  <a:lnTo>
                    <a:pt x="153733" y="6985"/>
                  </a:lnTo>
                  <a:lnTo>
                    <a:pt x="155473" y="5727"/>
                  </a:lnTo>
                  <a:lnTo>
                    <a:pt x="156946" y="5334"/>
                  </a:lnTo>
                  <a:lnTo>
                    <a:pt x="160642" y="5334"/>
                  </a:lnTo>
                  <a:lnTo>
                    <a:pt x="162001" y="5702"/>
                  </a:lnTo>
                  <a:lnTo>
                    <a:pt x="163817" y="7137"/>
                  </a:lnTo>
                  <a:lnTo>
                    <a:pt x="164414" y="8318"/>
                  </a:lnTo>
                  <a:lnTo>
                    <a:pt x="164680" y="9956"/>
                  </a:lnTo>
                  <a:lnTo>
                    <a:pt x="171145" y="9677"/>
                  </a:lnTo>
                  <a:lnTo>
                    <a:pt x="171043" y="6743"/>
                  </a:lnTo>
                  <a:lnTo>
                    <a:pt x="169976" y="4394"/>
                  </a:lnTo>
                  <a:lnTo>
                    <a:pt x="165912" y="876"/>
                  </a:lnTo>
                  <a:lnTo>
                    <a:pt x="162902" y="0"/>
                  </a:lnTo>
                  <a:lnTo>
                    <a:pt x="156425" y="0"/>
                  </a:lnTo>
                  <a:lnTo>
                    <a:pt x="147218" y="7289"/>
                  </a:lnTo>
                  <a:lnTo>
                    <a:pt x="147218" y="11442"/>
                  </a:lnTo>
                  <a:lnTo>
                    <a:pt x="148196" y="13589"/>
                  </a:lnTo>
                  <a:lnTo>
                    <a:pt x="151561" y="16598"/>
                  </a:lnTo>
                  <a:lnTo>
                    <a:pt x="153987" y="17653"/>
                  </a:lnTo>
                  <a:lnTo>
                    <a:pt x="161861" y="19646"/>
                  </a:lnTo>
                  <a:lnTo>
                    <a:pt x="163715" y="20307"/>
                  </a:lnTo>
                  <a:lnTo>
                    <a:pt x="164490" y="20764"/>
                  </a:lnTo>
                  <a:lnTo>
                    <a:pt x="165379" y="21818"/>
                  </a:lnTo>
                  <a:lnTo>
                    <a:pt x="165608" y="22466"/>
                  </a:lnTo>
                  <a:lnTo>
                    <a:pt x="165608" y="24396"/>
                  </a:lnTo>
                  <a:lnTo>
                    <a:pt x="165074" y="25425"/>
                  </a:lnTo>
                  <a:lnTo>
                    <a:pt x="162966" y="27190"/>
                  </a:lnTo>
                  <a:lnTo>
                    <a:pt x="161404" y="27622"/>
                  </a:lnTo>
                  <a:lnTo>
                    <a:pt x="157365" y="27622"/>
                  </a:lnTo>
                  <a:lnTo>
                    <a:pt x="155803" y="27139"/>
                  </a:lnTo>
                  <a:lnTo>
                    <a:pt x="153492" y="25158"/>
                  </a:lnTo>
                  <a:lnTo>
                    <a:pt x="152717" y="23609"/>
                  </a:lnTo>
                  <a:lnTo>
                    <a:pt x="152349" y="21501"/>
                  </a:lnTo>
                  <a:lnTo>
                    <a:pt x="146062" y="22110"/>
                  </a:lnTo>
                  <a:lnTo>
                    <a:pt x="146481" y="25692"/>
                  </a:lnTo>
                  <a:lnTo>
                    <a:pt x="147777" y="28409"/>
                  </a:lnTo>
                  <a:lnTo>
                    <a:pt x="152107" y="32143"/>
                  </a:lnTo>
                  <a:lnTo>
                    <a:pt x="155219" y="33083"/>
                  </a:lnTo>
                  <a:lnTo>
                    <a:pt x="162039" y="33083"/>
                  </a:lnTo>
                  <a:lnTo>
                    <a:pt x="172059" y="25031"/>
                  </a:lnTo>
                  <a:lnTo>
                    <a:pt x="172059" y="2118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7" name="Google Shape;217;p4"/>
            <p:cNvPicPr preferRelativeResize="0"/>
            <p:nvPr/>
          </p:nvPicPr>
          <p:blipFill rotWithShape="1">
            <a:blip r:embed="rId9">
              <a:alphaModFix/>
            </a:blip>
            <a:srcRect b="0" l="0" r="0" t="0"/>
            <a:stretch/>
          </p:blipFill>
          <p:spPr>
            <a:xfrm>
              <a:off x="1895875" y="1589840"/>
              <a:ext cx="113601" cy="141516"/>
            </a:xfrm>
            <a:prstGeom prst="rect">
              <a:avLst/>
            </a:prstGeom>
            <a:noFill/>
            <a:ln>
              <a:noFill/>
            </a:ln>
          </p:spPr>
        </p:pic>
        <p:sp>
          <p:nvSpPr>
            <p:cNvPr id="218" name="Google Shape;218;p4"/>
            <p:cNvSpPr/>
            <p:nvPr/>
          </p:nvSpPr>
          <p:spPr>
            <a:xfrm>
              <a:off x="7631999" y="5087705"/>
              <a:ext cx="1034415" cy="0"/>
            </a:xfrm>
            <a:custGeom>
              <a:rect b="b" l="l" r="r" t="t"/>
              <a:pathLst>
                <a:path extrusionOk="0" h="120000" w="1034415">
                  <a:moveTo>
                    <a:pt x="0" y="0"/>
                  </a:moveTo>
                  <a:lnTo>
                    <a:pt x="10339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
            <p:cNvSpPr/>
            <p:nvPr/>
          </p:nvSpPr>
          <p:spPr>
            <a:xfrm>
              <a:off x="8665949" y="5087705"/>
              <a:ext cx="652145" cy="0"/>
            </a:xfrm>
            <a:custGeom>
              <a:rect b="b" l="l" r="r" t="t"/>
              <a:pathLst>
                <a:path extrusionOk="0" h="120000" w="652145">
                  <a:moveTo>
                    <a:pt x="0" y="0"/>
                  </a:moveTo>
                  <a:lnTo>
                    <a:pt x="6515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
            <p:cNvSpPr/>
            <p:nvPr/>
          </p:nvSpPr>
          <p:spPr>
            <a:xfrm>
              <a:off x="586308" y="4710861"/>
              <a:ext cx="6537959" cy="2306955"/>
            </a:xfrm>
            <a:custGeom>
              <a:rect b="b" l="l" r="r" t="t"/>
              <a:pathLst>
                <a:path extrusionOk="0" h="2306954" w="6537959">
                  <a:moveTo>
                    <a:pt x="6537401" y="2306332"/>
                  </a:moveTo>
                  <a:lnTo>
                    <a:pt x="0" y="2306332"/>
                  </a:lnTo>
                  <a:lnTo>
                    <a:pt x="0" y="0"/>
                  </a:lnTo>
                  <a:lnTo>
                    <a:pt x="6537401" y="0"/>
                  </a:lnTo>
                  <a:lnTo>
                    <a:pt x="6537401" y="230633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4"/>
            <p:cNvSpPr/>
            <p:nvPr/>
          </p:nvSpPr>
          <p:spPr>
            <a:xfrm>
              <a:off x="1766303" y="5732716"/>
              <a:ext cx="3552190" cy="1051560"/>
            </a:xfrm>
            <a:custGeom>
              <a:rect b="b" l="l" r="r" t="t"/>
              <a:pathLst>
                <a:path extrusionOk="0" h="1051559" w="3552190">
                  <a:moveTo>
                    <a:pt x="3551986" y="5080"/>
                  </a:moveTo>
                  <a:lnTo>
                    <a:pt x="479412" y="5080"/>
                  </a:lnTo>
                  <a:lnTo>
                    <a:pt x="479412" y="0"/>
                  </a:lnTo>
                  <a:lnTo>
                    <a:pt x="329653" y="0"/>
                  </a:lnTo>
                  <a:lnTo>
                    <a:pt x="329653" y="5080"/>
                  </a:lnTo>
                  <a:lnTo>
                    <a:pt x="111747" y="5080"/>
                  </a:lnTo>
                  <a:lnTo>
                    <a:pt x="111747" y="0"/>
                  </a:lnTo>
                  <a:lnTo>
                    <a:pt x="0" y="0"/>
                  </a:lnTo>
                  <a:lnTo>
                    <a:pt x="0" y="5080"/>
                  </a:lnTo>
                  <a:lnTo>
                    <a:pt x="0" y="36690"/>
                  </a:lnTo>
                  <a:lnTo>
                    <a:pt x="0" y="485140"/>
                  </a:lnTo>
                  <a:lnTo>
                    <a:pt x="0" y="1051560"/>
                  </a:lnTo>
                  <a:lnTo>
                    <a:pt x="479412" y="1051560"/>
                  </a:lnTo>
                  <a:lnTo>
                    <a:pt x="479412" y="485140"/>
                  </a:lnTo>
                  <a:lnTo>
                    <a:pt x="3072574" y="485140"/>
                  </a:lnTo>
                  <a:lnTo>
                    <a:pt x="3072574" y="1051560"/>
                  </a:lnTo>
                  <a:lnTo>
                    <a:pt x="3551986" y="1051560"/>
                  </a:lnTo>
                  <a:lnTo>
                    <a:pt x="3551986" y="485140"/>
                  </a:lnTo>
                  <a:lnTo>
                    <a:pt x="3551986" y="36690"/>
                  </a:lnTo>
                  <a:lnTo>
                    <a:pt x="3551986" y="5080"/>
                  </a:lnTo>
                  <a:close/>
                </a:path>
              </a:pathLst>
            </a:custGeom>
            <a:solidFill>
              <a:srgbClr val="E6E7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
            <p:cNvSpPr/>
            <p:nvPr/>
          </p:nvSpPr>
          <p:spPr>
            <a:xfrm>
              <a:off x="1766304" y="5733134"/>
              <a:ext cx="3552190" cy="1051560"/>
            </a:xfrm>
            <a:custGeom>
              <a:rect b="b" l="l" r="r" t="t"/>
              <a:pathLst>
                <a:path extrusionOk="0" h="1051559" w="3552190">
                  <a:moveTo>
                    <a:pt x="3551986" y="1051140"/>
                  </a:moveTo>
                  <a:lnTo>
                    <a:pt x="3551986" y="484568"/>
                  </a:lnTo>
                  <a:lnTo>
                    <a:pt x="3551986" y="5156"/>
                  </a:lnTo>
                  <a:lnTo>
                    <a:pt x="3072574" y="5156"/>
                  </a:lnTo>
                  <a:lnTo>
                    <a:pt x="479412" y="5156"/>
                  </a:lnTo>
                  <a:lnTo>
                    <a:pt x="479412" y="0"/>
                  </a:lnTo>
                  <a:lnTo>
                    <a:pt x="0" y="0"/>
                  </a:lnTo>
                  <a:lnTo>
                    <a:pt x="0" y="5156"/>
                  </a:lnTo>
                  <a:lnTo>
                    <a:pt x="0" y="484568"/>
                  </a:lnTo>
                  <a:lnTo>
                    <a:pt x="0" y="1051140"/>
                  </a:lnTo>
                  <a:lnTo>
                    <a:pt x="479412" y="1051140"/>
                  </a:lnTo>
                  <a:lnTo>
                    <a:pt x="479412" y="484568"/>
                  </a:lnTo>
                  <a:lnTo>
                    <a:pt x="3072574" y="484568"/>
                  </a:lnTo>
                  <a:lnTo>
                    <a:pt x="3072574" y="1051140"/>
                  </a:lnTo>
                  <a:lnTo>
                    <a:pt x="3551986" y="105114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3" name="Google Shape;223;p4"/>
            <p:cNvPicPr preferRelativeResize="0"/>
            <p:nvPr/>
          </p:nvPicPr>
          <p:blipFill rotWithShape="1">
            <a:blip r:embed="rId10">
              <a:alphaModFix/>
            </a:blip>
            <a:srcRect b="0" l="0" r="0" t="0"/>
            <a:stretch/>
          </p:blipFill>
          <p:spPr>
            <a:xfrm>
              <a:off x="1963517" y="6320726"/>
              <a:ext cx="175895" cy="102377"/>
            </a:xfrm>
            <a:prstGeom prst="rect">
              <a:avLst/>
            </a:prstGeom>
            <a:noFill/>
            <a:ln>
              <a:noFill/>
            </a:ln>
          </p:spPr>
        </p:pic>
        <p:pic>
          <p:nvPicPr>
            <p:cNvPr id="224" name="Google Shape;224;p4"/>
            <p:cNvPicPr preferRelativeResize="0"/>
            <p:nvPr/>
          </p:nvPicPr>
          <p:blipFill rotWithShape="1">
            <a:blip r:embed="rId11">
              <a:alphaModFix/>
            </a:blip>
            <a:srcRect b="0" l="0" r="0" t="0"/>
            <a:stretch/>
          </p:blipFill>
          <p:spPr>
            <a:xfrm>
              <a:off x="1302637" y="5195933"/>
              <a:ext cx="207696" cy="226338"/>
            </a:xfrm>
            <a:prstGeom prst="rect">
              <a:avLst/>
            </a:prstGeom>
            <a:noFill/>
            <a:ln>
              <a:noFill/>
            </a:ln>
          </p:spPr>
        </p:pic>
        <p:sp>
          <p:nvSpPr>
            <p:cNvPr id="225" name="Google Shape;225;p4"/>
            <p:cNvSpPr/>
            <p:nvPr/>
          </p:nvSpPr>
          <p:spPr>
            <a:xfrm>
              <a:off x="677786" y="6010630"/>
              <a:ext cx="479425" cy="784860"/>
            </a:xfrm>
            <a:custGeom>
              <a:rect b="b" l="l" r="r" t="t"/>
              <a:pathLst>
                <a:path extrusionOk="0" h="784859" w="479425">
                  <a:moveTo>
                    <a:pt x="479412" y="0"/>
                  </a:moveTo>
                  <a:lnTo>
                    <a:pt x="0" y="0"/>
                  </a:lnTo>
                  <a:lnTo>
                    <a:pt x="0" y="784491"/>
                  </a:lnTo>
                  <a:lnTo>
                    <a:pt x="479412" y="784491"/>
                  </a:lnTo>
                  <a:lnTo>
                    <a:pt x="479412" y="0"/>
                  </a:lnTo>
                  <a:close/>
                </a:path>
              </a:pathLst>
            </a:custGeom>
            <a:solidFill>
              <a:srgbClr val="E6E7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
            <p:cNvSpPr/>
            <p:nvPr/>
          </p:nvSpPr>
          <p:spPr>
            <a:xfrm>
              <a:off x="677786" y="6010630"/>
              <a:ext cx="479425" cy="784860"/>
            </a:xfrm>
            <a:custGeom>
              <a:rect b="b" l="l" r="r" t="t"/>
              <a:pathLst>
                <a:path extrusionOk="0" h="784859" w="479425">
                  <a:moveTo>
                    <a:pt x="479412" y="0"/>
                  </a:moveTo>
                  <a:lnTo>
                    <a:pt x="0" y="0"/>
                  </a:lnTo>
                  <a:lnTo>
                    <a:pt x="0" y="784491"/>
                  </a:lnTo>
                  <a:lnTo>
                    <a:pt x="479412" y="784491"/>
                  </a:lnTo>
                  <a:lnTo>
                    <a:pt x="479412"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4"/>
            <p:cNvSpPr/>
            <p:nvPr/>
          </p:nvSpPr>
          <p:spPr>
            <a:xfrm>
              <a:off x="1743735" y="4473676"/>
              <a:ext cx="1905" cy="127635"/>
            </a:xfrm>
            <a:custGeom>
              <a:rect b="b" l="l" r="r" t="t"/>
              <a:pathLst>
                <a:path extrusionOk="0" h="127635" w="1905">
                  <a:moveTo>
                    <a:pt x="1536" y="127571"/>
                  </a:moveTo>
                  <a:lnTo>
                    <a:pt x="0" y="127571"/>
                  </a:lnTo>
                  <a:lnTo>
                    <a:pt x="0" y="0"/>
                  </a:lnTo>
                  <a:lnTo>
                    <a:pt x="1536" y="0"/>
                  </a:lnTo>
                  <a:lnTo>
                    <a:pt x="1536" y="12757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4"/>
            <p:cNvSpPr/>
            <p:nvPr/>
          </p:nvSpPr>
          <p:spPr>
            <a:xfrm>
              <a:off x="1743745" y="4473668"/>
              <a:ext cx="5017770" cy="127635"/>
            </a:xfrm>
            <a:custGeom>
              <a:rect b="b" l="l" r="r" t="t"/>
              <a:pathLst>
                <a:path extrusionOk="0" h="127635" w="5017770">
                  <a:moveTo>
                    <a:pt x="4252048" y="0"/>
                  </a:moveTo>
                  <a:lnTo>
                    <a:pt x="5017350" y="0"/>
                  </a:lnTo>
                </a:path>
                <a:path extrusionOk="0" h="127635" w="5017770">
                  <a:moveTo>
                    <a:pt x="0" y="0"/>
                  </a:moveTo>
                  <a:lnTo>
                    <a:pt x="4146118" y="0"/>
                  </a:lnTo>
                </a:path>
                <a:path extrusionOk="0" h="127635" w="5017770">
                  <a:moveTo>
                    <a:pt x="4141876" y="127584"/>
                  </a:moveTo>
                  <a:lnTo>
                    <a:pt x="4140365" y="127584"/>
                  </a:lnTo>
                  <a:lnTo>
                    <a:pt x="4140365" y="0"/>
                  </a:lnTo>
                  <a:lnTo>
                    <a:pt x="4141876" y="0"/>
                  </a:lnTo>
                  <a:lnTo>
                    <a:pt x="4141876" y="12758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
            <p:cNvSpPr/>
            <p:nvPr/>
          </p:nvSpPr>
          <p:spPr>
            <a:xfrm>
              <a:off x="7276516" y="4782604"/>
              <a:ext cx="125095" cy="1981200"/>
            </a:xfrm>
            <a:custGeom>
              <a:rect b="b" l="l" r="r" t="t"/>
              <a:pathLst>
                <a:path extrusionOk="0" h="1981200" w="125095">
                  <a:moveTo>
                    <a:pt x="124536" y="1979104"/>
                  </a:moveTo>
                  <a:lnTo>
                    <a:pt x="0" y="1979104"/>
                  </a:lnTo>
                  <a:lnTo>
                    <a:pt x="0" y="1980653"/>
                  </a:lnTo>
                  <a:lnTo>
                    <a:pt x="124536" y="1980653"/>
                  </a:lnTo>
                  <a:lnTo>
                    <a:pt x="124536" y="1979104"/>
                  </a:lnTo>
                  <a:close/>
                </a:path>
                <a:path extrusionOk="0" h="1981200" w="125095">
                  <a:moveTo>
                    <a:pt x="124536" y="0"/>
                  </a:moveTo>
                  <a:lnTo>
                    <a:pt x="0" y="0"/>
                  </a:lnTo>
                  <a:lnTo>
                    <a:pt x="0" y="1536"/>
                  </a:lnTo>
                  <a:lnTo>
                    <a:pt x="124536" y="1536"/>
                  </a:lnTo>
                  <a:lnTo>
                    <a:pt x="124536"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
            <p:cNvSpPr/>
            <p:nvPr/>
          </p:nvSpPr>
          <p:spPr>
            <a:xfrm>
              <a:off x="7401057" y="4777893"/>
              <a:ext cx="0" cy="1985645"/>
            </a:xfrm>
            <a:custGeom>
              <a:rect b="b" l="l" r="r" t="t"/>
              <a:pathLst>
                <a:path extrusionOk="0" h="1985645" w="120000">
                  <a:moveTo>
                    <a:pt x="0" y="0"/>
                  </a:moveTo>
                  <a:lnTo>
                    <a:pt x="0" y="1985352"/>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
            <p:cNvSpPr/>
            <p:nvPr/>
          </p:nvSpPr>
          <p:spPr>
            <a:xfrm>
              <a:off x="5995797" y="4473663"/>
              <a:ext cx="766445" cy="127635"/>
            </a:xfrm>
            <a:custGeom>
              <a:rect b="b" l="l" r="r" t="t"/>
              <a:pathLst>
                <a:path extrusionOk="0" h="127635" w="766445">
                  <a:moveTo>
                    <a:pt x="1752" y="127584"/>
                  </a:moveTo>
                  <a:lnTo>
                    <a:pt x="0" y="127584"/>
                  </a:lnTo>
                  <a:lnTo>
                    <a:pt x="0" y="0"/>
                  </a:lnTo>
                  <a:lnTo>
                    <a:pt x="1752" y="0"/>
                  </a:lnTo>
                  <a:lnTo>
                    <a:pt x="1752" y="127584"/>
                  </a:lnTo>
                  <a:close/>
                </a:path>
                <a:path extrusionOk="0" h="127635" w="766445">
                  <a:moveTo>
                    <a:pt x="766178" y="127584"/>
                  </a:moveTo>
                  <a:lnTo>
                    <a:pt x="764425" y="127584"/>
                  </a:lnTo>
                  <a:lnTo>
                    <a:pt x="764425" y="0"/>
                  </a:lnTo>
                  <a:lnTo>
                    <a:pt x="766178" y="0"/>
                  </a:lnTo>
                  <a:lnTo>
                    <a:pt x="766178" y="12758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2" name="Google Shape;232;p4"/>
          <p:cNvSpPr txBox="1"/>
          <p:nvPr/>
        </p:nvSpPr>
        <p:spPr>
          <a:xfrm>
            <a:off x="7691298" y="5137861"/>
            <a:ext cx="47307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Building area</a:t>
            </a:r>
            <a:endParaRPr b="0" i="0" sz="600" u="none" cap="none" strike="noStrike">
              <a:solidFill>
                <a:srgbClr val="000000"/>
              </a:solidFill>
              <a:latin typeface="Arial"/>
              <a:ea typeface="Arial"/>
              <a:cs typeface="Arial"/>
              <a:sym typeface="Arial"/>
            </a:endParaRPr>
          </a:p>
        </p:txBody>
      </p:sp>
      <p:sp>
        <p:nvSpPr>
          <p:cNvPr id="233" name="Google Shape;233;p4"/>
          <p:cNvSpPr txBox="1"/>
          <p:nvPr/>
        </p:nvSpPr>
        <p:spPr>
          <a:xfrm>
            <a:off x="8803717" y="5137861"/>
            <a:ext cx="37211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4,650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234" name="Google Shape;234;p4"/>
          <p:cNvSpPr txBox="1"/>
          <p:nvPr/>
        </p:nvSpPr>
        <p:spPr>
          <a:xfrm>
            <a:off x="7763299" y="5322061"/>
            <a:ext cx="58801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Processing plant</a:t>
            </a:r>
            <a:endParaRPr b="0" i="0" sz="600" u="none" cap="none" strike="noStrike">
              <a:solidFill>
                <a:srgbClr val="000000"/>
              </a:solidFill>
              <a:latin typeface="Arial"/>
              <a:ea typeface="Arial"/>
              <a:cs typeface="Arial"/>
              <a:sym typeface="Arial"/>
            </a:endParaRPr>
          </a:p>
        </p:txBody>
      </p:sp>
      <p:sp>
        <p:nvSpPr>
          <p:cNvPr id="235" name="Google Shape;235;p4"/>
          <p:cNvSpPr txBox="1"/>
          <p:nvPr/>
        </p:nvSpPr>
        <p:spPr>
          <a:xfrm>
            <a:off x="8803708" y="5322061"/>
            <a:ext cx="37211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3,000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236" name="Google Shape;236;p4"/>
          <p:cNvSpPr txBox="1"/>
          <p:nvPr/>
        </p:nvSpPr>
        <p:spPr>
          <a:xfrm>
            <a:off x="7763299" y="5506261"/>
            <a:ext cx="50990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Waste storage</a:t>
            </a:r>
            <a:endParaRPr b="0" i="0" sz="600" u="none" cap="none" strike="noStrike">
              <a:solidFill>
                <a:srgbClr val="000000"/>
              </a:solidFill>
              <a:latin typeface="Arial"/>
              <a:ea typeface="Arial"/>
              <a:cs typeface="Arial"/>
              <a:sym typeface="Arial"/>
            </a:endParaRPr>
          </a:p>
        </p:txBody>
      </p:sp>
      <p:sp>
        <p:nvSpPr>
          <p:cNvPr id="237" name="Google Shape;237;p4"/>
          <p:cNvSpPr txBox="1"/>
          <p:nvPr/>
        </p:nvSpPr>
        <p:spPr>
          <a:xfrm>
            <a:off x="8862459" y="5506261"/>
            <a:ext cx="31369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640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238" name="Google Shape;238;p4"/>
          <p:cNvSpPr txBox="1"/>
          <p:nvPr/>
        </p:nvSpPr>
        <p:spPr>
          <a:xfrm>
            <a:off x="7763299" y="5690462"/>
            <a:ext cx="81915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Reclaimed storage area</a:t>
            </a:r>
            <a:endParaRPr b="0" i="0" sz="600" u="none" cap="none" strike="noStrike">
              <a:solidFill>
                <a:srgbClr val="000000"/>
              </a:solidFill>
              <a:latin typeface="Arial"/>
              <a:ea typeface="Arial"/>
              <a:cs typeface="Arial"/>
              <a:sym typeface="Arial"/>
            </a:endParaRPr>
          </a:p>
        </p:txBody>
      </p:sp>
      <p:sp>
        <p:nvSpPr>
          <p:cNvPr id="239" name="Google Shape;239;p4"/>
          <p:cNvSpPr txBox="1"/>
          <p:nvPr/>
        </p:nvSpPr>
        <p:spPr>
          <a:xfrm>
            <a:off x="8862459" y="5690462"/>
            <a:ext cx="31369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810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240" name="Google Shape;240;p4"/>
          <p:cNvSpPr txBox="1"/>
          <p:nvPr/>
        </p:nvSpPr>
        <p:spPr>
          <a:xfrm>
            <a:off x="7763299" y="5874661"/>
            <a:ext cx="62103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Office warehouse</a:t>
            </a:r>
            <a:endParaRPr b="0" i="0" sz="600" u="none" cap="none" strike="noStrike">
              <a:solidFill>
                <a:srgbClr val="000000"/>
              </a:solidFill>
              <a:latin typeface="Arial"/>
              <a:ea typeface="Arial"/>
              <a:cs typeface="Arial"/>
              <a:sym typeface="Arial"/>
            </a:endParaRPr>
          </a:p>
        </p:txBody>
      </p:sp>
      <p:sp>
        <p:nvSpPr>
          <p:cNvPr id="241" name="Google Shape;241;p4"/>
          <p:cNvSpPr txBox="1"/>
          <p:nvPr/>
        </p:nvSpPr>
        <p:spPr>
          <a:xfrm>
            <a:off x="8862459" y="5874661"/>
            <a:ext cx="31369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200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242" name="Google Shape;242;p4"/>
          <p:cNvSpPr txBox="1"/>
          <p:nvPr/>
        </p:nvSpPr>
        <p:spPr>
          <a:xfrm>
            <a:off x="7691298" y="6058861"/>
            <a:ext cx="664210"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Main building structure</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Firewall structure</a:t>
            </a:r>
            <a:endParaRPr b="0" i="0" sz="600" u="none" cap="none" strike="noStrike">
              <a:solidFill>
                <a:srgbClr val="000000"/>
              </a:solidFill>
              <a:latin typeface="Arial"/>
              <a:ea typeface="Arial"/>
              <a:cs typeface="Arial"/>
              <a:sym typeface="Arial"/>
            </a:endParaRPr>
          </a:p>
        </p:txBody>
      </p:sp>
      <p:sp>
        <p:nvSpPr>
          <p:cNvPr id="243" name="Google Shape;243;p4"/>
          <p:cNvSpPr txBox="1"/>
          <p:nvPr/>
        </p:nvSpPr>
        <p:spPr>
          <a:xfrm>
            <a:off x="8725249" y="6058861"/>
            <a:ext cx="470534"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HR-construct</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R-construct</a:t>
            </a:r>
            <a:endParaRPr b="0" i="0" sz="600" u="none" cap="none" strike="noStrike">
              <a:solidFill>
                <a:srgbClr val="000000"/>
              </a:solidFill>
              <a:latin typeface="Arial"/>
              <a:ea typeface="Arial"/>
              <a:cs typeface="Arial"/>
              <a:sym typeface="Arial"/>
            </a:endParaRPr>
          </a:p>
        </p:txBody>
      </p:sp>
      <p:sp>
        <p:nvSpPr>
          <p:cNvPr id="244" name="Google Shape;244;p4"/>
          <p:cNvSpPr txBox="1"/>
          <p:nvPr/>
        </p:nvSpPr>
        <p:spPr>
          <a:xfrm>
            <a:off x="7691291" y="6391237"/>
            <a:ext cx="5035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Ceiling height</a:t>
            </a:r>
            <a:endParaRPr b="0" i="0" sz="600" u="none" cap="none" strike="noStrike">
              <a:solidFill>
                <a:srgbClr val="000000"/>
              </a:solidFill>
              <a:latin typeface="Arial"/>
              <a:ea typeface="Arial"/>
              <a:cs typeface="Arial"/>
              <a:sym typeface="Arial"/>
            </a:endParaRPr>
          </a:p>
        </p:txBody>
      </p:sp>
      <p:sp>
        <p:nvSpPr>
          <p:cNvPr id="245" name="Google Shape;245;p4"/>
          <p:cNvSpPr txBox="1"/>
          <p:nvPr/>
        </p:nvSpPr>
        <p:spPr>
          <a:xfrm>
            <a:off x="8875744" y="6391237"/>
            <a:ext cx="19621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10 m</a:t>
            </a:r>
            <a:endParaRPr b="0" i="0" sz="600" u="none" cap="none" strike="noStrike">
              <a:solidFill>
                <a:srgbClr val="000000"/>
              </a:solidFill>
              <a:latin typeface="Arial"/>
              <a:ea typeface="Arial"/>
              <a:cs typeface="Arial"/>
              <a:sym typeface="Arial"/>
            </a:endParaRPr>
          </a:p>
        </p:txBody>
      </p:sp>
      <p:sp>
        <p:nvSpPr>
          <p:cNvPr id="246" name="Google Shape;246;p4"/>
          <p:cNvSpPr txBox="1"/>
          <p:nvPr/>
        </p:nvSpPr>
        <p:spPr>
          <a:xfrm>
            <a:off x="7691291" y="6575412"/>
            <a:ext cx="5613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Oil storage tank</a:t>
            </a:r>
            <a:endParaRPr b="0" i="0" sz="600" u="none" cap="none" strike="noStrike">
              <a:solidFill>
                <a:srgbClr val="000000"/>
              </a:solidFill>
              <a:latin typeface="Arial"/>
              <a:ea typeface="Arial"/>
              <a:cs typeface="Arial"/>
              <a:sym typeface="Arial"/>
            </a:endParaRPr>
          </a:p>
        </p:txBody>
      </p:sp>
      <p:sp>
        <p:nvSpPr>
          <p:cNvPr id="247" name="Google Shape;247;p4"/>
          <p:cNvSpPr txBox="1"/>
          <p:nvPr/>
        </p:nvSpPr>
        <p:spPr>
          <a:xfrm>
            <a:off x="8905233" y="6575412"/>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8 </a:t>
            </a:r>
            <a:endParaRPr b="0" i="0" sz="600" u="none" cap="none" strike="noStrike">
              <a:solidFill>
                <a:srgbClr val="000000"/>
              </a:solidFill>
              <a:latin typeface="Arial"/>
              <a:ea typeface="Arial"/>
              <a:cs typeface="Arial"/>
              <a:sym typeface="Arial"/>
            </a:endParaRPr>
          </a:p>
        </p:txBody>
      </p:sp>
      <p:sp>
        <p:nvSpPr>
          <p:cNvPr id="248" name="Google Shape;248;p4"/>
          <p:cNvSpPr txBox="1"/>
          <p:nvPr/>
        </p:nvSpPr>
        <p:spPr>
          <a:xfrm>
            <a:off x="7691298" y="6759661"/>
            <a:ext cx="6394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Water storage tank</a:t>
            </a:r>
            <a:endParaRPr b="0" i="0" sz="600" u="none" cap="none" strike="noStrike">
              <a:solidFill>
                <a:srgbClr val="000000"/>
              </a:solidFill>
              <a:latin typeface="Arial"/>
              <a:ea typeface="Arial"/>
              <a:cs typeface="Arial"/>
              <a:sym typeface="Arial"/>
            </a:endParaRPr>
          </a:p>
        </p:txBody>
      </p:sp>
      <p:sp>
        <p:nvSpPr>
          <p:cNvPr id="249" name="Google Shape;249;p4"/>
          <p:cNvSpPr txBox="1"/>
          <p:nvPr/>
        </p:nvSpPr>
        <p:spPr>
          <a:xfrm>
            <a:off x="8905248" y="6759661"/>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2 </a:t>
            </a:r>
            <a:endParaRPr b="0" i="0" sz="600" u="none" cap="none" strike="noStrike">
              <a:solidFill>
                <a:srgbClr val="000000"/>
              </a:solidFill>
              <a:latin typeface="Arial"/>
              <a:ea typeface="Arial"/>
              <a:cs typeface="Arial"/>
              <a:sym typeface="Arial"/>
            </a:endParaRPr>
          </a:p>
        </p:txBody>
      </p:sp>
      <p:sp>
        <p:nvSpPr>
          <p:cNvPr id="250" name="Google Shape;250;p4"/>
          <p:cNvSpPr txBox="1"/>
          <p:nvPr/>
        </p:nvSpPr>
        <p:spPr>
          <a:xfrm>
            <a:off x="1747291" y="4477648"/>
            <a:ext cx="4135120" cy="114300"/>
          </a:xfrm>
          <a:prstGeom prst="rect">
            <a:avLst/>
          </a:prstGeom>
          <a:noFill/>
          <a:ln>
            <a:noFill/>
          </a:ln>
        </p:spPr>
        <p:txBody>
          <a:bodyPr anchorCtr="0" anchor="t" bIns="0" lIns="0" spcFirstLastPara="1" rIns="0" wrap="square" tIns="16500">
            <a:spAutoFit/>
          </a:bodyPr>
          <a:lstStyle/>
          <a:p>
            <a:pPr indent="0" lvl="0" marL="0" marR="124460" rtl="0" algn="ctr">
              <a:lnSpc>
                <a:spcPct val="100000"/>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99 m</a:t>
            </a:r>
            <a:endParaRPr b="0" i="0" sz="550" u="none" cap="none" strike="noStrike">
              <a:solidFill>
                <a:srgbClr val="000000"/>
              </a:solidFill>
              <a:latin typeface="Arial"/>
              <a:ea typeface="Arial"/>
              <a:cs typeface="Arial"/>
              <a:sym typeface="Arial"/>
            </a:endParaRPr>
          </a:p>
        </p:txBody>
      </p:sp>
      <p:sp>
        <p:nvSpPr>
          <p:cNvPr id="251" name="Google Shape;251;p4"/>
          <p:cNvSpPr txBox="1"/>
          <p:nvPr/>
        </p:nvSpPr>
        <p:spPr>
          <a:xfrm>
            <a:off x="5999569" y="4477648"/>
            <a:ext cx="758825" cy="114300"/>
          </a:xfrm>
          <a:prstGeom prst="rect">
            <a:avLst/>
          </a:prstGeom>
          <a:noFill/>
          <a:ln>
            <a:noFill/>
          </a:ln>
        </p:spPr>
        <p:txBody>
          <a:bodyPr anchorCtr="0" anchor="t" bIns="0" lIns="0" spcFirstLastPara="1" rIns="0" wrap="square" tIns="16500">
            <a:spAutoFit/>
          </a:bodyPr>
          <a:lstStyle/>
          <a:p>
            <a:pPr indent="0" lvl="0" marL="38735" marR="0" rtl="0" algn="ctr">
              <a:lnSpc>
                <a:spcPct val="100000"/>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18 m</a:t>
            </a:r>
            <a:endParaRPr b="0" i="0" sz="550" u="none" cap="none" strike="noStrike">
              <a:solidFill>
                <a:srgbClr val="000000"/>
              </a:solidFill>
              <a:latin typeface="Arial"/>
              <a:ea typeface="Arial"/>
              <a:cs typeface="Arial"/>
              <a:sym typeface="Arial"/>
            </a:endParaRPr>
          </a:p>
        </p:txBody>
      </p:sp>
      <p:sp>
        <p:nvSpPr>
          <p:cNvPr id="252" name="Google Shape;252;p4"/>
          <p:cNvSpPr txBox="1"/>
          <p:nvPr/>
        </p:nvSpPr>
        <p:spPr>
          <a:xfrm rot="5400000">
            <a:off x="7232233" y="5700261"/>
            <a:ext cx="191135" cy="10922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45 m</a:t>
            </a:r>
            <a:endParaRPr b="0" i="0" sz="550" u="none" cap="none" strike="noStrike">
              <a:solidFill>
                <a:srgbClr val="000000"/>
              </a:solidFill>
              <a:latin typeface="Arial"/>
              <a:ea typeface="Arial"/>
              <a:cs typeface="Arial"/>
              <a:sym typeface="Arial"/>
            </a:endParaRPr>
          </a:p>
        </p:txBody>
      </p:sp>
      <p:grpSp>
        <p:nvGrpSpPr>
          <p:cNvPr id="253" name="Google Shape;253;p4"/>
          <p:cNvGrpSpPr/>
          <p:nvPr/>
        </p:nvGrpSpPr>
        <p:grpSpPr>
          <a:xfrm>
            <a:off x="1635551" y="4766995"/>
            <a:ext cx="5136089" cy="2104555"/>
            <a:chOff x="1635551" y="4766995"/>
            <a:chExt cx="5136089" cy="2104555"/>
          </a:xfrm>
        </p:grpSpPr>
        <p:pic>
          <p:nvPicPr>
            <p:cNvPr id="254" name="Google Shape;254;p4"/>
            <p:cNvPicPr preferRelativeResize="0"/>
            <p:nvPr/>
          </p:nvPicPr>
          <p:blipFill rotWithShape="1">
            <a:blip r:embed="rId12">
              <a:alphaModFix/>
            </a:blip>
            <a:srcRect b="0" l="0" r="0" t="0"/>
            <a:stretch/>
          </p:blipFill>
          <p:spPr>
            <a:xfrm>
              <a:off x="2230615" y="6215677"/>
              <a:ext cx="2619006" cy="458853"/>
            </a:xfrm>
            <a:prstGeom prst="rect">
              <a:avLst/>
            </a:prstGeom>
            <a:noFill/>
            <a:ln>
              <a:noFill/>
            </a:ln>
          </p:spPr>
        </p:pic>
        <p:sp>
          <p:nvSpPr>
            <p:cNvPr id="255" name="Google Shape;255;p4"/>
            <p:cNvSpPr/>
            <p:nvPr/>
          </p:nvSpPr>
          <p:spPr>
            <a:xfrm>
              <a:off x="2653855" y="6636346"/>
              <a:ext cx="55880" cy="36195"/>
            </a:xfrm>
            <a:custGeom>
              <a:rect b="b" l="l" r="r" t="t"/>
              <a:pathLst>
                <a:path extrusionOk="0" h="36195" w="55880">
                  <a:moveTo>
                    <a:pt x="55664" y="0"/>
                  </a:moveTo>
                  <a:lnTo>
                    <a:pt x="0" y="0"/>
                  </a:lnTo>
                  <a:lnTo>
                    <a:pt x="0" y="35864"/>
                  </a:lnTo>
                  <a:lnTo>
                    <a:pt x="55664" y="35864"/>
                  </a:lnTo>
                  <a:lnTo>
                    <a:pt x="55664"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
            <p:cNvSpPr/>
            <p:nvPr/>
          </p:nvSpPr>
          <p:spPr>
            <a:xfrm>
              <a:off x="2653855" y="6636346"/>
              <a:ext cx="55880" cy="36195"/>
            </a:xfrm>
            <a:custGeom>
              <a:rect b="b" l="l" r="r" t="t"/>
              <a:pathLst>
                <a:path extrusionOk="0" h="36195" w="55880">
                  <a:moveTo>
                    <a:pt x="0" y="35864"/>
                  </a:moveTo>
                  <a:lnTo>
                    <a:pt x="55664" y="35864"/>
                  </a:lnTo>
                  <a:lnTo>
                    <a:pt x="55664" y="0"/>
                  </a:lnTo>
                  <a:lnTo>
                    <a:pt x="0" y="0"/>
                  </a:lnTo>
                  <a:lnTo>
                    <a:pt x="0" y="3586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
            <p:cNvSpPr/>
            <p:nvPr/>
          </p:nvSpPr>
          <p:spPr>
            <a:xfrm>
              <a:off x="4776523" y="5448805"/>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
            <p:cNvSpPr/>
            <p:nvPr/>
          </p:nvSpPr>
          <p:spPr>
            <a:xfrm>
              <a:off x="4776523" y="5448805"/>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
            <p:cNvSpPr/>
            <p:nvPr/>
          </p:nvSpPr>
          <p:spPr>
            <a:xfrm>
              <a:off x="4776523" y="5356584"/>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4"/>
            <p:cNvSpPr/>
            <p:nvPr/>
          </p:nvSpPr>
          <p:spPr>
            <a:xfrm>
              <a:off x="4776523" y="5356584"/>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
            <p:cNvSpPr/>
            <p:nvPr/>
          </p:nvSpPr>
          <p:spPr>
            <a:xfrm>
              <a:off x="4867122" y="5448805"/>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
            <p:cNvSpPr/>
            <p:nvPr/>
          </p:nvSpPr>
          <p:spPr>
            <a:xfrm>
              <a:off x="4867122" y="5448805"/>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4"/>
            <p:cNvSpPr/>
            <p:nvPr/>
          </p:nvSpPr>
          <p:spPr>
            <a:xfrm>
              <a:off x="4867122" y="5356584"/>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
            <p:cNvSpPr/>
            <p:nvPr/>
          </p:nvSpPr>
          <p:spPr>
            <a:xfrm>
              <a:off x="4867122" y="5356584"/>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
            <p:cNvSpPr/>
            <p:nvPr/>
          </p:nvSpPr>
          <p:spPr>
            <a:xfrm>
              <a:off x="5137431" y="5448805"/>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
            <p:cNvSpPr/>
            <p:nvPr/>
          </p:nvSpPr>
          <p:spPr>
            <a:xfrm>
              <a:off x="5137431" y="5448805"/>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
            <p:cNvSpPr/>
            <p:nvPr/>
          </p:nvSpPr>
          <p:spPr>
            <a:xfrm>
              <a:off x="4957720" y="5448805"/>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
            <p:cNvSpPr/>
            <p:nvPr/>
          </p:nvSpPr>
          <p:spPr>
            <a:xfrm>
              <a:off x="4957720" y="5448805"/>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
            <p:cNvSpPr/>
            <p:nvPr/>
          </p:nvSpPr>
          <p:spPr>
            <a:xfrm>
              <a:off x="4957720" y="5356584"/>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
            <p:cNvSpPr/>
            <p:nvPr/>
          </p:nvSpPr>
          <p:spPr>
            <a:xfrm>
              <a:off x="4957720" y="5356584"/>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
            <p:cNvSpPr/>
            <p:nvPr/>
          </p:nvSpPr>
          <p:spPr>
            <a:xfrm>
              <a:off x="5137431" y="5541026"/>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
            <p:cNvSpPr/>
            <p:nvPr/>
          </p:nvSpPr>
          <p:spPr>
            <a:xfrm>
              <a:off x="5137431" y="5541026"/>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
            <p:cNvSpPr/>
            <p:nvPr/>
          </p:nvSpPr>
          <p:spPr>
            <a:xfrm>
              <a:off x="5048319" y="5448805"/>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
            <p:cNvSpPr/>
            <p:nvPr/>
          </p:nvSpPr>
          <p:spPr>
            <a:xfrm>
              <a:off x="5048319" y="5448805"/>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
            <p:cNvSpPr/>
            <p:nvPr/>
          </p:nvSpPr>
          <p:spPr>
            <a:xfrm>
              <a:off x="4776523" y="5541026"/>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
            <p:cNvSpPr/>
            <p:nvPr/>
          </p:nvSpPr>
          <p:spPr>
            <a:xfrm>
              <a:off x="4776523" y="5541026"/>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
            <p:cNvSpPr/>
            <p:nvPr/>
          </p:nvSpPr>
          <p:spPr>
            <a:xfrm>
              <a:off x="4867122" y="5541026"/>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4"/>
            <p:cNvSpPr/>
            <p:nvPr/>
          </p:nvSpPr>
          <p:spPr>
            <a:xfrm>
              <a:off x="4867122" y="5541026"/>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
            <p:cNvSpPr/>
            <p:nvPr/>
          </p:nvSpPr>
          <p:spPr>
            <a:xfrm>
              <a:off x="4957720" y="5541026"/>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
            <p:cNvSpPr/>
            <p:nvPr/>
          </p:nvSpPr>
          <p:spPr>
            <a:xfrm>
              <a:off x="4957720" y="5541026"/>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4"/>
            <p:cNvSpPr/>
            <p:nvPr/>
          </p:nvSpPr>
          <p:spPr>
            <a:xfrm>
              <a:off x="5048319" y="5541026"/>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
            <p:cNvSpPr/>
            <p:nvPr/>
          </p:nvSpPr>
          <p:spPr>
            <a:xfrm>
              <a:off x="5048319" y="5541026"/>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
            <p:cNvSpPr/>
            <p:nvPr/>
          </p:nvSpPr>
          <p:spPr>
            <a:xfrm>
              <a:off x="5048319" y="5356584"/>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
            <p:cNvSpPr/>
            <p:nvPr/>
          </p:nvSpPr>
          <p:spPr>
            <a:xfrm>
              <a:off x="5048319" y="5356584"/>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
            <p:cNvSpPr/>
            <p:nvPr/>
          </p:nvSpPr>
          <p:spPr>
            <a:xfrm>
              <a:off x="5137431" y="5356584"/>
              <a:ext cx="73660" cy="76200"/>
            </a:xfrm>
            <a:custGeom>
              <a:rect b="b" l="l" r="r" t="t"/>
              <a:pathLst>
                <a:path extrusionOk="0" h="76200" w="73660">
                  <a:moveTo>
                    <a:pt x="68262" y="0"/>
                  </a:moveTo>
                  <a:lnTo>
                    <a:pt x="5130" y="0"/>
                  </a:lnTo>
                  <a:lnTo>
                    <a:pt x="0" y="5130"/>
                  </a:lnTo>
                  <a:lnTo>
                    <a:pt x="0" y="70561"/>
                  </a:lnTo>
                  <a:lnTo>
                    <a:pt x="5130" y="75679"/>
                  </a:lnTo>
                  <a:lnTo>
                    <a:pt x="61950" y="75679"/>
                  </a:lnTo>
                  <a:lnTo>
                    <a:pt x="68262" y="75679"/>
                  </a:lnTo>
                  <a:lnTo>
                    <a:pt x="73393" y="70561"/>
                  </a:lnTo>
                  <a:lnTo>
                    <a:pt x="73393" y="5130"/>
                  </a:lnTo>
                  <a:lnTo>
                    <a:pt x="6826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
            <p:cNvSpPr/>
            <p:nvPr/>
          </p:nvSpPr>
          <p:spPr>
            <a:xfrm>
              <a:off x="5137431" y="5356584"/>
              <a:ext cx="73660" cy="76200"/>
            </a:xfrm>
            <a:custGeom>
              <a:rect b="b" l="l" r="r" t="t"/>
              <a:pathLst>
                <a:path extrusionOk="0" h="76200" w="73660">
                  <a:moveTo>
                    <a:pt x="61950" y="75679"/>
                  </a:moveTo>
                  <a:lnTo>
                    <a:pt x="11442" y="75679"/>
                  </a:lnTo>
                  <a:lnTo>
                    <a:pt x="5130" y="75679"/>
                  </a:lnTo>
                  <a:lnTo>
                    <a:pt x="0" y="70561"/>
                  </a:lnTo>
                  <a:lnTo>
                    <a:pt x="0" y="64236"/>
                  </a:lnTo>
                  <a:lnTo>
                    <a:pt x="0" y="11442"/>
                  </a:lnTo>
                  <a:lnTo>
                    <a:pt x="0" y="5130"/>
                  </a:lnTo>
                  <a:lnTo>
                    <a:pt x="5130" y="0"/>
                  </a:lnTo>
                  <a:lnTo>
                    <a:pt x="11442" y="0"/>
                  </a:lnTo>
                  <a:lnTo>
                    <a:pt x="61950" y="0"/>
                  </a:lnTo>
                  <a:lnTo>
                    <a:pt x="68262" y="0"/>
                  </a:lnTo>
                  <a:lnTo>
                    <a:pt x="73393" y="5130"/>
                  </a:lnTo>
                  <a:lnTo>
                    <a:pt x="73393" y="11442"/>
                  </a:lnTo>
                  <a:lnTo>
                    <a:pt x="73393" y="64236"/>
                  </a:lnTo>
                  <a:lnTo>
                    <a:pt x="73393" y="70561"/>
                  </a:lnTo>
                  <a:lnTo>
                    <a:pt x="68262" y="75679"/>
                  </a:lnTo>
                  <a:lnTo>
                    <a:pt x="61950" y="7567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4"/>
            <p:cNvSpPr/>
            <p:nvPr/>
          </p:nvSpPr>
          <p:spPr>
            <a:xfrm>
              <a:off x="4672478" y="5519334"/>
              <a:ext cx="93345" cy="93345"/>
            </a:xfrm>
            <a:custGeom>
              <a:rect b="b" l="l" r="r" t="t"/>
              <a:pathLst>
                <a:path extrusionOk="0" h="93345" w="93345">
                  <a:moveTo>
                    <a:pt x="46647" y="0"/>
                  </a:moveTo>
                  <a:lnTo>
                    <a:pt x="28492" y="3664"/>
                  </a:lnTo>
                  <a:lnTo>
                    <a:pt x="13665" y="13658"/>
                  </a:lnTo>
                  <a:lnTo>
                    <a:pt x="3666" y="28482"/>
                  </a:lnTo>
                  <a:lnTo>
                    <a:pt x="0" y="46634"/>
                  </a:lnTo>
                  <a:lnTo>
                    <a:pt x="3666" y="64794"/>
                  </a:lnTo>
                  <a:lnTo>
                    <a:pt x="13665" y="79621"/>
                  </a:lnTo>
                  <a:lnTo>
                    <a:pt x="28492" y="89616"/>
                  </a:lnTo>
                  <a:lnTo>
                    <a:pt x="46647" y="93281"/>
                  </a:lnTo>
                  <a:lnTo>
                    <a:pt x="64799" y="89616"/>
                  </a:lnTo>
                  <a:lnTo>
                    <a:pt x="79622" y="79621"/>
                  </a:lnTo>
                  <a:lnTo>
                    <a:pt x="89616" y="64794"/>
                  </a:lnTo>
                  <a:lnTo>
                    <a:pt x="93281" y="46634"/>
                  </a:lnTo>
                  <a:lnTo>
                    <a:pt x="89616" y="28482"/>
                  </a:lnTo>
                  <a:lnTo>
                    <a:pt x="79622" y="13658"/>
                  </a:lnTo>
                  <a:lnTo>
                    <a:pt x="64799" y="3664"/>
                  </a:lnTo>
                  <a:lnTo>
                    <a:pt x="46647"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
            <p:cNvSpPr/>
            <p:nvPr/>
          </p:nvSpPr>
          <p:spPr>
            <a:xfrm>
              <a:off x="4672478" y="5519334"/>
              <a:ext cx="93345" cy="93345"/>
            </a:xfrm>
            <a:custGeom>
              <a:rect b="b" l="l" r="r" t="t"/>
              <a:pathLst>
                <a:path extrusionOk="0" h="93345" w="93345">
                  <a:moveTo>
                    <a:pt x="46647" y="93281"/>
                  </a:moveTo>
                  <a:lnTo>
                    <a:pt x="28492" y="89616"/>
                  </a:lnTo>
                  <a:lnTo>
                    <a:pt x="13665" y="79621"/>
                  </a:lnTo>
                  <a:lnTo>
                    <a:pt x="3666" y="64794"/>
                  </a:lnTo>
                  <a:lnTo>
                    <a:pt x="0" y="46634"/>
                  </a:lnTo>
                  <a:lnTo>
                    <a:pt x="3666" y="28482"/>
                  </a:lnTo>
                  <a:lnTo>
                    <a:pt x="13665" y="13658"/>
                  </a:lnTo>
                  <a:lnTo>
                    <a:pt x="28492" y="3664"/>
                  </a:lnTo>
                  <a:lnTo>
                    <a:pt x="46647" y="0"/>
                  </a:lnTo>
                  <a:lnTo>
                    <a:pt x="64799" y="3664"/>
                  </a:lnTo>
                  <a:lnTo>
                    <a:pt x="79622" y="13658"/>
                  </a:lnTo>
                  <a:lnTo>
                    <a:pt x="89616" y="28482"/>
                  </a:lnTo>
                  <a:lnTo>
                    <a:pt x="93281" y="46634"/>
                  </a:lnTo>
                  <a:lnTo>
                    <a:pt x="89616" y="64794"/>
                  </a:lnTo>
                  <a:lnTo>
                    <a:pt x="79622" y="79621"/>
                  </a:lnTo>
                  <a:lnTo>
                    <a:pt x="64799" y="89616"/>
                  </a:lnTo>
                  <a:lnTo>
                    <a:pt x="46647" y="9328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
            <p:cNvSpPr/>
            <p:nvPr/>
          </p:nvSpPr>
          <p:spPr>
            <a:xfrm>
              <a:off x="4688154" y="5468505"/>
              <a:ext cx="36195" cy="43180"/>
            </a:xfrm>
            <a:custGeom>
              <a:rect b="b" l="l" r="r" t="t"/>
              <a:pathLst>
                <a:path extrusionOk="0" h="43179" w="36195">
                  <a:moveTo>
                    <a:pt x="35725" y="0"/>
                  </a:moveTo>
                  <a:lnTo>
                    <a:pt x="0" y="0"/>
                  </a:lnTo>
                  <a:lnTo>
                    <a:pt x="0" y="43027"/>
                  </a:lnTo>
                  <a:lnTo>
                    <a:pt x="35725" y="43027"/>
                  </a:lnTo>
                  <a:lnTo>
                    <a:pt x="35725"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
            <p:cNvSpPr/>
            <p:nvPr/>
          </p:nvSpPr>
          <p:spPr>
            <a:xfrm>
              <a:off x="4688154" y="5468505"/>
              <a:ext cx="36195" cy="43180"/>
            </a:xfrm>
            <a:custGeom>
              <a:rect b="b" l="l" r="r" t="t"/>
              <a:pathLst>
                <a:path extrusionOk="0" h="43179" w="36195">
                  <a:moveTo>
                    <a:pt x="0" y="0"/>
                  </a:moveTo>
                  <a:lnTo>
                    <a:pt x="35725" y="0"/>
                  </a:lnTo>
                  <a:lnTo>
                    <a:pt x="35725" y="43027"/>
                  </a:lnTo>
                  <a:lnTo>
                    <a:pt x="0" y="43027"/>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
            <p:cNvSpPr/>
            <p:nvPr/>
          </p:nvSpPr>
          <p:spPr>
            <a:xfrm>
              <a:off x="4729568" y="5468505"/>
              <a:ext cx="30480" cy="43180"/>
            </a:xfrm>
            <a:custGeom>
              <a:rect b="b" l="l" r="r" t="t"/>
              <a:pathLst>
                <a:path extrusionOk="0" h="43179" w="30479">
                  <a:moveTo>
                    <a:pt x="30035" y="0"/>
                  </a:moveTo>
                  <a:lnTo>
                    <a:pt x="0" y="0"/>
                  </a:lnTo>
                  <a:lnTo>
                    <a:pt x="0" y="43027"/>
                  </a:lnTo>
                  <a:lnTo>
                    <a:pt x="30035" y="43027"/>
                  </a:lnTo>
                  <a:lnTo>
                    <a:pt x="30035"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
            <p:cNvSpPr/>
            <p:nvPr/>
          </p:nvSpPr>
          <p:spPr>
            <a:xfrm>
              <a:off x="4729568" y="5468505"/>
              <a:ext cx="30480" cy="43180"/>
            </a:xfrm>
            <a:custGeom>
              <a:rect b="b" l="l" r="r" t="t"/>
              <a:pathLst>
                <a:path extrusionOk="0" h="43179" w="30479">
                  <a:moveTo>
                    <a:pt x="30035" y="0"/>
                  </a:moveTo>
                  <a:lnTo>
                    <a:pt x="0" y="0"/>
                  </a:lnTo>
                  <a:lnTo>
                    <a:pt x="0" y="43027"/>
                  </a:lnTo>
                  <a:lnTo>
                    <a:pt x="30035" y="43027"/>
                  </a:lnTo>
                  <a:lnTo>
                    <a:pt x="3003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
            <p:cNvSpPr/>
            <p:nvPr/>
          </p:nvSpPr>
          <p:spPr>
            <a:xfrm>
              <a:off x="3729583" y="5575160"/>
              <a:ext cx="50800" cy="40640"/>
            </a:xfrm>
            <a:custGeom>
              <a:rect b="b" l="l" r="r" t="t"/>
              <a:pathLst>
                <a:path extrusionOk="0" h="40639" w="50800">
                  <a:moveTo>
                    <a:pt x="50253" y="0"/>
                  </a:moveTo>
                  <a:lnTo>
                    <a:pt x="0" y="0"/>
                  </a:lnTo>
                  <a:lnTo>
                    <a:pt x="0" y="40297"/>
                  </a:lnTo>
                  <a:lnTo>
                    <a:pt x="50253" y="40297"/>
                  </a:lnTo>
                  <a:lnTo>
                    <a:pt x="50253"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4"/>
            <p:cNvSpPr/>
            <p:nvPr/>
          </p:nvSpPr>
          <p:spPr>
            <a:xfrm>
              <a:off x="3729583" y="5575160"/>
              <a:ext cx="50800" cy="40640"/>
            </a:xfrm>
            <a:custGeom>
              <a:rect b="b" l="l" r="r" t="t"/>
              <a:pathLst>
                <a:path extrusionOk="0" h="40639" w="50800">
                  <a:moveTo>
                    <a:pt x="0" y="40297"/>
                  </a:moveTo>
                  <a:lnTo>
                    <a:pt x="50253" y="40297"/>
                  </a:lnTo>
                  <a:lnTo>
                    <a:pt x="50253" y="0"/>
                  </a:lnTo>
                  <a:lnTo>
                    <a:pt x="0" y="0"/>
                  </a:lnTo>
                  <a:lnTo>
                    <a:pt x="0" y="4029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4"/>
            <p:cNvSpPr/>
            <p:nvPr/>
          </p:nvSpPr>
          <p:spPr>
            <a:xfrm>
              <a:off x="3629062" y="5575160"/>
              <a:ext cx="50800" cy="40640"/>
            </a:xfrm>
            <a:custGeom>
              <a:rect b="b" l="l" r="r" t="t"/>
              <a:pathLst>
                <a:path extrusionOk="0" h="40639" w="50800">
                  <a:moveTo>
                    <a:pt x="50698" y="0"/>
                  </a:moveTo>
                  <a:lnTo>
                    <a:pt x="0" y="0"/>
                  </a:lnTo>
                  <a:lnTo>
                    <a:pt x="0" y="40297"/>
                  </a:lnTo>
                  <a:lnTo>
                    <a:pt x="50698" y="40297"/>
                  </a:lnTo>
                  <a:lnTo>
                    <a:pt x="50698"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
            <p:cNvSpPr/>
            <p:nvPr/>
          </p:nvSpPr>
          <p:spPr>
            <a:xfrm>
              <a:off x="3629062" y="5575160"/>
              <a:ext cx="50800" cy="40640"/>
            </a:xfrm>
            <a:custGeom>
              <a:rect b="b" l="l" r="r" t="t"/>
              <a:pathLst>
                <a:path extrusionOk="0" h="40639" w="50800">
                  <a:moveTo>
                    <a:pt x="0" y="40297"/>
                  </a:moveTo>
                  <a:lnTo>
                    <a:pt x="50698" y="40297"/>
                  </a:lnTo>
                  <a:lnTo>
                    <a:pt x="50698" y="0"/>
                  </a:lnTo>
                  <a:lnTo>
                    <a:pt x="0" y="0"/>
                  </a:lnTo>
                  <a:lnTo>
                    <a:pt x="0" y="4029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4"/>
            <p:cNvSpPr/>
            <p:nvPr/>
          </p:nvSpPr>
          <p:spPr>
            <a:xfrm>
              <a:off x="3533686" y="5582526"/>
              <a:ext cx="31115" cy="26670"/>
            </a:xfrm>
            <a:custGeom>
              <a:rect b="b" l="l" r="r" t="t"/>
              <a:pathLst>
                <a:path extrusionOk="0" h="26670" w="31114">
                  <a:moveTo>
                    <a:pt x="30822" y="0"/>
                  </a:moveTo>
                  <a:lnTo>
                    <a:pt x="0" y="0"/>
                  </a:lnTo>
                  <a:lnTo>
                    <a:pt x="0" y="26428"/>
                  </a:lnTo>
                  <a:lnTo>
                    <a:pt x="30822" y="26428"/>
                  </a:lnTo>
                  <a:lnTo>
                    <a:pt x="30822"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
            <p:cNvSpPr/>
            <p:nvPr/>
          </p:nvSpPr>
          <p:spPr>
            <a:xfrm>
              <a:off x="3533686" y="5582526"/>
              <a:ext cx="31115" cy="26670"/>
            </a:xfrm>
            <a:custGeom>
              <a:rect b="b" l="l" r="r" t="t"/>
              <a:pathLst>
                <a:path extrusionOk="0" h="26670" w="31114">
                  <a:moveTo>
                    <a:pt x="0" y="26428"/>
                  </a:moveTo>
                  <a:lnTo>
                    <a:pt x="30822" y="26428"/>
                  </a:lnTo>
                  <a:lnTo>
                    <a:pt x="30822" y="0"/>
                  </a:lnTo>
                  <a:lnTo>
                    <a:pt x="0" y="0"/>
                  </a:lnTo>
                  <a:lnTo>
                    <a:pt x="0" y="2642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
            <p:cNvSpPr/>
            <p:nvPr/>
          </p:nvSpPr>
          <p:spPr>
            <a:xfrm>
              <a:off x="3569271" y="5583555"/>
              <a:ext cx="11430" cy="22860"/>
            </a:xfrm>
            <a:custGeom>
              <a:rect b="b" l="l" r="r" t="t"/>
              <a:pathLst>
                <a:path extrusionOk="0" h="22860" w="11429">
                  <a:moveTo>
                    <a:pt x="11264" y="0"/>
                  </a:moveTo>
                  <a:lnTo>
                    <a:pt x="0" y="0"/>
                  </a:lnTo>
                  <a:lnTo>
                    <a:pt x="0" y="22821"/>
                  </a:lnTo>
                  <a:lnTo>
                    <a:pt x="11264" y="22821"/>
                  </a:lnTo>
                  <a:lnTo>
                    <a:pt x="11264"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4"/>
            <p:cNvSpPr/>
            <p:nvPr/>
          </p:nvSpPr>
          <p:spPr>
            <a:xfrm>
              <a:off x="3569271" y="5583555"/>
              <a:ext cx="11430" cy="22860"/>
            </a:xfrm>
            <a:custGeom>
              <a:rect b="b" l="l" r="r" t="t"/>
              <a:pathLst>
                <a:path extrusionOk="0" h="22860" w="11429">
                  <a:moveTo>
                    <a:pt x="0" y="22821"/>
                  </a:moveTo>
                  <a:lnTo>
                    <a:pt x="11264" y="22821"/>
                  </a:lnTo>
                  <a:lnTo>
                    <a:pt x="11264" y="0"/>
                  </a:lnTo>
                  <a:lnTo>
                    <a:pt x="0" y="0"/>
                  </a:lnTo>
                  <a:lnTo>
                    <a:pt x="0" y="2282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1" name="Google Shape;301;p4"/>
            <p:cNvPicPr preferRelativeResize="0"/>
            <p:nvPr/>
          </p:nvPicPr>
          <p:blipFill rotWithShape="1">
            <a:blip r:embed="rId13">
              <a:alphaModFix/>
            </a:blip>
            <a:srcRect b="0" l="0" r="0" t="0"/>
            <a:stretch/>
          </p:blipFill>
          <p:spPr>
            <a:xfrm>
              <a:off x="3804898" y="5544144"/>
              <a:ext cx="100228" cy="100228"/>
            </a:xfrm>
            <a:prstGeom prst="rect">
              <a:avLst/>
            </a:prstGeom>
            <a:noFill/>
            <a:ln>
              <a:noFill/>
            </a:ln>
          </p:spPr>
        </p:pic>
        <p:sp>
          <p:nvSpPr>
            <p:cNvPr id="302" name="Google Shape;302;p4"/>
            <p:cNvSpPr/>
            <p:nvPr/>
          </p:nvSpPr>
          <p:spPr>
            <a:xfrm>
              <a:off x="3425747" y="5546163"/>
              <a:ext cx="96520" cy="96520"/>
            </a:xfrm>
            <a:custGeom>
              <a:rect b="b" l="l" r="r" t="t"/>
              <a:pathLst>
                <a:path extrusionOk="0" h="96520" w="96520">
                  <a:moveTo>
                    <a:pt x="48094" y="0"/>
                  </a:moveTo>
                  <a:lnTo>
                    <a:pt x="29376" y="3778"/>
                  </a:lnTo>
                  <a:lnTo>
                    <a:pt x="14089" y="14084"/>
                  </a:lnTo>
                  <a:lnTo>
                    <a:pt x="3780" y="29371"/>
                  </a:lnTo>
                  <a:lnTo>
                    <a:pt x="0" y="48094"/>
                  </a:lnTo>
                  <a:lnTo>
                    <a:pt x="3780" y="66812"/>
                  </a:lnTo>
                  <a:lnTo>
                    <a:pt x="14089" y="82100"/>
                  </a:lnTo>
                  <a:lnTo>
                    <a:pt x="29376" y="92409"/>
                  </a:lnTo>
                  <a:lnTo>
                    <a:pt x="48094" y="96189"/>
                  </a:lnTo>
                  <a:lnTo>
                    <a:pt x="66812" y="92409"/>
                  </a:lnTo>
                  <a:lnTo>
                    <a:pt x="82100" y="82100"/>
                  </a:lnTo>
                  <a:lnTo>
                    <a:pt x="92409" y="66812"/>
                  </a:lnTo>
                  <a:lnTo>
                    <a:pt x="96189" y="48094"/>
                  </a:lnTo>
                  <a:lnTo>
                    <a:pt x="92409" y="29371"/>
                  </a:lnTo>
                  <a:lnTo>
                    <a:pt x="82100" y="14084"/>
                  </a:lnTo>
                  <a:lnTo>
                    <a:pt x="66812" y="3778"/>
                  </a:lnTo>
                  <a:lnTo>
                    <a:pt x="48094"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
            <p:cNvSpPr/>
            <p:nvPr/>
          </p:nvSpPr>
          <p:spPr>
            <a:xfrm>
              <a:off x="3425747" y="5546163"/>
              <a:ext cx="96520" cy="96520"/>
            </a:xfrm>
            <a:custGeom>
              <a:rect b="b" l="l" r="r" t="t"/>
              <a:pathLst>
                <a:path extrusionOk="0" h="96520" w="96520">
                  <a:moveTo>
                    <a:pt x="48094" y="0"/>
                  </a:moveTo>
                  <a:lnTo>
                    <a:pt x="29376" y="3778"/>
                  </a:lnTo>
                  <a:lnTo>
                    <a:pt x="14089" y="14084"/>
                  </a:lnTo>
                  <a:lnTo>
                    <a:pt x="3780" y="29371"/>
                  </a:lnTo>
                  <a:lnTo>
                    <a:pt x="0" y="48094"/>
                  </a:lnTo>
                  <a:lnTo>
                    <a:pt x="3780" y="66812"/>
                  </a:lnTo>
                  <a:lnTo>
                    <a:pt x="14089" y="82100"/>
                  </a:lnTo>
                  <a:lnTo>
                    <a:pt x="29376" y="92409"/>
                  </a:lnTo>
                  <a:lnTo>
                    <a:pt x="48094" y="96189"/>
                  </a:lnTo>
                  <a:lnTo>
                    <a:pt x="66812" y="92409"/>
                  </a:lnTo>
                  <a:lnTo>
                    <a:pt x="82100" y="82100"/>
                  </a:lnTo>
                  <a:lnTo>
                    <a:pt x="92409" y="66812"/>
                  </a:lnTo>
                  <a:lnTo>
                    <a:pt x="96189" y="48094"/>
                  </a:lnTo>
                  <a:lnTo>
                    <a:pt x="92409" y="29371"/>
                  </a:lnTo>
                  <a:lnTo>
                    <a:pt x="82100" y="14084"/>
                  </a:lnTo>
                  <a:lnTo>
                    <a:pt x="66812" y="3778"/>
                  </a:lnTo>
                  <a:lnTo>
                    <a:pt x="4809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
            <p:cNvSpPr/>
            <p:nvPr/>
          </p:nvSpPr>
          <p:spPr>
            <a:xfrm>
              <a:off x="3194984" y="5381275"/>
              <a:ext cx="593725" cy="251460"/>
            </a:xfrm>
            <a:custGeom>
              <a:rect b="b" l="l" r="r" t="t"/>
              <a:pathLst>
                <a:path extrusionOk="0" h="251460" w="593725">
                  <a:moveTo>
                    <a:pt x="505561" y="231584"/>
                  </a:moveTo>
                  <a:lnTo>
                    <a:pt x="493864" y="231584"/>
                  </a:lnTo>
                  <a:lnTo>
                    <a:pt x="493864" y="251459"/>
                  </a:lnTo>
                  <a:lnTo>
                    <a:pt x="505561" y="251459"/>
                  </a:lnTo>
                  <a:lnTo>
                    <a:pt x="505561" y="231584"/>
                  </a:lnTo>
                  <a:close/>
                </a:path>
                <a:path extrusionOk="0" h="251460" w="593725">
                  <a:moveTo>
                    <a:pt x="507517" y="194373"/>
                  </a:moveTo>
                  <a:lnTo>
                    <a:pt x="489318" y="194373"/>
                  </a:lnTo>
                  <a:lnTo>
                    <a:pt x="489318" y="231584"/>
                  </a:lnTo>
                  <a:lnTo>
                    <a:pt x="507517" y="231584"/>
                  </a:lnTo>
                  <a:lnTo>
                    <a:pt x="507517" y="194373"/>
                  </a:lnTo>
                  <a:close/>
                </a:path>
                <a:path extrusionOk="0" h="251460" w="593725">
                  <a:moveTo>
                    <a:pt x="530263" y="194373"/>
                  </a:moveTo>
                  <a:lnTo>
                    <a:pt x="512064" y="194373"/>
                  </a:lnTo>
                  <a:lnTo>
                    <a:pt x="512064" y="231584"/>
                  </a:lnTo>
                  <a:lnTo>
                    <a:pt x="530263" y="231584"/>
                  </a:lnTo>
                  <a:lnTo>
                    <a:pt x="530263" y="194373"/>
                  </a:lnTo>
                  <a:close/>
                </a:path>
                <a:path extrusionOk="0" h="251460" w="593725">
                  <a:moveTo>
                    <a:pt x="505561" y="167678"/>
                  </a:moveTo>
                  <a:lnTo>
                    <a:pt x="493864" y="167678"/>
                  </a:lnTo>
                  <a:lnTo>
                    <a:pt x="493864" y="194373"/>
                  </a:lnTo>
                  <a:lnTo>
                    <a:pt x="505561" y="194373"/>
                  </a:lnTo>
                  <a:lnTo>
                    <a:pt x="505561" y="167678"/>
                  </a:lnTo>
                  <a:close/>
                </a:path>
                <a:path extrusionOk="0" h="251460" w="593725">
                  <a:moveTo>
                    <a:pt x="526364" y="167678"/>
                  </a:moveTo>
                  <a:lnTo>
                    <a:pt x="514667" y="167678"/>
                  </a:lnTo>
                  <a:lnTo>
                    <a:pt x="514667" y="194373"/>
                  </a:lnTo>
                  <a:lnTo>
                    <a:pt x="526364" y="194373"/>
                  </a:lnTo>
                  <a:lnTo>
                    <a:pt x="526364" y="167678"/>
                  </a:lnTo>
                  <a:close/>
                </a:path>
                <a:path extrusionOk="0" h="251460" w="593725">
                  <a:moveTo>
                    <a:pt x="436029" y="94437"/>
                  </a:moveTo>
                  <a:lnTo>
                    <a:pt x="425653" y="94437"/>
                  </a:lnTo>
                  <a:lnTo>
                    <a:pt x="425653" y="167678"/>
                  </a:lnTo>
                  <a:lnTo>
                    <a:pt x="593331" y="167678"/>
                  </a:lnTo>
                  <a:lnTo>
                    <a:pt x="593331" y="157302"/>
                  </a:lnTo>
                  <a:lnTo>
                    <a:pt x="436029" y="157302"/>
                  </a:lnTo>
                  <a:lnTo>
                    <a:pt x="436029" y="94437"/>
                  </a:lnTo>
                  <a:close/>
                </a:path>
                <a:path extrusionOk="0" h="251460" w="593725">
                  <a:moveTo>
                    <a:pt x="593331" y="10375"/>
                  </a:moveTo>
                  <a:lnTo>
                    <a:pt x="582955" y="10375"/>
                  </a:lnTo>
                  <a:lnTo>
                    <a:pt x="582955" y="157302"/>
                  </a:lnTo>
                  <a:lnTo>
                    <a:pt x="593331" y="157302"/>
                  </a:lnTo>
                  <a:lnTo>
                    <a:pt x="593331" y="10375"/>
                  </a:lnTo>
                  <a:close/>
                </a:path>
                <a:path extrusionOk="0" h="251460" w="593725">
                  <a:moveTo>
                    <a:pt x="509485" y="14947"/>
                  </a:moveTo>
                  <a:lnTo>
                    <a:pt x="485042" y="19412"/>
                  </a:lnTo>
                  <a:lnTo>
                    <a:pt x="464453" y="31711"/>
                  </a:lnTo>
                  <a:lnTo>
                    <a:pt x="449362" y="50202"/>
                  </a:lnTo>
                  <a:lnTo>
                    <a:pt x="441413" y="73240"/>
                  </a:lnTo>
                  <a:lnTo>
                    <a:pt x="0" y="73240"/>
                  </a:lnTo>
                  <a:lnTo>
                    <a:pt x="0" y="94437"/>
                  </a:lnTo>
                  <a:lnTo>
                    <a:pt x="441413" y="94437"/>
                  </a:lnTo>
                  <a:lnTo>
                    <a:pt x="449362" y="117475"/>
                  </a:lnTo>
                  <a:lnTo>
                    <a:pt x="464453" y="135966"/>
                  </a:lnTo>
                  <a:lnTo>
                    <a:pt x="485042" y="148265"/>
                  </a:lnTo>
                  <a:lnTo>
                    <a:pt x="509485" y="152730"/>
                  </a:lnTo>
                  <a:lnTo>
                    <a:pt x="536303" y="147315"/>
                  </a:lnTo>
                  <a:lnTo>
                    <a:pt x="558203" y="132549"/>
                  </a:lnTo>
                  <a:lnTo>
                    <a:pt x="572968" y="110649"/>
                  </a:lnTo>
                  <a:lnTo>
                    <a:pt x="578383" y="83832"/>
                  </a:lnTo>
                  <a:lnTo>
                    <a:pt x="577318" y="71714"/>
                  </a:lnTo>
                  <a:lnTo>
                    <a:pt x="574247" y="60285"/>
                  </a:lnTo>
                  <a:lnTo>
                    <a:pt x="569355" y="49730"/>
                  </a:lnTo>
                  <a:lnTo>
                    <a:pt x="562825" y="40233"/>
                  </a:lnTo>
                  <a:lnTo>
                    <a:pt x="562825" y="20929"/>
                  </a:lnTo>
                  <a:lnTo>
                    <a:pt x="537552" y="20929"/>
                  </a:lnTo>
                  <a:lnTo>
                    <a:pt x="530958" y="18376"/>
                  </a:lnTo>
                  <a:lnTo>
                    <a:pt x="524057" y="16500"/>
                  </a:lnTo>
                  <a:lnTo>
                    <a:pt x="516887" y="15343"/>
                  </a:lnTo>
                  <a:lnTo>
                    <a:pt x="509485" y="14947"/>
                  </a:lnTo>
                  <a:close/>
                </a:path>
                <a:path extrusionOk="0" h="251460" w="593725">
                  <a:moveTo>
                    <a:pt x="371246" y="94437"/>
                  </a:moveTo>
                  <a:lnTo>
                    <a:pt x="176517" y="94437"/>
                  </a:lnTo>
                  <a:lnTo>
                    <a:pt x="176517" y="129768"/>
                  </a:lnTo>
                  <a:lnTo>
                    <a:pt x="371246" y="129768"/>
                  </a:lnTo>
                  <a:lnTo>
                    <a:pt x="371246" y="94437"/>
                  </a:lnTo>
                  <a:close/>
                </a:path>
                <a:path extrusionOk="0" h="251460" w="593725">
                  <a:moveTo>
                    <a:pt x="371246" y="39217"/>
                  </a:moveTo>
                  <a:lnTo>
                    <a:pt x="176517" y="39217"/>
                  </a:lnTo>
                  <a:lnTo>
                    <a:pt x="176517" y="73240"/>
                  </a:lnTo>
                  <a:lnTo>
                    <a:pt x="371246" y="73240"/>
                  </a:lnTo>
                  <a:lnTo>
                    <a:pt x="371246" y="39217"/>
                  </a:lnTo>
                  <a:close/>
                </a:path>
                <a:path extrusionOk="0" h="251460" w="593725">
                  <a:moveTo>
                    <a:pt x="593331" y="0"/>
                  </a:moveTo>
                  <a:lnTo>
                    <a:pt x="425653" y="0"/>
                  </a:lnTo>
                  <a:lnTo>
                    <a:pt x="425653" y="73240"/>
                  </a:lnTo>
                  <a:lnTo>
                    <a:pt x="436029" y="73240"/>
                  </a:lnTo>
                  <a:lnTo>
                    <a:pt x="436029" y="10375"/>
                  </a:lnTo>
                  <a:lnTo>
                    <a:pt x="593331" y="10375"/>
                  </a:lnTo>
                  <a:lnTo>
                    <a:pt x="593331" y="0"/>
                  </a:lnTo>
                  <a:close/>
                </a:path>
                <a:path extrusionOk="0" h="251460" w="593725">
                  <a:moveTo>
                    <a:pt x="562825" y="10375"/>
                  </a:moveTo>
                  <a:lnTo>
                    <a:pt x="537552" y="10375"/>
                  </a:lnTo>
                  <a:lnTo>
                    <a:pt x="537552" y="20929"/>
                  </a:lnTo>
                  <a:lnTo>
                    <a:pt x="562825" y="20929"/>
                  </a:lnTo>
                  <a:lnTo>
                    <a:pt x="562825" y="10375"/>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
            <p:cNvSpPr/>
            <p:nvPr/>
          </p:nvSpPr>
          <p:spPr>
            <a:xfrm>
              <a:off x="3194984" y="5381275"/>
              <a:ext cx="593725" cy="251460"/>
            </a:xfrm>
            <a:custGeom>
              <a:rect b="b" l="l" r="r" t="t"/>
              <a:pathLst>
                <a:path extrusionOk="0" h="251460" w="593725">
                  <a:moveTo>
                    <a:pt x="537552" y="0"/>
                  </a:moveTo>
                  <a:lnTo>
                    <a:pt x="436029" y="0"/>
                  </a:lnTo>
                  <a:lnTo>
                    <a:pt x="425653" y="0"/>
                  </a:lnTo>
                  <a:lnTo>
                    <a:pt x="425653" y="10375"/>
                  </a:lnTo>
                  <a:lnTo>
                    <a:pt x="425653" y="73240"/>
                  </a:lnTo>
                  <a:lnTo>
                    <a:pt x="376732" y="73240"/>
                  </a:lnTo>
                  <a:lnTo>
                    <a:pt x="371246" y="73240"/>
                  </a:lnTo>
                  <a:lnTo>
                    <a:pt x="371246" y="39217"/>
                  </a:lnTo>
                  <a:lnTo>
                    <a:pt x="176517" y="39217"/>
                  </a:lnTo>
                  <a:lnTo>
                    <a:pt x="176517" y="73240"/>
                  </a:lnTo>
                  <a:lnTo>
                    <a:pt x="0" y="73240"/>
                  </a:lnTo>
                  <a:lnTo>
                    <a:pt x="0" y="94437"/>
                  </a:lnTo>
                  <a:lnTo>
                    <a:pt x="176517" y="94437"/>
                  </a:lnTo>
                  <a:lnTo>
                    <a:pt x="176517" y="129768"/>
                  </a:lnTo>
                  <a:lnTo>
                    <a:pt x="371246" y="129768"/>
                  </a:lnTo>
                  <a:lnTo>
                    <a:pt x="371246" y="94437"/>
                  </a:lnTo>
                  <a:lnTo>
                    <a:pt x="376732" y="94437"/>
                  </a:lnTo>
                  <a:lnTo>
                    <a:pt x="425653" y="94437"/>
                  </a:lnTo>
                  <a:lnTo>
                    <a:pt x="425653" y="157302"/>
                  </a:lnTo>
                  <a:lnTo>
                    <a:pt x="425653" y="167678"/>
                  </a:lnTo>
                  <a:lnTo>
                    <a:pt x="436029" y="167678"/>
                  </a:lnTo>
                  <a:lnTo>
                    <a:pt x="493864" y="167678"/>
                  </a:lnTo>
                  <a:lnTo>
                    <a:pt x="493864" y="194373"/>
                  </a:lnTo>
                  <a:lnTo>
                    <a:pt x="489318" y="194373"/>
                  </a:lnTo>
                  <a:lnTo>
                    <a:pt x="489318" y="231584"/>
                  </a:lnTo>
                  <a:lnTo>
                    <a:pt x="493864" y="231584"/>
                  </a:lnTo>
                  <a:lnTo>
                    <a:pt x="493864" y="251459"/>
                  </a:lnTo>
                  <a:lnTo>
                    <a:pt x="505561" y="251459"/>
                  </a:lnTo>
                  <a:lnTo>
                    <a:pt x="505561" y="231584"/>
                  </a:lnTo>
                  <a:lnTo>
                    <a:pt x="507517" y="231584"/>
                  </a:lnTo>
                  <a:lnTo>
                    <a:pt x="507517" y="194373"/>
                  </a:lnTo>
                  <a:lnTo>
                    <a:pt x="505561" y="194373"/>
                  </a:lnTo>
                  <a:lnTo>
                    <a:pt x="505561" y="167678"/>
                  </a:lnTo>
                  <a:lnTo>
                    <a:pt x="514667" y="167678"/>
                  </a:lnTo>
                  <a:lnTo>
                    <a:pt x="514667" y="194373"/>
                  </a:lnTo>
                  <a:lnTo>
                    <a:pt x="512064" y="194373"/>
                  </a:lnTo>
                  <a:lnTo>
                    <a:pt x="512064" y="231584"/>
                  </a:lnTo>
                  <a:lnTo>
                    <a:pt x="530263" y="231584"/>
                  </a:lnTo>
                  <a:lnTo>
                    <a:pt x="530263" y="194373"/>
                  </a:lnTo>
                  <a:lnTo>
                    <a:pt x="526364" y="194373"/>
                  </a:lnTo>
                  <a:lnTo>
                    <a:pt x="526364" y="167678"/>
                  </a:lnTo>
                  <a:lnTo>
                    <a:pt x="582955" y="167678"/>
                  </a:lnTo>
                  <a:lnTo>
                    <a:pt x="593331" y="167678"/>
                  </a:lnTo>
                  <a:lnTo>
                    <a:pt x="593331" y="157302"/>
                  </a:lnTo>
                  <a:lnTo>
                    <a:pt x="593331" y="10375"/>
                  </a:lnTo>
                  <a:lnTo>
                    <a:pt x="593331" y="0"/>
                  </a:lnTo>
                  <a:lnTo>
                    <a:pt x="582955" y="0"/>
                  </a:lnTo>
                  <a:lnTo>
                    <a:pt x="562825" y="0"/>
                  </a:lnTo>
                  <a:lnTo>
                    <a:pt x="537552"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6" name="Google Shape;306;p4"/>
            <p:cNvPicPr preferRelativeResize="0"/>
            <p:nvPr/>
          </p:nvPicPr>
          <p:blipFill rotWithShape="1">
            <a:blip r:embed="rId14">
              <a:alphaModFix/>
            </a:blip>
            <a:srcRect b="0" l="0" r="0" t="0"/>
            <a:stretch/>
          </p:blipFill>
          <p:spPr>
            <a:xfrm>
              <a:off x="3628994" y="5389632"/>
              <a:ext cx="150964" cy="150964"/>
            </a:xfrm>
            <a:prstGeom prst="rect">
              <a:avLst/>
            </a:prstGeom>
            <a:noFill/>
            <a:ln>
              <a:noFill/>
            </a:ln>
          </p:spPr>
        </p:pic>
        <p:pic>
          <p:nvPicPr>
            <p:cNvPr id="307" name="Google Shape;307;p4"/>
            <p:cNvPicPr preferRelativeResize="0"/>
            <p:nvPr/>
          </p:nvPicPr>
          <p:blipFill rotWithShape="1">
            <a:blip r:embed="rId15">
              <a:alphaModFix/>
            </a:blip>
            <a:srcRect b="0" l="0" r="0" t="0"/>
            <a:stretch/>
          </p:blipFill>
          <p:spPr>
            <a:xfrm>
              <a:off x="4067092" y="5416099"/>
              <a:ext cx="264096" cy="97040"/>
            </a:xfrm>
            <a:prstGeom prst="rect">
              <a:avLst/>
            </a:prstGeom>
            <a:noFill/>
            <a:ln>
              <a:noFill/>
            </a:ln>
          </p:spPr>
        </p:pic>
        <p:pic>
          <p:nvPicPr>
            <p:cNvPr id="308" name="Google Shape;308;p4"/>
            <p:cNvPicPr preferRelativeResize="0"/>
            <p:nvPr/>
          </p:nvPicPr>
          <p:blipFill rotWithShape="1">
            <a:blip r:embed="rId16">
              <a:alphaModFix/>
            </a:blip>
            <a:srcRect b="0" l="0" r="0" t="0"/>
            <a:stretch/>
          </p:blipFill>
          <p:spPr>
            <a:xfrm>
              <a:off x="5811015" y="6284644"/>
              <a:ext cx="71627" cy="148508"/>
            </a:xfrm>
            <a:prstGeom prst="rect">
              <a:avLst/>
            </a:prstGeom>
            <a:noFill/>
            <a:ln>
              <a:noFill/>
            </a:ln>
          </p:spPr>
        </p:pic>
        <p:sp>
          <p:nvSpPr>
            <p:cNvPr id="309" name="Google Shape;309;p4"/>
            <p:cNvSpPr/>
            <p:nvPr/>
          </p:nvSpPr>
          <p:spPr>
            <a:xfrm>
              <a:off x="5796368" y="6636169"/>
              <a:ext cx="234315" cy="30480"/>
            </a:xfrm>
            <a:custGeom>
              <a:rect b="b" l="l" r="r" t="t"/>
              <a:pathLst>
                <a:path extrusionOk="0" h="30479" w="234314">
                  <a:moveTo>
                    <a:pt x="234099" y="0"/>
                  </a:moveTo>
                  <a:lnTo>
                    <a:pt x="0" y="0"/>
                  </a:lnTo>
                  <a:lnTo>
                    <a:pt x="0" y="29984"/>
                  </a:lnTo>
                  <a:lnTo>
                    <a:pt x="234099" y="29984"/>
                  </a:lnTo>
                  <a:lnTo>
                    <a:pt x="234099"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
            <p:cNvSpPr/>
            <p:nvPr/>
          </p:nvSpPr>
          <p:spPr>
            <a:xfrm>
              <a:off x="5796368" y="6636169"/>
              <a:ext cx="234315" cy="30480"/>
            </a:xfrm>
            <a:custGeom>
              <a:rect b="b" l="l" r="r" t="t"/>
              <a:pathLst>
                <a:path extrusionOk="0" h="30479" w="234314">
                  <a:moveTo>
                    <a:pt x="234099" y="0"/>
                  </a:moveTo>
                  <a:lnTo>
                    <a:pt x="0" y="0"/>
                  </a:lnTo>
                  <a:lnTo>
                    <a:pt x="0" y="29984"/>
                  </a:lnTo>
                  <a:lnTo>
                    <a:pt x="234099" y="29984"/>
                  </a:lnTo>
                  <a:lnTo>
                    <a:pt x="234099"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4"/>
            <p:cNvSpPr/>
            <p:nvPr/>
          </p:nvSpPr>
          <p:spPr>
            <a:xfrm>
              <a:off x="5379173" y="5831674"/>
              <a:ext cx="114935" cy="561340"/>
            </a:xfrm>
            <a:custGeom>
              <a:rect b="b" l="l" r="r" t="t"/>
              <a:pathLst>
                <a:path extrusionOk="0" h="561339" w="114935">
                  <a:moveTo>
                    <a:pt x="114871" y="0"/>
                  </a:moveTo>
                  <a:lnTo>
                    <a:pt x="0" y="0"/>
                  </a:lnTo>
                  <a:lnTo>
                    <a:pt x="0" y="561073"/>
                  </a:lnTo>
                  <a:lnTo>
                    <a:pt x="114871" y="561073"/>
                  </a:lnTo>
                  <a:lnTo>
                    <a:pt x="114871"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4"/>
            <p:cNvSpPr/>
            <p:nvPr/>
          </p:nvSpPr>
          <p:spPr>
            <a:xfrm>
              <a:off x="5379173" y="5831674"/>
              <a:ext cx="114935" cy="561340"/>
            </a:xfrm>
            <a:custGeom>
              <a:rect b="b" l="l" r="r" t="t"/>
              <a:pathLst>
                <a:path extrusionOk="0" h="561339" w="114935">
                  <a:moveTo>
                    <a:pt x="0" y="561073"/>
                  </a:moveTo>
                  <a:lnTo>
                    <a:pt x="114871" y="561073"/>
                  </a:lnTo>
                  <a:lnTo>
                    <a:pt x="114871" y="0"/>
                  </a:lnTo>
                  <a:lnTo>
                    <a:pt x="0" y="0"/>
                  </a:lnTo>
                  <a:lnTo>
                    <a:pt x="0" y="56107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
            <p:cNvSpPr/>
            <p:nvPr/>
          </p:nvSpPr>
          <p:spPr>
            <a:xfrm>
              <a:off x="5221935" y="5879896"/>
              <a:ext cx="250825" cy="205104"/>
            </a:xfrm>
            <a:custGeom>
              <a:rect b="b" l="l" r="r" t="t"/>
              <a:pathLst>
                <a:path extrusionOk="0" h="205104" w="250825">
                  <a:moveTo>
                    <a:pt x="250520" y="0"/>
                  </a:moveTo>
                  <a:lnTo>
                    <a:pt x="0" y="0"/>
                  </a:lnTo>
                  <a:lnTo>
                    <a:pt x="0" y="204838"/>
                  </a:lnTo>
                  <a:lnTo>
                    <a:pt x="250520" y="204838"/>
                  </a:lnTo>
                  <a:lnTo>
                    <a:pt x="25052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
            <p:cNvSpPr/>
            <p:nvPr/>
          </p:nvSpPr>
          <p:spPr>
            <a:xfrm>
              <a:off x="5221935" y="5879896"/>
              <a:ext cx="250825" cy="205104"/>
            </a:xfrm>
            <a:custGeom>
              <a:rect b="b" l="l" r="r" t="t"/>
              <a:pathLst>
                <a:path extrusionOk="0" h="205104" w="250825">
                  <a:moveTo>
                    <a:pt x="250520" y="204838"/>
                  </a:moveTo>
                  <a:lnTo>
                    <a:pt x="0" y="204838"/>
                  </a:lnTo>
                  <a:lnTo>
                    <a:pt x="0" y="0"/>
                  </a:lnTo>
                  <a:lnTo>
                    <a:pt x="250520" y="0"/>
                  </a:lnTo>
                  <a:lnTo>
                    <a:pt x="250520" y="20483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5" name="Google Shape;315;p4"/>
            <p:cNvPicPr preferRelativeResize="0"/>
            <p:nvPr/>
          </p:nvPicPr>
          <p:blipFill rotWithShape="1">
            <a:blip r:embed="rId17">
              <a:alphaModFix/>
            </a:blip>
            <a:srcRect b="0" l="0" r="0" t="0"/>
            <a:stretch/>
          </p:blipFill>
          <p:spPr>
            <a:xfrm>
              <a:off x="5207317" y="5887796"/>
              <a:ext cx="121705" cy="191623"/>
            </a:xfrm>
            <a:prstGeom prst="rect">
              <a:avLst/>
            </a:prstGeom>
            <a:noFill/>
            <a:ln>
              <a:noFill/>
            </a:ln>
          </p:spPr>
        </p:pic>
        <p:pic>
          <p:nvPicPr>
            <p:cNvPr id="316" name="Google Shape;316;p4"/>
            <p:cNvPicPr preferRelativeResize="0"/>
            <p:nvPr/>
          </p:nvPicPr>
          <p:blipFill rotWithShape="1">
            <a:blip r:embed="rId18">
              <a:alphaModFix/>
            </a:blip>
            <a:srcRect b="0" l="0" r="0" t="0"/>
            <a:stretch/>
          </p:blipFill>
          <p:spPr>
            <a:xfrm>
              <a:off x="4452878" y="5355441"/>
              <a:ext cx="71627" cy="71627"/>
            </a:xfrm>
            <a:prstGeom prst="rect">
              <a:avLst/>
            </a:prstGeom>
            <a:noFill/>
            <a:ln>
              <a:noFill/>
            </a:ln>
          </p:spPr>
        </p:pic>
        <p:pic>
          <p:nvPicPr>
            <p:cNvPr id="317" name="Google Shape;317;p4"/>
            <p:cNvPicPr preferRelativeResize="0"/>
            <p:nvPr/>
          </p:nvPicPr>
          <p:blipFill rotWithShape="1">
            <a:blip r:embed="rId19">
              <a:alphaModFix/>
            </a:blip>
            <a:srcRect b="0" l="0" r="0" t="0"/>
            <a:stretch/>
          </p:blipFill>
          <p:spPr>
            <a:xfrm>
              <a:off x="3454474" y="4838978"/>
              <a:ext cx="113499" cy="237947"/>
            </a:xfrm>
            <a:prstGeom prst="rect">
              <a:avLst/>
            </a:prstGeom>
            <a:noFill/>
            <a:ln>
              <a:noFill/>
            </a:ln>
          </p:spPr>
        </p:pic>
        <p:pic>
          <p:nvPicPr>
            <p:cNvPr id="318" name="Google Shape;318;p4"/>
            <p:cNvPicPr preferRelativeResize="0"/>
            <p:nvPr/>
          </p:nvPicPr>
          <p:blipFill rotWithShape="1">
            <a:blip r:embed="rId20">
              <a:alphaModFix/>
            </a:blip>
            <a:srcRect b="0" l="0" r="0" t="0"/>
            <a:stretch/>
          </p:blipFill>
          <p:spPr>
            <a:xfrm>
              <a:off x="3614971" y="4838978"/>
              <a:ext cx="113499" cy="237947"/>
            </a:xfrm>
            <a:prstGeom prst="rect">
              <a:avLst/>
            </a:prstGeom>
            <a:noFill/>
            <a:ln>
              <a:noFill/>
            </a:ln>
          </p:spPr>
        </p:pic>
        <p:pic>
          <p:nvPicPr>
            <p:cNvPr id="319" name="Google Shape;319;p4"/>
            <p:cNvPicPr preferRelativeResize="0"/>
            <p:nvPr/>
          </p:nvPicPr>
          <p:blipFill rotWithShape="1">
            <a:blip r:embed="rId21">
              <a:alphaModFix/>
            </a:blip>
            <a:srcRect b="0" l="0" r="0" t="0"/>
            <a:stretch/>
          </p:blipFill>
          <p:spPr>
            <a:xfrm>
              <a:off x="3293978" y="4838978"/>
              <a:ext cx="113499" cy="237947"/>
            </a:xfrm>
            <a:prstGeom prst="rect">
              <a:avLst/>
            </a:prstGeom>
            <a:noFill/>
            <a:ln>
              <a:noFill/>
            </a:ln>
          </p:spPr>
        </p:pic>
        <p:pic>
          <p:nvPicPr>
            <p:cNvPr id="320" name="Google Shape;320;p4"/>
            <p:cNvPicPr preferRelativeResize="0"/>
            <p:nvPr/>
          </p:nvPicPr>
          <p:blipFill rotWithShape="1">
            <a:blip r:embed="rId22">
              <a:alphaModFix/>
            </a:blip>
            <a:srcRect b="0" l="0" r="0" t="0"/>
            <a:stretch/>
          </p:blipFill>
          <p:spPr>
            <a:xfrm>
              <a:off x="4009770" y="5641352"/>
              <a:ext cx="215811" cy="70307"/>
            </a:xfrm>
            <a:prstGeom prst="rect">
              <a:avLst/>
            </a:prstGeom>
            <a:noFill/>
            <a:ln>
              <a:noFill/>
            </a:ln>
          </p:spPr>
        </p:pic>
        <p:pic>
          <p:nvPicPr>
            <p:cNvPr id="321" name="Google Shape;321;p4"/>
            <p:cNvPicPr preferRelativeResize="0"/>
            <p:nvPr/>
          </p:nvPicPr>
          <p:blipFill rotWithShape="1">
            <a:blip r:embed="rId23">
              <a:alphaModFix/>
            </a:blip>
            <a:srcRect b="0" l="0" r="0" t="0"/>
            <a:stretch/>
          </p:blipFill>
          <p:spPr>
            <a:xfrm>
              <a:off x="5191188" y="4839068"/>
              <a:ext cx="80479" cy="176212"/>
            </a:xfrm>
            <a:prstGeom prst="rect">
              <a:avLst/>
            </a:prstGeom>
            <a:noFill/>
            <a:ln>
              <a:noFill/>
            </a:ln>
          </p:spPr>
        </p:pic>
        <p:sp>
          <p:nvSpPr>
            <p:cNvPr id="322" name="Google Shape;322;p4"/>
            <p:cNvSpPr/>
            <p:nvPr/>
          </p:nvSpPr>
          <p:spPr>
            <a:xfrm>
              <a:off x="5982957" y="4768583"/>
              <a:ext cx="788670" cy="2002155"/>
            </a:xfrm>
            <a:custGeom>
              <a:rect b="b" l="l" r="r" t="t"/>
              <a:pathLst>
                <a:path extrusionOk="0" h="2002154" w="788670">
                  <a:moveTo>
                    <a:pt x="145415" y="819124"/>
                  </a:moveTo>
                  <a:lnTo>
                    <a:pt x="0" y="819124"/>
                  </a:lnTo>
                  <a:lnTo>
                    <a:pt x="0" y="1747062"/>
                  </a:lnTo>
                  <a:lnTo>
                    <a:pt x="145415" y="1747062"/>
                  </a:lnTo>
                  <a:lnTo>
                    <a:pt x="145415" y="819124"/>
                  </a:lnTo>
                  <a:close/>
                </a:path>
                <a:path extrusionOk="0" h="2002154" w="788670">
                  <a:moveTo>
                    <a:pt x="145415" y="0"/>
                  </a:moveTo>
                  <a:lnTo>
                    <a:pt x="0" y="0"/>
                  </a:lnTo>
                  <a:lnTo>
                    <a:pt x="0" y="620725"/>
                  </a:lnTo>
                  <a:lnTo>
                    <a:pt x="145415" y="620725"/>
                  </a:lnTo>
                  <a:lnTo>
                    <a:pt x="145415" y="0"/>
                  </a:lnTo>
                  <a:close/>
                </a:path>
                <a:path extrusionOk="0" h="2002154" w="788670">
                  <a:moveTo>
                    <a:pt x="788276" y="0"/>
                  </a:moveTo>
                  <a:lnTo>
                    <a:pt x="626795" y="0"/>
                  </a:lnTo>
                  <a:lnTo>
                    <a:pt x="626795" y="2001888"/>
                  </a:lnTo>
                  <a:lnTo>
                    <a:pt x="788276" y="2001888"/>
                  </a:lnTo>
                  <a:lnTo>
                    <a:pt x="788276" y="0"/>
                  </a:lnTo>
                  <a:close/>
                </a:path>
              </a:pathLst>
            </a:custGeom>
            <a:solidFill>
              <a:srgbClr val="BCBE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
            <p:cNvSpPr/>
            <p:nvPr/>
          </p:nvSpPr>
          <p:spPr>
            <a:xfrm>
              <a:off x="5982970" y="4768570"/>
              <a:ext cx="788670" cy="2005330"/>
            </a:xfrm>
            <a:custGeom>
              <a:rect b="b" l="l" r="r" t="t"/>
              <a:pathLst>
                <a:path extrusionOk="0" h="2005329" w="788670">
                  <a:moveTo>
                    <a:pt x="176263" y="1983016"/>
                  </a:moveTo>
                  <a:lnTo>
                    <a:pt x="1930" y="1983016"/>
                  </a:lnTo>
                  <a:lnTo>
                    <a:pt x="1930" y="2004809"/>
                  </a:lnTo>
                  <a:lnTo>
                    <a:pt x="176263" y="2004809"/>
                  </a:lnTo>
                  <a:lnTo>
                    <a:pt x="176263" y="1983016"/>
                  </a:lnTo>
                  <a:close/>
                </a:path>
                <a:path extrusionOk="0" h="2005329" w="788670">
                  <a:moveTo>
                    <a:pt x="176263" y="809828"/>
                  </a:moveTo>
                  <a:lnTo>
                    <a:pt x="1397" y="809828"/>
                  </a:lnTo>
                  <a:lnTo>
                    <a:pt x="1397" y="829932"/>
                  </a:lnTo>
                  <a:lnTo>
                    <a:pt x="0" y="829932"/>
                  </a:lnTo>
                  <a:lnTo>
                    <a:pt x="0" y="1829777"/>
                  </a:lnTo>
                  <a:lnTo>
                    <a:pt x="21793" y="1829777"/>
                  </a:lnTo>
                  <a:lnTo>
                    <a:pt x="21793" y="1757972"/>
                  </a:lnTo>
                  <a:lnTo>
                    <a:pt x="176263" y="1757972"/>
                  </a:lnTo>
                  <a:lnTo>
                    <a:pt x="176263" y="1736178"/>
                  </a:lnTo>
                  <a:lnTo>
                    <a:pt x="21793" y="1736178"/>
                  </a:lnTo>
                  <a:lnTo>
                    <a:pt x="21793" y="1603578"/>
                  </a:lnTo>
                  <a:lnTo>
                    <a:pt x="176263" y="1603578"/>
                  </a:lnTo>
                  <a:lnTo>
                    <a:pt x="176263" y="1581797"/>
                  </a:lnTo>
                  <a:lnTo>
                    <a:pt x="21793" y="1581797"/>
                  </a:lnTo>
                  <a:lnTo>
                    <a:pt x="21793" y="1449184"/>
                  </a:lnTo>
                  <a:lnTo>
                    <a:pt x="176263" y="1449184"/>
                  </a:lnTo>
                  <a:lnTo>
                    <a:pt x="176263" y="1427403"/>
                  </a:lnTo>
                  <a:lnTo>
                    <a:pt x="21793" y="1427403"/>
                  </a:lnTo>
                  <a:lnTo>
                    <a:pt x="21793" y="1294803"/>
                  </a:lnTo>
                  <a:lnTo>
                    <a:pt x="176263" y="1294803"/>
                  </a:lnTo>
                  <a:lnTo>
                    <a:pt x="176263" y="1273009"/>
                  </a:lnTo>
                  <a:lnTo>
                    <a:pt x="21793" y="1273009"/>
                  </a:lnTo>
                  <a:lnTo>
                    <a:pt x="21793" y="1140409"/>
                  </a:lnTo>
                  <a:lnTo>
                    <a:pt x="176263" y="1140409"/>
                  </a:lnTo>
                  <a:lnTo>
                    <a:pt x="176263" y="1118616"/>
                  </a:lnTo>
                  <a:lnTo>
                    <a:pt x="21793" y="1118616"/>
                  </a:lnTo>
                  <a:lnTo>
                    <a:pt x="21793" y="986015"/>
                  </a:lnTo>
                  <a:lnTo>
                    <a:pt x="176263" y="986015"/>
                  </a:lnTo>
                  <a:lnTo>
                    <a:pt x="176263" y="964222"/>
                  </a:lnTo>
                  <a:lnTo>
                    <a:pt x="21793" y="964222"/>
                  </a:lnTo>
                  <a:lnTo>
                    <a:pt x="21793" y="831621"/>
                  </a:lnTo>
                  <a:lnTo>
                    <a:pt x="176263" y="831621"/>
                  </a:lnTo>
                  <a:lnTo>
                    <a:pt x="176263" y="809828"/>
                  </a:lnTo>
                  <a:close/>
                </a:path>
                <a:path extrusionOk="0" h="2005329" w="788670">
                  <a:moveTo>
                    <a:pt x="788263" y="0"/>
                  </a:moveTo>
                  <a:lnTo>
                    <a:pt x="766470" y="0"/>
                  </a:lnTo>
                  <a:lnTo>
                    <a:pt x="21793" y="0"/>
                  </a:lnTo>
                  <a:lnTo>
                    <a:pt x="3771" y="0"/>
                  </a:lnTo>
                  <a:lnTo>
                    <a:pt x="0" y="0"/>
                  </a:lnTo>
                  <a:lnTo>
                    <a:pt x="0" y="625487"/>
                  </a:lnTo>
                  <a:lnTo>
                    <a:pt x="1397" y="625487"/>
                  </a:lnTo>
                  <a:lnTo>
                    <a:pt x="21793" y="625487"/>
                  </a:lnTo>
                  <a:lnTo>
                    <a:pt x="176263" y="625487"/>
                  </a:lnTo>
                  <a:lnTo>
                    <a:pt x="176263" y="603694"/>
                  </a:lnTo>
                  <a:lnTo>
                    <a:pt x="21793" y="603694"/>
                  </a:lnTo>
                  <a:lnTo>
                    <a:pt x="21793" y="474560"/>
                  </a:lnTo>
                  <a:lnTo>
                    <a:pt x="176263" y="474560"/>
                  </a:lnTo>
                  <a:lnTo>
                    <a:pt x="176263" y="452767"/>
                  </a:lnTo>
                  <a:lnTo>
                    <a:pt x="21793" y="452767"/>
                  </a:lnTo>
                  <a:lnTo>
                    <a:pt x="21793" y="323646"/>
                  </a:lnTo>
                  <a:lnTo>
                    <a:pt x="176263" y="323646"/>
                  </a:lnTo>
                  <a:lnTo>
                    <a:pt x="176263" y="301853"/>
                  </a:lnTo>
                  <a:lnTo>
                    <a:pt x="21793" y="301853"/>
                  </a:lnTo>
                  <a:lnTo>
                    <a:pt x="21793" y="172720"/>
                  </a:lnTo>
                  <a:lnTo>
                    <a:pt x="176263" y="172720"/>
                  </a:lnTo>
                  <a:lnTo>
                    <a:pt x="176263" y="150926"/>
                  </a:lnTo>
                  <a:lnTo>
                    <a:pt x="21793" y="150926"/>
                  </a:lnTo>
                  <a:lnTo>
                    <a:pt x="21793" y="21793"/>
                  </a:lnTo>
                  <a:lnTo>
                    <a:pt x="766470" y="21793"/>
                  </a:lnTo>
                  <a:lnTo>
                    <a:pt x="766470" y="180276"/>
                  </a:lnTo>
                  <a:lnTo>
                    <a:pt x="568502" y="180276"/>
                  </a:lnTo>
                  <a:lnTo>
                    <a:pt x="568502" y="202069"/>
                  </a:lnTo>
                  <a:lnTo>
                    <a:pt x="766470" y="202069"/>
                  </a:lnTo>
                  <a:lnTo>
                    <a:pt x="766470" y="360553"/>
                  </a:lnTo>
                  <a:lnTo>
                    <a:pt x="568502" y="360553"/>
                  </a:lnTo>
                  <a:lnTo>
                    <a:pt x="568502" y="382346"/>
                  </a:lnTo>
                  <a:lnTo>
                    <a:pt x="766470" y="382346"/>
                  </a:lnTo>
                  <a:lnTo>
                    <a:pt x="766470" y="540829"/>
                  </a:lnTo>
                  <a:lnTo>
                    <a:pt x="568502" y="540829"/>
                  </a:lnTo>
                  <a:lnTo>
                    <a:pt x="568502" y="562622"/>
                  </a:lnTo>
                  <a:lnTo>
                    <a:pt x="766470" y="562622"/>
                  </a:lnTo>
                  <a:lnTo>
                    <a:pt x="766470" y="721093"/>
                  </a:lnTo>
                  <a:lnTo>
                    <a:pt x="570344" y="721093"/>
                  </a:lnTo>
                  <a:lnTo>
                    <a:pt x="570344" y="742886"/>
                  </a:lnTo>
                  <a:lnTo>
                    <a:pt x="766470" y="742886"/>
                  </a:lnTo>
                  <a:lnTo>
                    <a:pt x="766470" y="901369"/>
                  </a:lnTo>
                  <a:lnTo>
                    <a:pt x="570344" y="901369"/>
                  </a:lnTo>
                  <a:lnTo>
                    <a:pt x="570344" y="923163"/>
                  </a:lnTo>
                  <a:lnTo>
                    <a:pt x="766470" y="923163"/>
                  </a:lnTo>
                  <a:lnTo>
                    <a:pt x="766470" y="1081646"/>
                  </a:lnTo>
                  <a:lnTo>
                    <a:pt x="570344" y="1081646"/>
                  </a:lnTo>
                  <a:lnTo>
                    <a:pt x="570344" y="1103439"/>
                  </a:lnTo>
                  <a:lnTo>
                    <a:pt x="766470" y="1103439"/>
                  </a:lnTo>
                  <a:lnTo>
                    <a:pt x="766470" y="1261922"/>
                  </a:lnTo>
                  <a:lnTo>
                    <a:pt x="570344" y="1261922"/>
                  </a:lnTo>
                  <a:lnTo>
                    <a:pt x="570344" y="1283716"/>
                  </a:lnTo>
                  <a:lnTo>
                    <a:pt x="766470" y="1283716"/>
                  </a:lnTo>
                  <a:lnTo>
                    <a:pt x="766470" y="1442212"/>
                  </a:lnTo>
                  <a:lnTo>
                    <a:pt x="570344" y="1442212"/>
                  </a:lnTo>
                  <a:lnTo>
                    <a:pt x="570344" y="1463992"/>
                  </a:lnTo>
                  <a:lnTo>
                    <a:pt x="766470" y="1463992"/>
                  </a:lnTo>
                  <a:lnTo>
                    <a:pt x="766470" y="1622475"/>
                  </a:lnTo>
                  <a:lnTo>
                    <a:pt x="570344" y="1622475"/>
                  </a:lnTo>
                  <a:lnTo>
                    <a:pt x="570344" y="1644256"/>
                  </a:lnTo>
                  <a:lnTo>
                    <a:pt x="766470" y="1644256"/>
                  </a:lnTo>
                  <a:lnTo>
                    <a:pt x="766470" y="1802739"/>
                  </a:lnTo>
                  <a:lnTo>
                    <a:pt x="570344" y="1802739"/>
                  </a:lnTo>
                  <a:lnTo>
                    <a:pt x="570344" y="1824532"/>
                  </a:lnTo>
                  <a:lnTo>
                    <a:pt x="766470" y="1824532"/>
                  </a:lnTo>
                  <a:lnTo>
                    <a:pt x="766470" y="1983016"/>
                  </a:lnTo>
                  <a:lnTo>
                    <a:pt x="481342" y="1983016"/>
                  </a:lnTo>
                  <a:lnTo>
                    <a:pt x="481342" y="2004809"/>
                  </a:lnTo>
                  <a:lnTo>
                    <a:pt x="766470" y="2004809"/>
                  </a:lnTo>
                  <a:lnTo>
                    <a:pt x="788263" y="2004809"/>
                  </a:lnTo>
                  <a:lnTo>
                    <a:pt x="788263" y="1983016"/>
                  </a:lnTo>
                  <a:lnTo>
                    <a:pt x="788263" y="21793"/>
                  </a:lnTo>
                  <a:lnTo>
                    <a:pt x="788263"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
            <p:cNvSpPr/>
            <p:nvPr/>
          </p:nvSpPr>
          <p:spPr>
            <a:xfrm>
              <a:off x="1739125" y="4766995"/>
              <a:ext cx="1336040" cy="268605"/>
            </a:xfrm>
            <a:custGeom>
              <a:rect b="b" l="l" r="r" t="t"/>
              <a:pathLst>
                <a:path extrusionOk="0" h="268604" w="1336039">
                  <a:moveTo>
                    <a:pt x="1335824" y="0"/>
                  </a:moveTo>
                  <a:lnTo>
                    <a:pt x="0" y="0"/>
                  </a:lnTo>
                  <a:lnTo>
                    <a:pt x="0" y="268071"/>
                  </a:lnTo>
                  <a:lnTo>
                    <a:pt x="1335824" y="268071"/>
                  </a:lnTo>
                  <a:lnTo>
                    <a:pt x="1335824" y="0"/>
                  </a:lnTo>
                  <a:close/>
                </a:path>
              </a:pathLst>
            </a:custGeom>
            <a:solidFill>
              <a:srgbClr val="BCBE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
            <p:cNvSpPr/>
            <p:nvPr/>
          </p:nvSpPr>
          <p:spPr>
            <a:xfrm>
              <a:off x="1739125" y="4766995"/>
              <a:ext cx="1362075" cy="871855"/>
            </a:xfrm>
            <a:custGeom>
              <a:rect b="b" l="l" r="r" t="t"/>
              <a:pathLst>
                <a:path extrusionOk="0" h="871854" w="1362075">
                  <a:moveTo>
                    <a:pt x="21793" y="740016"/>
                  </a:moveTo>
                  <a:lnTo>
                    <a:pt x="0" y="740016"/>
                  </a:lnTo>
                  <a:lnTo>
                    <a:pt x="0" y="871651"/>
                  </a:lnTo>
                  <a:lnTo>
                    <a:pt x="21793" y="871651"/>
                  </a:lnTo>
                  <a:lnTo>
                    <a:pt x="21793" y="740016"/>
                  </a:lnTo>
                  <a:close/>
                </a:path>
                <a:path extrusionOk="0" h="871854" w="1362075">
                  <a:moveTo>
                    <a:pt x="1361960" y="0"/>
                  </a:moveTo>
                  <a:lnTo>
                    <a:pt x="1361960" y="0"/>
                  </a:lnTo>
                  <a:lnTo>
                    <a:pt x="0" y="0"/>
                  </a:lnTo>
                  <a:lnTo>
                    <a:pt x="0" y="463372"/>
                  </a:lnTo>
                  <a:lnTo>
                    <a:pt x="21793" y="463372"/>
                  </a:lnTo>
                  <a:lnTo>
                    <a:pt x="21793" y="21793"/>
                  </a:lnTo>
                  <a:lnTo>
                    <a:pt x="335051" y="21793"/>
                  </a:lnTo>
                  <a:lnTo>
                    <a:pt x="335051" y="326872"/>
                  </a:lnTo>
                  <a:lnTo>
                    <a:pt x="356844" y="326872"/>
                  </a:lnTo>
                  <a:lnTo>
                    <a:pt x="356844" y="21793"/>
                  </a:lnTo>
                  <a:lnTo>
                    <a:pt x="670090" y="21793"/>
                  </a:lnTo>
                  <a:lnTo>
                    <a:pt x="670090" y="326872"/>
                  </a:lnTo>
                  <a:lnTo>
                    <a:pt x="691883" y="326872"/>
                  </a:lnTo>
                  <a:lnTo>
                    <a:pt x="691883" y="21793"/>
                  </a:lnTo>
                  <a:lnTo>
                    <a:pt x="1005128" y="21793"/>
                  </a:lnTo>
                  <a:lnTo>
                    <a:pt x="1005128" y="326872"/>
                  </a:lnTo>
                  <a:lnTo>
                    <a:pt x="1026922" y="326872"/>
                  </a:lnTo>
                  <a:lnTo>
                    <a:pt x="1026922" y="21793"/>
                  </a:lnTo>
                  <a:lnTo>
                    <a:pt x="1340167" y="21793"/>
                  </a:lnTo>
                  <a:lnTo>
                    <a:pt x="1340167" y="871651"/>
                  </a:lnTo>
                  <a:lnTo>
                    <a:pt x="1361960" y="871651"/>
                  </a:lnTo>
                  <a:lnTo>
                    <a:pt x="1361960" y="21793"/>
                  </a:lnTo>
                  <a:lnTo>
                    <a:pt x="1361960"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6" name="Google Shape;326;p4"/>
            <p:cNvPicPr preferRelativeResize="0"/>
            <p:nvPr/>
          </p:nvPicPr>
          <p:blipFill rotWithShape="1">
            <a:blip r:embed="rId24">
              <a:alphaModFix/>
            </a:blip>
            <a:srcRect b="0" l="0" r="0" t="0"/>
            <a:stretch/>
          </p:blipFill>
          <p:spPr>
            <a:xfrm>
              <a:off x="1739125" y="5540405"/>
              <a:ext cx="361511" cy="233668"/>
            </a:xfrm>
            <a:prstGeom prst="rect">
              <a:avLst/>
            </a:prstGeom>
            <a:noFill/>
            <a:ln>
              <a:noFill/>
            </a:ln>
          </p:spPr>
        </p:pic>
        <p:sp>
          <p:nvSpPr>
            <p:cNvPr id="327" name="Google Shape;327;p4"/>
            <p:cNvSpPr/>
            <p:nvPr/>
          </p:nvSpPr>
          <p:spPr>
            <a:xfrm>
              <a:off x="1854377" y="5363159"/>
              <a:ext cx="4169410" cy="1407795"/>
            </a:xfrm>
            <a:custGeom>
              <a:rect b="b" l="l" r="r" t="t"/>
              <a:pathLst>
                <a:path extrusionOk="0" h="1407795" w="4169410">
                  <a:moveTo>
                    <a:pt x="21793" y="275501"/>
                  </a:moveTo>
                  <a:lnTo>
                    <a:pt x="0" y="275501"/>
                  </a:lnTo>
                  <a:lnTo>
                    <a:pt x="0" y="406234"/>
                  </a:lnTo>
                  <a:lnTo>
                    <a:pt x="21793" y="406234"/>
                  </a:lnTo>
                  <a:lnTo>
                    <a:pt x="21793" y="275501"/>
                  </a:lnTo>
                  <a:close/>
                </a:path>
                <a:path extrusionOk="0" h="1407795" w="4169410">
                  <a:moveTo>
                    <a:pt x="265264" y="275501"/>
                  </a:moveTo>
                  <a:lnTo>
                    <a:pt x="243471" y="275501"/>
                  </a:lnTo>
                  <a:lnTo>
                    <a:pt x="243471" y="406234"/>
                  </a:lnTo>
                  <a:lnTo>
                    <a:pt x="265264" y="406234"/>
                  </a:lnTo>
                  <a:lnTo>
                    <a:pt x="265264" y="275501"/>
                  </a:lnTo>
                  <a:close/>
                </a:path>
                <a:path extrusionOk="0" h="1407795" w="4169410">
                  <a:moveTo>
                    <a:pt x="1231480" y="253695"/>
                  </a:moveTo>
                  <a:lnTo>
                    <a:pt x="243471" y="253695"/>
                  </a:lnTo>
                  <a:lnTo>
                    <a:pt x="243471" y="275488"/>
                  </a:lnTo>
                  <a:lnTo>
                    <a:pt x="1231480" y="275488"/>
                  </a:lnTo>
                  <a:lnTo>
                    <a:pt x="1231480" y="253695"/>
                  </a:lnTo>
                  <a:close/>
                </a:path>
                <a:path extrusionOk="0" h="1407795" w="4169410">
                  <a:moveTo>
                    <a:pt x="2571902" y="0"/>
                  </a:moveTo>
                  <a:lnTo>
                    <a:pt x="2550109" y="0"/>
                  </a:lnTo>
                  <a:lnTo>
                    <a:pt x="2550109" y="26149"/>
                  </a:lnTo>
                  <a:lnTo>
                    <a:pt x="2550109" y="235343"/>
                  </a:lnTo>
                  <a:lnTo>
                    <a:pt x="2157857" y="235343"/>
                  </a:lnTo>
                  <a:lnTo>
                    <a:pt x="2157857" y="26149"/>
                  </a:lnTo>
                  <a:lnTo>
                    <a:pt x="2550109" y="26149"/>
                  </a:lnTo>
                  <a:lnTo>
                    <a:pt x="2550109" y="0"/>
                  </a:lnTo>
                  <a:lnTo>
                    <a:pt x="2157857" y="0"/>
                  </a:lnTo>
                  <a:lnTo>
                    <a:pt x="2136063" y="0"/>
                  </a:lnTo>
                  <a:lnTo>
                    <a:pt x="2136051" y="26149"/>
                  </a:lnTo>
                  <a:lnTo>
                    <a:pt x="2136063" y="235343"/>
                  </a:lnTo>
                  <a:lnTo>
                    <a:pt x="2136051" y="261493"/>
                  </a:lnTo>
                  <a:lnTo>
                    <a:pt x="2571902" y="261493"/>
                  </a:lnTo>
                  <a:lnTo>
                    <a:pt x="2571902" y="0"/>
                  </a:lnTo>
                  <a:close/>
                </a:path>
                <a:path extrusionOk="0" h="1407795" w="4169410">
                  <a:moveTo>
                    <a:pt x="4169321" y="1323454"/>
                  </a:moveTo>
                  <a:lnTo>
                    <a:pt x="4150385" y="1323454"/>
                  </a:lnTo>
                  <a:lnTo>
                    <a:pt x="4128592" y="1323454"/>
                  </a:lnTo>
                  <a:lnTo>
                    <a:pt x="4030484" y="1323454"/>
                  </a:lnTo>
                  <a:lnTo>
                    <a:pt x="4030484" y="1345247"/>
                  </a:lnTo>
                  <a:lnTo>
                    <a:pt x="4128592" y="1345247"/>
                  </a:lnTo>
                  <a:lnTo>
                    <a:pt x="4128592" y="1407312"/>
                  </a:lnTo>
                  <a:lnTo>
                    <a:pt x="4150385" y="1407312"/>
                  </a:lnTo>
                  <a:lnTo>
                    <a:pt x="4150385" y="1345247"/>
                  </a:lnTo>
                  <a:lnTo>
                    <a:pt x="4169321" y="1345247"/>
                  </a:lnTo>
                  <a:lnTo>
                    <a:pt x="4169321" y="1323454"/>
                  </a:lnTo>
                  <a:close/>
                </a:path>
                <a:path extrusionOk="0" h="1407795" w="4169410">
                  <a:moveTo>
                    <a:pt x="4169321" y="1224292"/>
                  </a:moveTo>
                  <a:lnTo>
                    <a:pt x="4030484" y="1224292"/>
                  </a:lnTo>
                  <a:lnTo>
                    <a:pt x="4030484" y="1246085"/>
                  </a:lnTo>
                  <a:lnTo>
                    <a:pt x="4169321" y="1246085"/>
                  </a:lnTo>
                  <a:lnTo>
                    <a:pt x="4169321" y="1224292"/>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4"/>
            <p:cNvSpPr/>
            <p:nvPr/>
          </p:nvSpPr>
          <p:spPr>
            <a:xfrm>
              <a:off x="3171837" y="4770285"/>
              <a:ext cx="680720" cy="433070"/>
            </a:xfrm>
            <a:custGeom>
              <a:rect b="b" l="l" r="r" t="t"/>
              <a:pathLst>
                <a:path extrusionOk="0" h="433070" w="680720">
                  <a:moveTo>
                    <a:pt x="675144" y="109016"/>
                  </a:moveTo>
                  <a:lnTo>
                    <a:pt x="653351" y="109016"/>
                  </a:lnTo>
                  <a:lnTo>
                    <a:pt x="653351" y="401878"/>
                  </a:lnTo>
                  <a:lnTo>
                    <a:pt x="121005" y="401878"/>
                  </a:lnTo>
                  <a:lnTo>
                    <a:pt x="121005" y="428028"/>
                  </a:lnTo>
                  <a:lnTo>
                    <a:pt x="653351" y="428028"/>
                  </a:lnTo>
                  <a:lnTo>
                    <a:pt x="675132" y="428028"/>
                  </a:lnTo>
                  <a:lnTo>
                    <a:pt x="675144" y="109016"/>
                  </a:lnTo>
                  <a:close/>
                </a:path>
                <a:path extrusionOk="0" h="433070" w="680720">
                  <a:moveTo>
                    <a:pt x="680593" y="0"/>
                  </a:moveTo>
                  <a:lnTo>
                    <a:pt x="10896" y="0"/>
                  </a:lnTo>
                  <a:lnTo>
                    <a:pt x="0" y="12"/>
                  </a:lnTo>
                  <a:lnTo>
                    <a:pt x="0" y="432536"/>
                  </a:lnTo>
                  <a:lnTo>
                    <a:pt x="21793" y="432536"/>
                  </a:lnTo>
                  <a:lnTo>
                    <a:pt x="21793" y="26149"/>
                  </a:lnTo>
                  <a:lnTo>
                    <a:pt x="680593" y="26149"/>
                  </a:lnTo>
                  <a:lnTo>
                    <a:pt x="680593"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4"/>
            <p:cNvSpPr/>
            <p:nvPr/>
          </p:nvSpPr>
          <p:spPr>
            <a:xfrm>
              <a:off x="1635551" y="5302463"/>
              <a:ext cx="4271645" cy="1569085"/>
            </a:xfrm>
            <a:custGeom>
              <a:rect b="b" l="l" r="r" t="t"/>
              <a:pathLst>
                <a:path extrusionOk="0" h="1569084" w="4271645">
                  <a:moveTo>
                    <a:pt x="1525397" y="0"/>
                  </a:moveTo>
                  <a:lnTo>
                    <a:pt x="4271111" y="0"/>
                  </a:lnTo>
                </a:path>
                <a:path extrusionOk="0" h="1569084" w="4271645">
                  <a:moveTo>
                    <a:pt x="4271111" y="1399463"/>
                  </a:moveTo>
                  <a:lnTo>
                    <a:pt x="4271111" y="1481810"/>
                  </a:lnTo>
                </a:path>
                <a:path extrusionOk="0" h="1569084" w="4271645">
                  <a:moveTo>
                    <a:pt x="4271111" y="2412"/>
                  </a:moveTo>
                  <a:lnTo>
                    <a:pt x="4271111" y="108572"/>
                  </a:lnTo>
                </a:path>
                <a:path extrusionOk="0" h="1569084" w="4271645">
                  <a:moveTo>
                    <a:pt x="4271111" y="263512"/>
                  </a:moveTo>
                  <a:lnTo>
                    <a:pt x="4271111" y="1290637"/>
                  </a:lnTo>
                </a:path>
                <a:path extrusionOk="0" h="1569084" w="4271645">
                  <a:moveTo>
                    <a:pt x="87172" y="871651"/>
                  </a:moveTo>
                  <a:lnTo>
                    <a:pt x="87172" y="1481810"/>
                  </a:lnTo>
                </a:path>
                <a:path extrusionOk="0" h="1569084" w="4271645">
                  <a:moveTo>
                    <a:pt x="87172" y="1481810"/>
                  </a:moveTo>
                  <a:lnTo>
                    <a:pt x="4271111" y="1481810"/>
                  </a:lnTo>
                </a:path>
                <a:path extrusionOk="0" h="1569084" w="4271645">
                  <a:moveTo>
                    <a:pt x="1525397" y="0"/>
                  </a:moveTo>
                  <a:lnTo>
                    <a:pt x="1525397" y="392239"/>
                  </a:lnTo>
                </a:path>
                <a:path extrusionOk="0" h="1569084" w="4271645">
                  <a:moveTo>
                    <a:pt x="475716" y="393433"/>
                  </a:moveTo>
                  <a:lnTo>
                    <a:pt x="1525397" y="393433"/>
                  </a:lnTo>
                </a:path>
                <a:path extrusionOk="0" h="1569084" w="4271645">
                  <a:moveTo>
                    <a:pt x="87172" y="393433"/>
                  </a:moveTo>
                  <a:lnTo>
                    <a:pt x="240614" y="393433"/>
                  </a:lnTo>
                </a:path>
                <a:path extrusionOk="0" h="1569084" w="4271645">
                  <a:moveTo>
                    <a:pt x="87172" y="393433"/>
                  </a:moveTo>
                  <a:lnTo>
                    <a:pt x="87172" y="479412"/>
                  </a:lnTo>
                </a:path>
                <a:path extrusionOk="0" h="1569084" w="4271645">
                  <a:moveTo>
                    <a:pt x="0" y="479412"/>
                  </a:moveTo>
                  <a:lnTo>
                    <a:pt x="87172" y="479412"/>
                  </a:lnTo>
                </a:path>
                <a:path extrusionOk="0" h="1569084" w="4271645">
                  <a:moveTo>
                    <a:pt x="0" y="871651"/>
                  </a:moveTo>
                  <a:lnTo>
                    <a:pt x="87172" y="871651"/>
                  </a:lnTo>
                </a:path>
                <a:path extrusionOk="0" h="1569084" w="4271645">
                  <a:moveTo>
                    <a:pt x="3253346" y="1482597"/>
                  </a:moveTo>
                  <a:lnTo>
                    <a:pt x="3253346" y="1568970"/>
                  </a:lnTo>
                </a:path>
                <a:path extrusionOk="0" h="1569084" w="4271645">
                  <a:moveTo>
                    <a:pt x="3645217" y="1481810"/>
                  </a:moveTo>
                  <a:lnTo>
                    <a:pt x="3645217" y="1568970"/>
                  </a:lnTo>
                </a:path>
                <a:path extrusionOk="0" h="1569084" w="4271645">
                  <a:moveTo>
                    <a:pt x="21793" y="522985"/>
                  </a:moveTo>
                  <a:lnTo>
                    <a:pt x="21793" y="828065"/>
                  </a:lnTo>
                </a:path>
                <a:path extrusionOk="0" h="1569084" w="4271645">
                  <a:moveTo>
                    <a:pt x="10896" y="522985"/>
                  </a:moveTo>
                  <a:lnTo>
                    <a:pt x="10896" y="828065"/>
                  </a:lnTo>
                </a:path>
                <a:path extrusionOk="0" h="1569084" w="4271645">
                  <a:moveTo>
                    <a:pt x="3296932" y="1547190"/>
                  </a:moveTo>
                  <a:lnTo>
                    <a:pt x="3602012" y="1547190"/>
                  </a:lnTo>
                </a:path>
                <a:path extrusionOk="0" h="1569084" w="4271645">
                  <a:moveTo>
                    <a:pt x="3296932" y="1558086"/>
                  </a:moveTo>
                  <a:lnTo>
                    <a:pt x="3602012" y="155808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4"/>
            <p:cNvSpPr/>
            <p:nvPr/>
          </p:nvSpPr>
          <p:spPr>
            <a:xfrm>
              <a:off x="1635556" y="5302465"/>
              <a:ext cx="4271645" cy="1569085"/>
            </a:xfrm>
            <a:custGeom>
              <a:rect b="b" l="l" r="r" t="t"/>
              <a:pathLst>
                <a:path extrusionOk="0" h="1569084" w="4271645">
                  <a:moveTo>
                    <a:pt x="43586" y="828065"/>
                  </a:moveTo>
                  <a:lnTo>
                    <a:pt x="0" y="828065"/>
                  </a:lnTo>
                  <a:lnTo>
                    <a:pt x="0" y="871651"/>
                  </a:lnTo>
                  <a:lnTo>
                    <a:pt x="43586" y="871651"/>
                  </a:lnTo>
                  <a:lnTo>
                    <a:pt x="43586" y="828065"/>
                  </a:lnTo>
                  <a:close/>
                </a:path>
                <a:path extrusionOk="0" h="1569084" w="4271645">
                  <a:moveTo>
                    <a:pt x="43586" y="479399"/>
                  </a:moveTo>
                  <a:lnTo>
                    <a:pt x="0" y="479399"/>
                  </a:lnTo>
                  <a:lnTo>
                    <a:pt x="0" y="522986"/>
                  </a:lnTo>
                  <a:lnTo>
                    <a:pt x="43586" y="522986"/>
                  </a:lnTo>
                  <a:lnTo>
                    <a:pt x="43586" y="479399"/>
                  </a:lnTo>
                  <a:close/>
                </a:path>
                <a:path extrusionOk="0" h="1569084" w="4271645">
                  <a:moveTo>
                    <a:pt x="130746" y="1438224"/>
                  </a:moveTo>
                  <a:lnTo>
                    <a:pt x="87160" y="1438224"/>
                  </a:lnTo>
                  <a:lnTo>
                    <a:pt x="87160" y="1481810"/>
                  </a:lnTo>
                  <a:lnTo>
                    <a:pt x="130746" y="1481810"/>
                  </a:lnTo>
                  <a:lnTo>
                    <a:pt x="130746" y="1438224"/>
                  </a:lnTo>
                  <a:close/>
                </a:path>
                <a:path extrusionOk="0" h="1569084" w="4271645">
                  <a:moveTo>
                    <a:pt x="130746" y="915225"/>
                  </a:moveTo>
                  <a:lnTo>
                    <a:pt x="87160" y="915225"/>
                  </a:lnTo>
                  <a:lnTo>
                    <a:pt x="87160" y="958811"/>
                  </a:lnTo>
                  <a:lnTo>
                    <a:pt x="130746" y="958811"/>
                  </a:lnTo>
                  <a:lnTo>
                    <a:pt x="130746" y="915225"/>
                  </a:lnTo>
                  <a:close/>
                </a:path>
                <a:path extrusionOk="0" h="1569084" w="4271645">
                  <a:moveTo>
                    <a:pt x="130746" y="828065"/>
                  </a:moveTo>
                  <a:lnTo>
                    <a:pt x="87160" y="828065"/>
                  </a:lnTo>
                  <a:lnTo>
                    <a:pt x="87160" y="871651"/>
                  </a:lnTo>
                  <a:lnTo>
                    <a:pt x="130746" y="871651"/>
                  </a:lnTo>
                  <a:lnTo>
                    <a:pt x="130746" y="828065"/>
                  </a:lnTo>
                  <a:close/>
                </a:path>
                <a:path extrusionOk="0" h="1569084" w="4271645">
                  <a:moveTo>
                    <a:pt x="130746" y="479399"/>
                  </a:moveTo>
                  <a:lnTo>
                    <a:pt x="87160" y="479399"/>
                  </a:lnTo>
                  <a:lnTo>
                    <a:pt x="87160" y="522986"/>
                  </a:lnTo>
                  <a:lnTo>
                    <a:pt x="130746" y="522986"/>
                  </a:lnTo>
                  <a:lnTo>
                    <a:pt x="130746" y="479399"/>
                  </a:lnTo>
                  <a:close/>
                </a:path>
                <a:path extrusionOk="0" h="1569084" w="4271645">
                  <a:moveTo>
                    <a:pt x="130746" y="392239"/>
                  </a:moveTo>
                  <a:lnTo>
                    <a:pt x="87160" y="392239"/>
                  </a:lnTo>
                  <a:lnTo>
                    <a:pt x="87160" y="435825"/>
                  </a:lnTo>
                  <a:lnTo>
                    <a:pt x="130746" y="435825"/>
                  </a:lnTo>
                  <a:lnTo>
                    <a:pt x="130746" y="392239"/>
                  </a:lnTo>
                  <a:close/>
                </a:path>
                <a:path extrusionOk="0" h="1569084" w="4271645">
                  <a:moveTo>
                    <a:pt x="849858" y="1438224"/>
                  </a:moveTo>
                  <a:lnTo>
                    <a:pt x="806272" y="1438224"/>
                  </a:lnTo>
                  <a:lnTo>
                    <a:pt x="806272" y="1481810"/>
                  </a:lnTo>
                  <a:lnTo>
                    <a:pt x="849858" y="1481810"/>
                  </a:lnTo>
                  <a:lnTo>
                    <a:pt x="849858" y="1438224"/>
                  </a:lnTo>
                  <a:close/>
                </a:path>
                <a:path extrusionOk="0" h="1569084" w="4271645">
                  <a:moveTo>
                    <a:pt x="849858" y="392239"/>
                  </a:moveTo>
                  <a:lnTo>
                    <a:pt x="806272" y="392239"/>
                  </a:lnTo>
                  <a:lnTo>
                    <a:pt x="806272" y="435825"/>
                  </a:lnTo>
                  <a:lnTo>
                    <a:pt x="849858" y="435825"/>
                  </a:lnTo>
                  <a:lnTo>
                    <a:pt x="849858" y="392239"/>
                  </a:lnTo>
                  <a:close/>
                </a:path>
                <a:path extrusionOk="0" h="1569084" w="4271645">
                  <a:moveTo>
                    <a:pt x="1568970" y="1438224"/>
                  </a:moveTo>
                  <a:lnTo>
                    <a:pt x="1525384" y="1438224"/>
                  </a:lnTo>
                  <a:lnTo>
                    <a:pt x="1525384" y="1481810"/>
                  </a:lnTo>
                  <a:lnTo>
                    <a:pt x="1568970" y="1481810"/>
                  </a:lnTo>
                  <a:lnTo>
                    <a:pt x="1568970" y="1438224"/>
                  </a:lnTo>
                  <a:close/>
                </a:path>
                <a:path extrusionOk="0" h="1569084" w="4271645">
                  <a:moveTo>
                    <a:pt x="1568970" y="392239"/>
                  </a:moveTo>
                  <a:lnTo>
                    <a:pt x="1525384" y="392239"/>
                  </a:lnTo>
                  <a:lnTo>
                    <a:pt x="1525384" y="435825"/>
                  </a:lnTo>
                  <a:lnTo>
                    <a:pt x="1568970" y="435825"/>
                  </a:lnTo>
                  <a:lnTo>
                    <a:pt x="1568970" y="392239"/>
                  </a:lnTo>
                  <a:close/>
                </a:path>
                <a:path extrusionOk="0" h="1569084" w="4271645">
                  <a:moveTo>
                    <a:pt x="1568970" y="0"/>
                  </a:moveTo>
                  <a:lnTo>
                    <a:pt x="1525384" y="0"/>
                  </a:lnTo>
                  <a:lnTo>
                    <a:pt x="1525384" y="43586"/>
                  </a:lnTo>
                  <a:lnTo>
                    <a:pt x="1568970" y="43586"/>
                  </a:lnTo>
                  <a:lnTo>
                    <a:pt x="1568970" y="0"/>
                  </a:lnTo>
                  <a:close/>
                </a:path>
                <a:path extrusionOk="0" h="1569084" w="4271645">
                  <a:moveTo>
                    <a:pt x="2288082" y="1438224"/>
                  </a:moveTo>
                  <a:lnTo>
                    <a:pt x="2244483" y="1438224"/>
                  </a:lnTo>
                  <a:lnTo>
                    <a:pt x="2244483" y="1481810"/>
                  </a:lnTo>
                  <a:lnTo>
                    <a:pt x="2288082" y="1481810"/>
                  </a:lnTo>
                  <a:lnTo>
                    <a:pt x="2288082" y="1438224"/>
                  </a:lnTo>
                  <a:close/>
                </a:path>
                <a:path extrusionOk="0" h="1569084" w="4271645">
                  <a:moveTo>
                    <a:pt x="2288082" y="392239"/>
                  </a:moveTo>
                  <a:lnTo>
                    <a:pt x="2244483" y="392239"/>
                  </a:lnTo>
                  <a:lnTo>
                    <a:pt x="2244483" y="435825"/>
                  </a:lnTo>
                  <a:lnTo>
                    <a:pt x="2288082" y="435825"/>
                  </a:lnTo>
                  <a:lnTo>
                    <a:pt x="2288082" y="392239"/>
                  </a:lnTo>
                  <a:close/>
                </a:path>
                <a:path extrusionOk="0" h="1569084" w="4271645">
                  <a:moveTo>
                    <a:pt x="2288082" y="0"/>
                  </a:moveTo>
                  <a:lnTo>
                    <a:pt x="2244483" y="0"/>
                  </a:lnTo>
                  <a:lnTo>
                    <a:pt x="2244483" y="43586"/>
                  </a:lnTo>
                  <a:lnTo>
                    <a:pt x="2288082" y="43586"/>
                  </a:lnTo>
                  <a:lnTo>
                    <a:pt x="2288082" y="0"/>
                  </a:lnTo>
                  <a:close/>
                </a:path>
                <a:path extrusionOk="0" h="1569084" w="4271645">
                  <a:moveTo>
                    <a:pt x="3007207" y="1438224"/>
                  </a:moveTo>
                  <a:lnTo>
                    <a:pt x="2963621" y="1438224"/>
                  </a:lnTo>
                  <a:lnTo>
                    <a:pt x="2963621" y="1481810"/>
                  </a:lnTo>
                  <a:lnTo>
                    <a:pt x="3007207" y="1481810"/>
                  </a:lnTo>
                  <a:lnTo>
                    <a:pt x="3007207" y="1438224"/>
                  </a:lnTo>
                  <a:close/>
                </a:path>
                <a:path extrusionOk="0" h="1569084" w="4271645">
                  <a:moveTo>
                    <a:pt x="3007207" y="392239"/>
                  </a:moveTo>
                  <a:lnTo>
                    <a:pt x="2963621" y="392239"/>
                  </a:lnTo>
                  <a:lnTo>
                    <a:pt x="2963621" y="435825"/>
                  </a:lnTo>
                  <a:lnTo>
                    <a:pt x="3007207" y="435825"/>
                  </a:lnTo>
                  <a:lnTo>
                    <a:pt x="3007207" y="392239"/>
                  </a:lnTo>
                  <a:close/>
                </a:path>
                <a:path extrusionOk="0" h="1569084" w="4271645">
                  <a:moveTo>
                    <a:pt x="3007207" y="0"/>
                  </a:moveTo>
                  <a:lnTo>
                    <a:pt x="2963621" y="0"/>
                  </a:lnTo>
                  <a:lnTo>
                    <a:pt x="2963621" y="43586"/>
                  </a:lnTo>
                  <a:lnTo>
                    <a:pt x="3007207" y="43586"/>
                  </a:lnTo>
                  <a:lnTo>
                    <a:pt x="3007207" y="0"/>
                  </a:lnTo>
                  <a:close/>
                </a:path>
                <a:path extrusionOk="0" h="1569084" w="4271645">
                  <a:moveTo>
                    <a:pt x="3296920" y="1525384"/>
                  </a:moveTo>
                  <a:lnTo>
                    <a:pt x="3253333" y="1525384"/>
                  </a:lnTo>
                  <a:lnTo>
                    <a:pt x="3253333" y="1568970"/>
                  </a:lnTo>
                  <a:lnTo>
                    <a:pt x="3296920" y="1568970"/>
                  </a:lnTo>
                  <a:lnTo>
                    <a:pt x="3296920" y="1525384"/>
                  </a:lnTo>
                  <a:close/>
                </a:path>
                <a:path extrusionOk="0" h="1569084" w="4271645">
                  <a:moveTo>
                    <a:pt x="3296920" y="1438224"/>
                  </a:moveTo>
                  <a:lnTo>
                    <a:pt x="3253333" y="1438224"/>
                  </a:lnTo>
                  <a:lnTo>
                    <a:pt x="3253333" y="1481810"/>
                  </a:lnTo>
                  <a:lnTo>
                    <a:pt x="3296920" y="1481810"/>
                  </a:lnTo>
                  <a:lnTo>
                    <a:pt x="3296920" y="1438224"/>
                  </a:lnTo>
                  <a:close/>
                </a:path>
                <a:path extrusionOk="0" h="1569084" w="4271645">
                  <a:moveTo>
                    <a:pt x="3645585" y="1525384"/>
                  </a:moveTo>
                  <a:lnTo>
                    <a:pt x="3601999" y="1525384"/>
                  </a:lnTo>
                  <a:lnTo>
                    <a:pt x="3601999" y="1568970"/>
                  </a:lnTo>
                  <a:lnTo>
                    <a:pt x="3645585" y="1568970"/>
                  </a:lnTo>
                  <a:lnTo>
                    <a:pt x="3645585" y="1525384"/>
                  </a:lnTo>
                  <a:close/>
                </a:path>
                <a:path extrusionOk="0" h="1569084" w="4271645">
                  <a:moveTo>
                    <a:pt x="3645585" y="1438224"/>
                  </a:moveTo>
                  <a:lnTo>
                    <a:pt x="3601999" y="1438224"/>
                  </a:lnTo>
                  <a:lnTo>
                    <a:pt x="3601999" y="1481810"/>
                  </a:lnTo>
                  <a:lnTo>
                    <a:pt x="3645585" y="1481810"/>
                  </a:lnTo>
                  <a:lnTo>
                    <a:pt x="3645585" y="1438224"/>
                  </a:lnTo>
                  <a:close/>
                </a:path>
                <a:path extrusionOk="0" h="1569084" w="4271645">
                  <a:moveTo>
                    <a:pt x="3726319" y="1438224"/>
                  </a:moveTo>
                  <a:lnTo>
                    <a:pt x="3682733" y="1438224"/>
                  </a:lnTo>
                  <a:lnTo>
                    <a:pt x="3682733" y="1481810"/>
                  </a:lnTo>
                  <a:lnTo>
                    <a:pt x="3726319" y="1481810"/>
                  </a:lnTo>
                  <a:lnTo>
                    <a:pt x="3726319" y="1438224"/>
                  </a:lnTo>
                  <a:close/>
                </a:path>
                <a:path extrusionOk="0" h="1569084" w="4271645">
                  <a:moveTo>
                    <a:pt x="3726319" y="915225"/>
                  </a:moveTo>
                  <a:lnTo>
                    <a:pt x="3682733" y="915225"/>
                  </a:lnTo>
                  <a:lnTo>
                    <a:pt x="3682733" y="958811"/>
                  </a:lnTo>
                  <a:lnTo>
                    <a:pt x="3726319" y="958811"/>
                  </a:lnTo>
                  <a:lnTo>
                    <a:pt x="3726319" y="915225"/>
                  </a:lnTo>
                  <a:close/>
                </a:path>
                <a:path extrusionOk="0" h="1569084" w="4271645">
                  <a:moveTo>
                    <a:pt x="3726319" y="392239"/>
                  </a:moveTo>
                  <a:lnTo>
                    <a:pt x="3682733" y="392239"/>
                  </a:lnTo>
                  <a:lnTo>
                    <a:pt x="3682733" y="435825"/>
                  </a:lnTo>
                  <a:lnTo>
                    <a:pt x="3726319" y="435825"/>
                  </a:lnTo>
                  <a:lnTo>
                    <a:pt x="3726319" y="392239"/>
                  </a:lnTo>
                  <a:close/>
                </a:path>
                <a:path extrusionOk="0" h="1569084" w="4271645">
                  <a:moveTo>
                    <a:pt x="3726319" y="0"/>
                  </a:moveTo>
                  <a:lnTo>
                    <a:pt x="3682733" y="0"/>
                  </a:lnTo>
                  <a:lnTo>
                    <a:pt x="3682733" y="43586"/>
                  </a:lnTo>
                  <a:lnTo>
                    <a:pt x="3726319" y="43586"/>
                  </a:lnTo>
                  <a:lnTo>
                    <a:pt x="3726319" y="0"/>
                  </a:lnTo>
                  <a:close/>
                </a:path>
                <a:path extrusionOk="0" h="1569084" w="4271645">
                  <a:moveTo>
                    <a:pt x="4271099" y="1438224"/>
                  </a:moveTo>
                  <a:lnTo>
                    <a:pt x="4227512" y="1438224"/>
                  </a:lnTo>
                  <a:lnTo>
                    <a:pt x="4227512" y="1481810"/>
                  </a:lnTo>
                  <a:lnTo>
                    <a:pt x="4271099" y="1481810"/>
                  </a:lnTo>
                  <a:lnTo>
                    <a:pt x="4271099" y="1438224"/>
                  </a:lnTo>
                  <a:close/>
                </a:path>
                <a:path extrusionOk="0" h="1569084" w="4271645">
                  <a:moveTo>
                    <a:pt x="4271099" y="915225"/>
                  </a:moveTo>
                  <a:lnTo>
                    <a:pt x="4227512" y="915225"/>
                  </a:lnTo>
                  <a:lnTo>
                    <a:pt x="4227512" y="958811"/>
                  </a:lnTo>
                  <a:lnTo>
                    <a:pt x="4271099" y="958811"/>
                  </a:lnTo>
                  <a:lnTo>
                    <a:pt x="4271099" y="915225"/>
                  </a:lnTo>
                  <a:close/>
                </a:path>
                <a:path extrusionOk="0" h="1569084" w="4271645">
                  <a:moveTo>
                    <a:pt x="4271099" y="392239"/>
                  </a:moveTo>
                  <a:lnTo>
                    <a:pt x="4227512" y="392239"/>
                  </a:lnTo>
                  <a:lnTo>
                    <a:pt x="4227512" y="435825"/>
                  </a:lnTo>
                  <a:lnTo>
                    <a:pt x="4271099" y="435825"/>
                  </a:lnTo>
                  <a:lnTo>
                    <a:pt x="4271099" y="392239"/>
                  </a:lnTo>
                  <a:close/>
                </a:path>
                <a:path extrusionOk="0" h="1569084" w="4271645">
                  <a:moveTo>
                    <a:pt x="4271099" y="0"/>
                  </a:moveTo>
                  <a:lnTo>
                    <a:pt x="4227512" y="0"/>
                  </a:lnTo>
                  <a:lnTo>
                    <a:pt x="4227512" y="43586"/>
                  </a:lnTo>
                  <a:lnTo>
                    <a:pt x="4271099" y="43586"/>
                  </a:lnTo>
                  <a:lnTo>
                    <a:pt x="4271099"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1" name="Google Shape;331;p4"/>
          <p:cNvSpPr txBox="1"/>
          <p:nvPr/>
        </p:nvSpPr>
        <p:spPr>
          <a:xfrm>
            <a:off x="2288795" y="6607741"/>
            <a:ext cx="261620" cy="92075"/>
          </a:xfrm>
          <a:prstGeom prst="rect">
            <a:avLst/>
          </a:prstGeom>
          <a:noFill/>
          <a:ln>
            <a:noFill/>
          </a:ln>
        </p:spPr>
        <p:txBody>
          <a:bodyPr anchorCtr="0" anchor="t" bIns="0" lIns="0" spcFirstLastPara="1" rIns="0" wrap="square" tIns="17125">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URC-2000</a:t>
            </a:r>
            <a:endParaRPr b="0" i="0" sz="400" u="none" cap="none" strike="noStrike">
              <a:solidFill>
                <a:srgbClr val="000000"/>
              </a:solidFill>
              <a:latin typeface="Arial"/>
              <a:ea typeface="Arial"/>
              <a:cs typeface="Arial"/>
              <a:sym typeface="Arial"/>
            </a:endParaRPr>
          </a:p>
        </p:txBody>
      </p:sp>
      <p:sp>
        <p:nvSpPr>
          <p:cNvPr id="332" name="Google Shape;332;p4"/>
          <p:cNvSpPr/>
          <p:nvPr/>
        </p:nvSpPr>
        <p:spPr>
          <a:xfrm>
            <a:off x="788073" y="5928779"/>
            <a:ext cx="5581015" cy="1034415"/>
          </a:xfrm>
          <a:custGeom>
            <a:rect b="b" l="l" r="r" t="t"/>
            <a:pathLst>
              <a:path extrusionOk="0" h="1034415" w="5581015">
                <a:moveTo>
                  <a:pt x="25019" y="326224"/>
                </a:moveTo>
                <a:lnTo>
                  <a:pt x="21755" y="322516"/>
                </a:lnTo>
                <a:lnTo>
                  <a:pt x="9575" y="317195"/>
                </a:lnTo>
                <a:lnTo>
                  <a:pt x="7200" y="315429"/>
                </a:lnTo>
                <a:lnTo>
                  <a:pt x="7200" y="309118"/>
                </a:lnTo>
                <a:lnTo>
                  <a:pt x="9309" y="306184"/>
                </a:lnTo>
                <a:lnTo>
                  <a:pt x="17830" y="306184"/>
                </a:lnTo>
                <a:lnTo>
                  <a:pt x="20485" y="307289"/>
                </a:lnTo>
                <a:lnTo>
                  <a:pt x="21869" y="308063"/>
                </a:lnTo>
                <a:lnTo>
                  <a:pt x="23418" y="302755"/>
                </a:lnTo>
                <a:lnTo>
                  <a:pt x="21590" y="301815"/>
                </a:lnTo>
                <a:lnTo>
                  <a:pt x="18542" y="300812"/>
                </a:lnTo>
                <a:lnTo>
                  <a:pt x="6096" y="300812"/>
                </a:lnTo>
                <a:lnTo>
                  <a:pt x="723" y="305854"/>
                </a:lnTo>
                <a:lnTo>
                  <a:pt x="723" y="318300"/>
                </a:lnTo>
                <a:lnTo>
                  <a:pt x="4991" y="322122"/>
                </a:lnTo>
                <a:lnTo>
                  <a:pt x="16332" y="326771"/>
                </a:lnTo>
                <a:lnTo>
                  <a:pt x="18491" y="328993"/>
                </a:lnTo>
                <a:lnTo>
                  <a:pt x="18491" y="336410"/>
                </a:lnTo>
                <a:lnTo>
                  <a:pt x="15671" y="339013"/>
                </a:lnTo>
                <a:lnTo>
                  <a:pt x="7150" y="339013"/>
                </a:lnTo>
                <a:lnTo>
                  <a:pt x="3708" y="337896"/>
                </a:lnTo>
                <a:lnTo>
                  <a:pt x="1447" y="336524"/>
                </a:lnTo>
                <a:lnTo>
                  <a:pt x="0" y="341884"/>
                </a:lnTo>
                <a:lnTo>
                  <a:pt x="2057" y="343268"/>
                </a:lnTo>
                <a:lnTo>
                  <a:pt x="6261" y="344436"/>
                </a:lnTo>
                <a:lnTo>
                  <a:pt x="19761" y="344436"/>
                </a:lnTo>
                <a:lnTo>
                  <a:pt x="25019" y="339115"/>
                </a:lnTo>
                <a:lnTo>
                  <a:pt x="25019" y="326224"/>
                </a:lnTo>
                <a:close/>
              </a:path>
              <a:path extrusionOk="0" h="1034415" w="5581015">
                <a:moveTo>
                  <a:pt x="46443" y="313334"/>
                </a:moveTo>
                <a:lnTo>
                  <a:pt x="39192" y="313334"/>
                </a:lnTo>
                <a:lnTo>
                  <a:pt x="39192" y="305803"/>
                </a:lnTo>
                <a:lnTo>
                  <a:pt x="32829" y="307797"/>
                </a:lnTo>
                <a:lnTo>
                  <a:pt x="32829" y="313334"/>
                </a:lnTo>
                <a:lnTo>
                  <a:pt x="28511" y="313334"/>
                </a:lnTo>
                <a:lnTo>
                  <a:pt x="28511" y="318147"/>
                </a:lnTo>
                <a:lnTo>
                  <a:pt x="32829" y="318147"/>
                </a:lnTo>
                <a:lnTo>
                  <a:pt x="32829" y="337908"/>
                </a:lnTo>
                <a:lnTo>
                  <a:pt x="33553" y="340461"/>
                </a:lnTo>
                <a:lnTo>
                  <a:pt x="36423" y="343611"/>
                </a:lnTo>
                <a:lnTo>
                  <a:pt x="38582" y="344449"/>
                </a:lnTo>
                <a:lnTo>
                  <a:pt x="43294" y="344449"/>
                </a:lnTo>
                <a:lnTo>
                  <a:pt x="45008" y="344170"/>
                </a:lnTo>
                <a:lnTo>
                  <a:pt x="46113" y="343725"/>
                </a:lnTo>
                <a:lnTo>
                  <a:pt x="45897" y="338797"/>
                </a:lnTo>
                <a:lnTo>
                  <a:pt x="44348" y="339178"/>
                </a:lnTo>
                <a:lnTo>
                  <a:pt x="40360" y="339178"/>
                </a:lnTo>
                <a:lnTo>
                  <a:pt x="39192" y="337362"/>
                </a:lnTo>
                <a:lnTo>
                  <a:pt x="39192" y="318147"/>
                </a:lnTo>
                <a:lnTo>
                  <a:pt x="46443" y="318147"/>
                </a:lnTo>
                <a:lnTo>
                  <a:pt x="46443" y="313334"/>
                </a:lnTo>
                <a:close/>
              </a:path>
              <a:path extrusionOk="0" h="1034415" w="5581015">
                <a:moveTo>
                  <a:pt x="73787" y="343827"/>
                </a:moveTo>
                <a:lnTo>
                  <a:pt x="73393" y="341833"/>
                </a:lnTo>
                <a:lnTo>
                  <a:pt x="73367" y="340283"/>
                </a:lnTo>
                <a:lnTo>
                  <a:pt x="73355" y="339725"/>
                </a:lnTo>
                <a:lnTo>
                  <a:pt x="73342" y="328498"/>
                </a:lnTo>
                <a:lnTo>
                  <a:pt x="73342" y="318579"/>
                </a:lnTo>
                <a:lnTo>
                  <a:pt x="72834" y="317360"/>
                </a:lnTo>
                <a:lnTo>
                  <a:pt x="70853" y="312661"/>
                </a:lnTo>
                <a:lnTo>
                  <a:pt x="67094" y="312661"/>
                </a:lnTo>
                <a:lnTo>
                  <a:pt x="67094" y="328498"/>
                </a:lnTo>
                <a:lnTo>
                  <a:pt x="67094" y="337070"/>
                </a:lnTo>
                <a:lnTo>
                  <a:pt x="64211" y="339725"/>
                </a:lnTo>
                <a:lnTo>
                  <a:pt x="58343" y="339725"/>
                </a:lnTo>
                <a:lnTo>
                  <a:pt x="56235" y="338239"/>
                </a:lnTo>
                <a:lnTo>
                  <a:pt x="56235" y="329438"/>
                </a:lnTo>
                <a:lnTo>
                  <a:pt x="62052" y="328498"/>
                </a:lnTo>
                <a:lnTo>
                  <a:pt x="67094" y="328498"/>
                </a:lnTo>
                <a:lnTo>
                  <a:pt x="67094" y="312661"/>
                </a:lnTo>
                <a:lnTo>
                  <a:pt x="57785" y="312661"/>
                </a:lnTo>
                <a:lnTo>
                  <a:pt x="54190" y="313817"/>
                </a:lnTo>
                <a:lnTo>
                  <a:pt x="52031" y="315214"/>
                </a:lnTo>
                <a:lnTo>
                  <a:pt x="53352" y="319468"/>
                </a:lnTo>
                <a:lnTo>
                  <a:pt x="55295" y="318198"/>
                </a:lnTo>
                <a:lnTo>
                  <a:pt x="58064" y="317360"/>
                </a:lnTo>
                <a:lnTo>
                  <a:pt x="66916" y="317360"/>
                </a:lnTo>
                <a:lnTo>
                  <a:pt x="66916" y="324180"/>
                </a:lnTo>
                <a:lnTo>
                  <a:pt x="56464" y="324180"/>
                </a:lnTo>
                <a:lnTo>
                  <a:pt x="49872" y="327939"/>
                </a:lnTo>
                <a:lnTo>
                  <a:pt x="49911" y="340283"/>
                </a:lnTo>
                <a:lnTo>
                  <a:pt x="53136" y="344436"/>
                </a:lnTo>
                <a:lnTo>
                  <a:pt x="62661" y="344436"/>
                </a:lnTo>
                <a:lnTo>
                  <a:pt x="65646" y="342658"/>
                </a:lnTo>
                <a:lnTo>
                  <a:pt x="67360" y="340283"/>
                </a:lnTo>
                <a:lnTo>
                  <a:pt x="67525" y="340283"/>
                </a:lnTo>
                <a:lnTo>
                  <a:pt x="67970" y="343827"/>
                </a:lnTo>
                <a:lnTo>
                  <a:pt x="73787" y="343827"/>
                </a:lnTo>
                <a:close/>
              </a:path>
              <a:path extrusionOk="0" h="1034415" w="5581015">
                <a:moveTo>
                  <a:pt x="86182" y="620953"/>
                </a:moveTo>
                <a:lnTo>
                  <a:pt x="85013" y="612470"/>
                </a:lnTo>
                <a:lnTo>
                  <a:pt x="81572" y="605675"/>
                </a:lnTo>
                <a:lnTo>
                  <a:pt x="80479" y="604786"/>
                </a:lnTo>
                <a:lnTo>
                  <a:pt x="79425" y="603935"/>
                </a:lnTo>
                <a:lnTo>
                  <a:pt x="79425" y="613092"/>
                </a:lnTo>
                <a:lnTo>
                  <a:pt x="79336" y="630377"/>
                </a:lnTo>
                <a:lnTo>
                  <a:pt x="75615" y="637895"/>
                </a:lnTo>
                <a:lnTo>
                  <a:pt x="60883" y="637895"/>
                </a:lnTo>
                <a:lnTo>
                  <a:pt x="57099" y="630199"/>
                </a:lnTo>
                <a:lnTo>
                  <a:pt x="57035" y="613092"/>
                </a:lnTo>
                <a:lnTo>
                  <a:pt x="60502" y="604786"/>
                </a:lnTo>
                <a:lnTo>
                  <a:pt x="75882" y="604786"/>
                </a:lnTo>
                <a:lnTo>
                  <a:pt x="79425" y="613092"/>
                </a:lnTo>
                <a:lnTo>
                  <a:pt x="79425" y="603935"/>
                </a:lnTo>
                <a:lnTo>
                  <a:pt x="76034" y="601167"/>
                </a:lnTo>
                <a:lnTo>
                  <a:pt x="68529" y="599528"/>
                </a:lnTo>
                <a:lnTo>
                  <a:pt x="61099" y="601103"/>
                </a:lnTo>
                <a:lnTo>
                  <a:pt x="55321" y="605574"/>
                </a:lnTo>
                <a:lnTo>
                  <a:pt x="51625" y="612470"/>
                </a:lnTo>
                <a:lnTo>
                  <a:pt x="51498" y="613143"/>
                </a:lnTo>
                <a:lnTo>
                  <a:pt x="50253" y="621614"/>
                </a:lnTo>
                <a:lnTo>
                  <a:pt x="51511" y="630377"/>
                </a:lnTo>
                <a:lnTo>
                  <a:pt x="55067" y="637184"/>
                </a:lnTo>
                <a:lnTo>
                  <a:pt x="60655" y="641591"/>
                </a:lnTo>
                <a:lnTo>
                  <a:pt x="67970" y="643153"/>
                </a:lnTo>
                <a:lnTo>
                  <a:pt x="75171" y="641756"/>
                </a:lnTo>
                <a:lnTo>
                  <a:pt x="80492" y="637895"/>
                </a:lnTo>
                <a:lnTo>
                  <a:pt x="80937" y="637578"/>
                </a:lnTo>
                <a:lnTo>
                  <a:pt x="84785" y="630631"/>
                </a:lnTo>
                <a:lnTo>
                  <a:pt x="86182" y="620953"/>
                </a:lnTo>
                <a:close/>
              </a:path>
              <a:path extrusionOk="0" h="1034415" w="5581015">
                <a:moveTo>
                  <a:pt x="115354" y="299656"/>
                </a:moveTo>
                <a:lnTo>
                  <a:pt x="114249" y="299212"/>
                </a:lnTo>
                <a:lnTo>
                  <a:pt x="112699" y="298831"/>
                </a:lnTo>
                <a:lnTo>
                  <a:pt x="105892" y="298831"/>
                </a:lnTo>
                <a:lnTo>
                  <a:pt x="99860" y="301599"/>
                </a:lnTo>
                <a:lnTo>
                  <a:pt x="99860" y="313334"/>
                </a:lnTo>
                <a:lnTo>
                  <a:pt x="88620" y="313334"/>
                </a:lnTo>
                <a:lnTo>
                  <a:pt x="88620" y="304647"/>
                </a:lnTo>
                <a:lnTo>
                  <a:pt x="94488" y="304647"/>
                </a:lnTo>
                <a:lnTo>
                  <a:pt x="95478" y="304914"/>
                </a:lnTo>
                <a:lnTo>
                  <a:pt x="96253" y="305308"/>
                </a:lnTo>
                <a:lnTo>
                  <a:pt x="97421" y="300380"/>
                </a:lnTo>
                <a:lnTo>
                  <a:pt x="96596" y="299986"/>
                </a:lnTo>
                <a:lnTo>
                  <a:pt x="94932" y="299554"/>
                </a:lnTo>
                <a:lnTo>
                  <a:pt x="85801" y="299554"/>
                </a:lnTo>
                <a:lnTo>
                  <a:pt x="82257" y="304863"/>
                </a:lnTo>
                <a:lnTo>
                  <a:pt x="82257" y="313334"/>
                </a:lnTo>
                <a:lnTo>
                  <a:pt x="78155" y="313334"/>
                </a:lnTo>
                <a:lnTo>
                  <a:pt x="78155" y="318147"/>
                </a:lnTo>
                <a:lnTo>
                  <a:pt x="82257" y="318147"/>
                </a:lnTo>
                <a:lnTo>
                  <a:pt x="82257" y="343839"/>
                </a:lnTo>
                <a:lnTo>
                  <a:pt x="88671" y="343839"/>
                </a:lnTo>
                <a:lnTo>
                  <a:pt x="88671" y="318147"/>
                </a:lnTo>
                <a:lnTo>
                  <a:pt x="99860" y="318147"/>
                </a:lnTo>
                <a:lnTo>
                  <a:pt x="99860" y="343839"/>
                </a:lnTo>
                <a:lnTo>
                  <a:pt x="106273" y="343839"/>
                </a:lnTo>
                <a:lnTo>
                  <a:pt x="106273" y="318147"/>
                </a:lnTo>
                <a:lnTo>
                  <a:pt x="112915" y="318147"/>
                </a:lnTo>
                <a:lnTo>
                  <a:pt x="112915" y="313334"/>
                </a:lnTo>
                <a:lnTo>
                  <a:pt x="106222" y="313334"/>
                </a:lnTo>
                <a:lnTo>
                  <a:pt x="106222" y="307581"/>
                </a:lnTo>
                <a:lnTo>
                  <a:pt x="107442" y="303974"/>
                </a:lnTo>
                <a:lnTo>
                  <a:pt x="112864" y="303974"/>
                </a:lnTo>
                <a:lnTo>
                  <a:pt x="113855" y="304253"/>
                </a:lnTo>
                <a:lnTo>
                  <a:pt x="114630" y="304584"/>
                </a:lnTo>
                <a:lnTo>
                  <a:pt x="115354" y="299656"/>
                </a:lnTo>
                <a:close/>
              </a:path>
              <a:path extrusionOk="0" h="1034415" w="5581015">
                <a:moveTo>
                  <a:pt x="126365" y="598360"/>
                </a:moveTo>
                <a:lnTo>
                  <a:pt x="125260" y="597916"/>
                </a:lnTo>
                <a:lnTo>
                  <a:pt x="123710" y="597535"/>
                </a:lnTo>
                <a:lnTo>
                  <a:pt x="116903" y="597535"/>
                </a:lnTo>
                <a:lnTo>
                  <a:pt x="110871" y="600303"/>
                </a:lnTo>
                <a:lnTo>
                  <a:pt x="110871" y="612038"/>
                </a:lnTo>
                <a:lnTo>
                  <a:pt x="99631" y="612038"/>
                </a:lnTo>
                <a:lnTo>
                  <a:pt x="99631" y="603351"/>
                </a:lnTo>
                <a:lnTo>
                  <a:pt x="105498" y="603351"/>
                </a:lnTo>
                <a:lnTo>
                  <a:pt x="106489" y="603618"/>
                </a:lnTo>
                <a:lnTo>
                  <a:pt x="107264" y="604012"/>
                </a:lnTo>
                <a:lnTo>
                  <a:pt x="108432" y="599084"/>
                </a:lnTo>
                <a:lnTo>
                  <a:pt x="107607" y="598690"/>
                </a:lnTo>
                <a:lnTo>
                  <a:pt x="105943" y="598258"/>
                </a:lnTo>
                <a:lnTo>
                  <a:pt x="96812" y="598258"/>
                </a:lnTo>
                <a:lnTo>
                  <a:pt x="93268" y="603567"/>
                </a:lnTo>
                <a:lnTo>
                  <a:pt x="93268" y="612038"/>
                </a:lnTo>
                <a:lnTo>
                  <a:pt x="89166" y="612038"/>
                </a:lnTo>
                <a:lnTo>
                  <a:pt x="89166" y="616851"/>
                </a:lnTo>
                <a:lnTo>
                  <a:pt x="93268" y="616851"/>
                </a:lnTo>
                <a:lnTo>
                  <a:pt x="93268" y="642543"/>
                </a:lnTo>
                <a:lnTo>
                  <a:pt x="99682" y="642543"/>
                </a:lnTo>
                <a:lnTo>
                  <a:pt x="99682" y="616851"/>
                </a:lnTo>
                <a:lnTo>
                  <a:pt x="110871" y="616851"/>
                </a:lnTo>
                <a:lnTo>
                  <a:pt x="110871" y="642543"/>
                </a:lnTo>
                <a:lnTo>
                  <a:pt x="117284" y="642543"/>
                </a:lnTo>
                <a:lnTo>
                  <a:pt x="117284" y="616851"/>
                </a:lnTo>
                <a:lnTo>
                  <a:pt x="123926" y="616851"/>
                </a:lnTo>
                <a:lnTo>
                  <a:pt x="123926" y="612038"/>
                </a:lnTo>
                <a:lnTo>
                  <a:pt x="117233" y="612038"/>
                </a:lnTo>
                <a:lnTo>
                  <a:pt x="117233" y="606285"/>
                </a:lnTo>
                <a:lnTo>
                  <a:pt x="118452" y="602678"/>
                </a:lnTo>
                <a:lnTo>
                  <a:pt x="123875" y="602678"/>
                </a:lnTo>
                <a:lnTo>
                  <a:pt x="124866" y="602957"/>
                </a:lnTo>
                <a:lnTo>
                  <a:pt x="125641" y="603288"/>
                </a:lnTo>
                <a:lnTo>
                  <a:pt x="126365" y="598360"/>
                </a:lnTo>
                <a:close/>
              </a:path>
              <a:path extrusionOk="0" h="1034415" w="5581015">
                <a:moveTo>
                  <a:pt x="145135" y="312826"/>
                </a:moveTo>
                <a:lnTo>
                  <a:pt x="144132" y="312661"/>
                </a:lnTo>
                <a:lnTo>
                  <a:pt x="140208" y="312661"/>
                </a:lnTo>
                <a:lnTo>
                  <a:pt x="136994" y="315036"/>
                </a:lnTo>
                <a:lnTo>
                  <a:pt x="135610" y="318922"/>
                </a:lnTo>
                <a:lnTo>
                  <a:pt x="135394" y="318922"/>
                </a:lnTo>
                <a:lnTo>
                  <a:pt x="135166" y="313321"/>
                </a:lnTo>
                <a:lnTo>
                  <a:pt x="129578" y="313321"/>
                </a:lnTo>
                <a:lnTo>
                  <a:pt x="129743" y="316153"/>
                </a:lnTo>
                <a:lnTo>
                  <a:pt x="129806" y="319087"/>
                </a:lnTo>
                <a:lnTo>
                  <a:pt x="129806" y="343827"/>
                </a:lnTo>
                <a:lnTo>
                  <a:pt x="136220" y="343827"/>
                </a:lnTo>
                <a:lnTo>
                  <a:pt x="136220" y="322351"/>
                </a:lnTo>
                <a:lnTo>
                  <a:pt x="138938" y="318808"/>
                </a:lnTo>
                <a:lnTo>
                  <a:pt x="143256" y="318808"/>
                </a:lnTo>
                <a:lnTo>
                  <a:pt x="144576" y="318858"/>
                </a:lnTo>
                <a:lnTo>
                  <a:pt x="145135" y="318973"/>
                </a:lnTo>
                <a:lnTo>
                  <a:pt x="145135" y="312826"/>
                </a:lnTo>
                <a:close/>
              </a:path>
              <a:path extrusionOk="0" h="1034415" w="5581015">
                <a:moveTo>
                  <a:pt x="152273" y="618515"/>
                </a:moveTo>
                <a:lnTo>
                  <a:pt x="151053" y="615975"/>
                </a:lnTo>
                <a:lnTo>
                  <a:pt x="148844" y="611378"/>
                </a:lnTo>
                <a:lnTo>
                  <a:pt x="146240" y="611378"/>
                </a:lnTo>
                <a:lnTo>
                  <a:pt x="146240" y="620509"/>
                </a:lnTo>
                <a:lnTo>
                  <a:pt x="146189" y="624166"/>
                </a:lnTo>
                <a:lnTo>
                  <a:pt x="132791" y="624166"/>
                </a:lnTo>
                <a:lnTo>
                  <a:pt x="133121" y="620623"/>
                </a:lnTo>
                <a:lnTo>
                  <a:pt x="135115" y="615975"/>
                </a:lnTo>
                <a:lnTo>
                  <a:pt x="144741" y="615975"/>
                </a:lnTo>
                <a:lnTo>
                  <a:pt x="146240" y="620509"/>
                </a:lnTo>
                <a:lnTo>
                  <a:pt x="146240" y="611378"/>
                </a:lnTo>
                <a:lnTo>
                  <a:pt x="131622" y="611378"/>
                </a:lnTo>
                <a:lnTo>
                  <a:pt x="126606" y="618515"/>
                </a:lnTo>
                <a:lnTo>
                  <a:pt x="126530" y="637006"/>
                </a:lnTo>
                <a:lnTo>
                  <a:pt x="131851" y="643153"/>
                </a:lnTo>
                <a:lnTo>
                  <a:pt x="145186" y="643153"/>
                </a:lnTo>
                <a:lnTo>
                  <a:pt x="148564" y="642315"/>
                </a:lnTo>
                <a:lnTo>
                  <a:pt x="150723" y="641324"/>
                </a:lnTo>
                <a:lnTo>
                  <a:pt x="149999" y="638225"/>
                </a:lnTo>
                <a:lnTo>
                  <a:pt x="149669" y="636790"/>
                </a:lnTo>
                <a:lnTo>
                  <a:pt x="147675" y="637616"/>
                </a:lnTo>
                <a:lnTo>
                  <a:pt x="145351" y="638225"/>
                </a:lnTo>
                <a:lnTo>
                  <a:pt x="137160" y="638225"/>
                </a:lnTo>
                <a:lnTo>
                  <a:pt x="132892" y="635622"/>
                </a:lnTo>
                <a:lnTo>
                  <a:pt x="132727" y="628764"/>
                </a:lnTo>
                <a:lnTo>
                  <a:pt x="152107" y="628764"/>
                </a:lnTo>
                <a:lnTo>
                  <a:pt x="152222" y="627976"/>
                </a:lnTo>
                <a:lnTo>
                  <a:pt x="152273" y="624166"/>
                </a:lnTo>
                <a:lnTo>
                  <a:pt x="152273" y="618515"/>
                </a:lnTo>
                <a:close/>
              </a:path>
              <a:path extrusionOk="0" h="1034415" w="5581015">
                <a:moveTo>
                  <a:pt x="176403" y="318973"/>
                </a:moveTo>
                <a:lnTo>
                  <a:pt x="175120" y="317487"/>
                </a:lnTo>
                <a:lnTo>
                  <a:pt x="170929" y="312661"/>
                </a:lnTo>
                <a:lnTo>
                  <a:pt x="169811" y="312661"/>
                </a:lnTo>
                <a:lnTo>
                  <a:pt x="169811" y="334581"/>
                </a:lnTo>
                <a:lnTo>
                  <a:pt x="166941" y="339623"/>
                </a:lnTo>
                <a:lnTo>
                  <a:pt x="157581" y="339623"/>
                </a:lnTo>
                <a:lnTo>
                  <a:pt x="154762" y="334581"/>
                </a:lnTo>
                <a:lnTo>
                  <a:pt x="154762" y="323354"/>
                </a:lnTo>
                <a:lnTo>
                  <a:pt x="156857" y="317487"/>
                </a:lnTo>
                <a:lnTo>
                  <a:pt x="167716" y="317487"/>
                </a:lnTo>
                <a:lnTo>
                  <a:pt x="169773" y="323354"/>
                </a:lnTo>
                <a:lnTo>
                  <a:pt x="169811" y="334581"/>
                </a:lnTo>
                <a:lnTo>
                  <a:pt x="169811" y="312661"/>
                </a:lnTo>
                <a:lnTo>
                  <a:pt x="154482" y="312661"/>
                </a:lnTo>
                <a:lnTo>
                  <a:pt x="148170" y="318477"/>
                </a:lnTo>
                <a:lnTo>
                  <a:pt x="148170" y="338632"/>
                </a:lnTo>
                <a:lnTo>
                  <a:pt x="154203" y="344436"/>
                </a:lnTo>
                <a:lnTo>
                  <a:pt x="168986" y="344436"/>
                </a:lnTo>
                <a:lnTo>
                  <a:pt x="176403" y="339737"/>
                </a:lnTo>
                <a:lnTo>
                  <a:pt x="176403" y="318973"/>
                </a:lnTo>
                <a:close/>
              </a:path>
              <a:path extrusionOk="0" h="1034415" w="5581015">
                <a:moveTo>
                  <a:pt x="179171" y="612762"/>
                </a:moveTo>
                <a:lnTo>
                  <a:pt x="177838" y="612101"/>
                </a:lnTo>
                <a:lnTo>
                  <a:pt x="175298" y="611378"/>
                </a:lnTo>
                <a:lnTo>
                  <a:pt x="162560" y="611378"/>
                </a:lnTo>
                <a:lnTo>
                  <a:pt x="156591" y="618350"/>
                </a:lnTo>
                <a:lnTo>
                  <a:pt x="156591" y="637120"/>
                </a:lnTo>
                <a:lnTo>
                  <a:pt x="162344" y="643153"/>
                </a:lnTo>
                <a:lnTo>
                  <a:pt x="174688" y="643153"/>
                </a:lnTo>
                <a:lnTo>
                  <a:pt x="177571" y="642264"/>
                </a:lnTo>
                <a:lnTo>
                  <a:pt x="179006" y="641604"/>
                </a:lnTo>
                <a:lnTo>
                  <a:pt x="178117" y="636790"/>
                </a:lnTo>
                <a:lnTo>
                  <a:pt x="176682" y="637400"/>
                </a:lnTo>
                <a:lnTo>
                  <a:pt x="174904" y="638009"/>
                </a:lnTo>
                <a:lnTo>
                  <a:pt x="167043" y="638009"/>
                </a:lnTo>
                <a:lnTo>
                  <a:pt x="163118" y="634022"/>
                </a:lnTo>
                <a:lnTo>
                  <a:pt x="163118" y="621347"/>
                </a:lnTo>
                <a:lnTo>
                  <a:pt x="166433" y="616470"/>
                </a:lnTo>
                <a:lnTo>
                  <a:pt x="175018" y="616470"/>
                </a:lnTo>
                <a:lnTo>
                  <a:pt x="176796" y="617131"/>
                </a:lnTo>
                <a:lnTo>
                  <a:pt x="177901" y="617689"/>
                </a:lnTo>
                <a:lnTo>
                  <a:pt x="179171" y="612762"/>
                </a:lnTo>
                <a:close/>
              </a:path>
              <a:path extrusionOk="0" h="1034415" w="5581015">
                <a:moveTo>
                  <a:pt x="208622" y="618515"/>
                </a:moveTo>
                <a:lnTo>
                  <a:pt x="207403" y="615975"/>
                </a:lnTo>
                <a:lnTo>
                  <a:pt x="205193" y="611378"/>
                </a:lnTo>
                <a:lnTo>
                  <a:pt x="202590" y="611378"/>
                </a:lnTo>
                <a:lnTo>
                  <a:pt x="202590" y="620509"/>
                </a:lnTo>
                <a:lnTo>
                  <a:pt x="202539" y="624166"/>
                </a:lnTo>
                <a:lnTo>
                  <a:pt x="189141" y="624166"/>
                </a:lnTo>
                <a:lnTo>
                  <a:pt x="189471" y="620623"/>
                </a:lnTo>
                <a:lnTo>
                  <a:pt x="191465" y="615975"/>
                </a:lnTo>
                <a:lnTo>
                  <a:pt x="201091" y="615975"/>
                </a:lnTo>
                <a:lnTo>
                  <a:pt x="202590" y="620509"/>
                </a:lnTo>
                <a:lnTo>
                  <a:pt x="202590" y="611378"/>
                </a:lnTo>
                <a:lnTo>
                  <a:pt x="187972" y="611378"/>
                </a:lnTo>
                <a:lnTo>
                  <a:pt x="182956" y="618515"/>
                </a:lnTo>
                <a:lnTo>
                  <a:pt x="182880" y="637006"/>
                </a:lnTo>
                <a:lnTo>
                  <a:pt x="188201" y="643153"/>
                </a:lnTo>
                <a:lnTo>
                  <a:pt x="201536" y="643153"/>
                </a:lnTo>
                <a:lnTo>
                  <a:pt x="204914" y="642315"/>
                </a:lnTo>
                <a:lnTo>
                  <a:pt x="207073" y="641324"/>
                </a:lnTo>
                <a:lnTo>
                  <a:pt x="206349" y="638225"/>
                </a:lnTo>
                <a:lnTo>
                  <a:pt x="206019" y="636790"/>
                </a:lnTo>
                <a:lnTo>
                  <a:pt x="204025" y="637616"/>
                </a:lnTo>
                <a:lnTo>
                  <a:pt x="201701" y="638225"/>
                </a:lnTo>
                <a:lnTo>
                  <a:pt x="193509" y="638225"/>
                </a:lnTo>
                <a:lnTo>
                  <a:pt x="189242" y="635622"/>
                </a:lnTo>
                <a:lnTo>
                  <a:pt x="189077" y="628764"/>
                </a:lnTo>
                <a:lnTo>
                  <a:pt x="208457" y="628764"/>
                </a:lnTo>
                <a:lnTo>
                  <a:pt x="208572" y="627976"/>
                </a:lnTo>
                <a:lnTo>
                  <a:pt x="208622" y="624166"/>
                </a:lnTo>
                <a:lnTo>
                  <a:pt x="208622" y="618515"/>
                </a:lnTo>
                <a:close/>
              </a:path>
              <a:path extrusionOk="0" h="1034415" w="5581015">
                <a:moveTo>
                  <a:pt x="209054" y="318973"/>
                </a:moveTo>
                <a:lnTo>
                  <a:pt x="207772" y="317487"/>
                </a:lnTo>
                <a:lnTo>
                  <a:pt x="203581" y="312661"/>
                </a:lnTo>
                <a:lnTo>
                  <a:pt x="202463" y="312661"/>
                </a:lnTo>
                <a:lnTo>
                  <a:pt x="202463" y="334581"/>
                </a:lnTo>
                <a:lnTo>
                  <a:pt x="199593" y="339623"/>
                </a:lnTo>
                <a:lnTo>
                  <a:pt x="190233" y="339623"/>
                </a:lnTo>
                <a:lnTo>
                  <a:pt x="187413" y="334581"/>
                </a:lnTo>
                <a:lnTo>
                  <a:pt x="187413" y="323354"/>
                </a:lnTo>
                <a:lnTo>
                  <a:pt x="189509" y="317487"/>
                </a:lnTo>
                <a:lnTo>
                  <a:pt x="200367" y="317487"/>
                </a:lnTo>
                <a:lnTo>
                  <a:pt x="202438" y="323354"/>
                </a:lnTo>
                <a:lnTo>
                  <a:pt x="202463" y="334581"/>
                </a:lnTo>
                <a:lnTo>
                  <a:pt x="202463" y="312661"/>
                </a:lnTo>
                <a:lnTo>
                  <a:pt x="187134" y="312661"/>
                </a:lnTo>
                <a:lnTo>
                  <a:pt x="180822" y="318477"/>
                </a:lnTo>
                <a:lnTo>
                  <a:pt x="180822" y="338632"/>
                </a:lnTo>
                <a:lnTo>
                  <a:pt x="186855" y="344436"/>
                </a:lnTo>
                <a:lnTo>
                  <a:pt x="201637" y="344436"/>
                </a:lnTo>
                <a:lnTo>
                  <a:pt x="209054" y="339737"/>
                </a:lnTo>
                <a:lnTo>
                  <a:pt x="209054" y="318973"/>
                </a:lnTo>
                <a:close/>
              </a:path>
              <a:path extrusionOk="0" h="1034415" w="5581015">
                <a:moveTo>
                  <a:pt x="257276" y="315760"/>
                </a:moveTo>
                <a:lnTo>
                  <a:pt x="252298" y="312661"/>
                </a:lnTo>
                <a:lnTo>
                  <a:pt x="243382" y="312661"/>
                </a:lnTo>
                <a:lnTo>
                  <a:pt x="240398" y="314871"/>
                </a:lnTo>
                <a:lnTo>
                  <a:pt x="238340" y="318249"/>
                </a:lnTo>
                <a:lnTo>
                  <a:pt x="236956" y="314820"/>
                </a:lnTo>
                <a:lnTo>
                  <a:pt x="234022" y="312661"/>
                </a:lnTo>
                <a:lnTo>
                  <a:pt x="225501" y="312661"/>
                </a:lnTo>
                <a:lnTo>
                  <a:pt x="222732" y="315264"/>
                </a:lnTo>
                <a:lnTo>
                  <a:pt x="221234" y="317804"/>
                </a:lnTo>
                <a:lnTo>
                  <a:pt x="221068" y="317804"/>
                </a:lnTo>
                <a:lnTo>
                  <a:pt x="220738" y="313321"/>
                </a:lnTo>
                <a:lnTo>
                  <a:pt x="215201" y="313321"/>
                </a:lnTo>
                <a:lnTo>
                  <a:pt x="215430" y="318477"/>
                </a:lnTo>
                <a:lnTo>
                  <a:pt x="215430" y="343827"/>
                </a:lnTo>
                <a:lnTo>
                  <a:pt x="221742" y="343827"/>
                </a:lnTo>
                <a:lnTo>
                  <a:pt x="221742" y="320522"/>
                </a:lnTo>
                <a:lnTo>
                  <a:pt x="225005" y="317919"/>
                </a:lnTo>
                <a:lnTo>
                  <a:pt x="231584" y="317919"/>
                </a:lnTo>
                <a:lnTo>
                  <a:pt x="233197" y="321183"/>
                </a:lnTo>
                <a:lnTo>
                  <a:pt x="233197" y="343827"/>
                </a:lnTo>
                <a:lnTo>
                  <a:pt x="239509" y="343827"/>
                </a:lnTo>
                <a:lnTo>
                  <a:pt x="239509" y="320573"/>
                </a:lnTo>
                <a:lnTo>
                  <a:pt x="242493" y="317919"/>
                </a:lnTo>
                <a:lnTo>
                  <a:pt x="249301" y="317919"/>
                </a:lnTo>
                <a:lnTo>
                  <a:pt x="250964" y="321297"/>
                </a:lnTo>
                <a:lnTo>
                  <a:pt x="250964" y="343827"/>
                </a:lnTo>
                <a:lnTo>
                  <a:pt x="257276" y="343827"/>
                </a:lnTo>
                <a:lnTo>
                  <a:pt x="257276" y="315760"/>
                </a:lnTo>
                <a:close/>
              </a:path>
              <a:path extrusionOk="0" h="1034415" w="5581015">
                <a:moveTo>
                  <a:pt x="623404" y="66433"/>
                </a:moveTo>
                <a:lnTo>
                  <a:pt x="605751" y="66433"/>
                </a:lnTo>
                <a:lnTo>
                  <a:pt x="605751" y="50101"/>
                </a:lnTo>
                <a:lnTo>
                  <a:pt x="621461" y="50101"/>
                </a:lnTo>
                <a:lnTo>
                  <a:pt x="621461" y="46291"/>
                </a:lnTo>
                <a:lnTo>
                  <a:pt x="605751" y="46291"/>
                </a:lnTo>
                <a:lnTo>
                  <a:pt x="605751" y="32004"/>
                </a:lnTo>
                <a:lnTo>
                  <a:pt x="622465" y="32004"/>
                </a:lnTo>
                <a:lnTo>
                  <a:pt x="622465" y="28130"/>
                </a:lnTo>
                <a:lnTo>
                  <a:pt x="601154" y="28130"/>
                </a:lnTo>
                <a:lnTo>
                  <a:pt x="601154" y="70307"/>
                </a:lnTo>
                <a:lnTo>
                  <a:pt x="623404" y="70307"/>
                </a:lnTo>
                <a:lnTo>
                  <a:pt x="623404" y="66433"/>
                </a:lnTo>
                <a:close/>
              </a:path>
              <a:path extrusionOk="0" h="1034415" w="5581015">
                <a:moveTo>
                  <a:pt x="659942" y="28130"/>
                </a:moveTo>
                <a:lnTo>
                  <a:pt x="655574" y="28130"/>
                </a:lnTo>
                <a:lnTo>
                  <a:pt x="655574" y="53149"/>
                </a:lnTo>
                <a:lnTo>
                  <a:pt x="655675" y="58191"/>
                </a:lnTo>
                <a:lnTo>
                  <a:pt x="656120" y="64058"/>
                </a:lnTo>
                <a:lnTo>
                  <a:pt x="654075" y="59740"/>
                </a:lnTo>
                <a:lnTo>
                  <a:pt x="651637" y="55359"/>
                </a:lnTo>
                <a:lnTo>
                  <a:pt x="648652" y="50330"/>
                </a:lnTo>
                <a:lnTo>
                  <a:pt x="635038" y="28130"/>
                </a:lnTo>
                <a:lnTo>
                  <a:pt x="630224" y="28130"/>
                </a:lnTo>
                <a:lnTo>
                  <a:pt x="630224" y="70307"/>
                </a:lnTo>
                <a:lnTo>
                  <a:pt x="634542" y="70307"/>
                </a:lnTo>
                <a:lnTo>
                  <a:pt x="634479" y="39484"/>
                </a:lnTo>
                <a:lnTo>
                  <a:pt x="634098" y="34112"/>
                </a:lnTo>
                <a:lnTo>
                  <a:pt x="634314" y="34061"/>
                </a:lnTo>
                <a:lnTo>
                  <a:pt x="636371" y="38709"/>
                </a:lnTo>
                <a:lnTo>
                  <a:pt x="639076" y="43408"/>
                </a:lnTo>
                <a:lnTo>
                  <a:pt x="655345" y="70307"/>
                </a:lnTo>
                <a:lnTo>
                  <a:pt x="659942" y="70307"/>
                </a:lnTo>
                <a:lnTo>
                  <a:pt x="659942" y="28130"/>
                </a:lnTo>
                <a:close/>
              </a:path>
              <a:path extrusionOk="0" h="1034415" w="5581015">
                <a:moveTo>
                  <a:pt x="694029" y="28194"/>
                </a:moveTo>
                <a:lnTo>
                  <a:pt x="664591" y="28194"/>
                </a:lnTo>
                <a:lnTo>
                  <a:pt x="664591" y="32067"/>
                </a:lnTo>
                <a:lnTo>
                  <a:pt x="676986" y="32067"/>
                </a:lnTo>
                <a:lnTo>
                  <a:pt x="676986" y="70307"/>
                </a:lnTo>
                <a:lnTo>
                  <a:pt x="681583" y="70307"/>
                </a:lnTo>
                <a:lnTo>
                  <a:pt x="681583" y="32067"/>
                </a:lnTo>
                <a:lnTo>
                  <a:pt x="694029" y="32067"/>
                </a:lnTo>
                <a:lnTo>
                  <a:pt x="694029" y="28194"/>
                </a:lnTo>
                <a:close/>
              </a:path>
              <a:path extrusionOk="0" h="1034415" w="5581015">
                <a:moveTo>
                  <a:pt x="809853" y="49225"/>
                </a:moveTo>
                <a:lnTo>
                  <a:pt x="724598" y="0"/>
                </a:lnTo>
                <a:lnTo>
                  <a:pt x="724598" y="98450"/>
                </a:lnTo>
                <a:lnTo>
                  <a:pt x="809853" y="49225"/>
                </a:lnTo>
                <a:close/>
              </a:path>
              <a:path extrusionOk="0" h="1034415" w="5581015">
                <a:moveTo>
                  <a:pt x="4289069" y="1030173"/>
                </a:moveTo>
                <a:lnTo>
                  <a:pt x="4271416" y="1030173"/>
                </a:lnTo>
                <a:lnTo>
                  <a:pt x="4271416" y="1013841"/>
                </a:lnTo>
                <a:lnTo>
                  <a:pt x="4287126" y="1013841"/>
                </a:lnTo>
                <a:lnTo>
                  <a:pt x="4287126" y="1010031"/>
                </a:lnTo>
                <a:lnTo>
                  <a:pt x="4271416" y="1010031"/>
                </a:lnTo>
                <a:lnTo>
                  <a:pt x="4271416" y="995743"/>
                </a:lnTo>
                <a:lnTo>
                  <a:pt x="4288129" y="995743"/>
                </a:lnTo>
                <a:lnTo>
                  <a:pt x="4288129" y="991870"/>
                </a:lnTo>
                <a:lnTo>
                  <a:pt x="4266819" y="991870"/>
                </a:lnTo>
                <a:lnTo>
                  <a:pt x="4266819" y="1034046"/>
                </a:lnTo>
                <a:lnTo>
                  <a:pt x="4289069" y="1034046"/>
                </a:lnTo>
                <a:lnTo>
                  <a:pt x="4289069" y="1030173"/>
                </a:lnTo>
                <a:close/>
              </a:path>
              <a:path extrusionOk="0" h="1034415" w="5581015">
                <a:moveTo>
                  <a:pt x="4325594" y="991870"/>
                </a:moveTo>
                <a:lnTo>
                  <a:pt x="4321226" y="991870"/>
                </a:lnTo>
                <a:lnTo>
                  <a:pt x="4321226" y="1016889"/>
                </a:lnTo>
                <a:lnTo>
                  <a:pt x="4321327" y="1021930"/>
                </a:lnTo>
                <a:lnTo>
                  <a:pt x="4321772" y="1027798"/>
                </a:lnTo>
                <a:lnTo>
                  <a:pt x="4319727" y="1023480"/>
                </a:lnTo>
                <a:lnTo>
                  <a:pt x="4317289" y="1019098"/>
                </a:lnTo>
                <a:lnTo>
                  <a:pt x="4314304" y="1014069"/>
                </a:lnTo>
                <a:lnTo>
                  <a:pt x="4300690" y="991870"/>
                </a:lnTo>
                <a:lnTo>
                  <a:pt x="4295876" y="991870"/>
                </a:lnTo>
                <a:lnTo>
                  <a:pt x="4295876" y="1034046"/>
                </a:lnTo>
                <a:lnTo>
                  <a:pt x="4300194" y="1034046"/>
                </a:lnTo>
                <a:lnTo>
                  <a:pt x="4300131" y="1003223"/>
                </a:lnTo>
                <a:lnTo>
                  <a:pt x="4299750" y="997851"/>
                </a:lnTo>
                <a:lnTo>
                  <a:pt x="4299966" y="997800"/>
                </a:lnTo>
                <a:lnTo>
                  <a:pt x="4302023" y="1002449"/>
                </a:lnTo>
                <a:lnTo>
                  <a:pt x="4304728" y="1007148"/>
                </a:lnTo>
                <a:lnTo>
                  <a:pt x="4320997" y="1034046"/>
                </a:lnTo>
                <a:lnTo>
                  <a:pt x="4325594" y="1034046"/>
                </a:lnTo>
                <a:lnTo>
                  <a:pt x="4325594" y="991870"/>
                </a:lnTo>
                <a:close/>
              </a:path>
              <a:path extrusionOk="0" h="1034415" w="5581015">
                <a:moveTo>
                  <a:pt x="4359694" y="991933"/>
                </a:moveTo>
                <a:lnTo>
                  <a:pt x="4330255" y="991933"/>
                </a:lnTo>
                <a:lnTo>
                  <a:pt x="4330255" y="995807"/>
                </a:lnTo>
                <a:lnTo>
                  <a:pt x="4342650" y="995807"/>
                </a:lnTo>
                <a:lnTo>
                  <a:pt x="4342650" y="1034046"/>
                </a:lnTo>
                <a:lnTo>
                  <a:pt x="4347248" y="1034046"/>
                </a:lnTo>
                <a:lnTo>
                  <a:pt x="4347248" y="995807"/>
                </a:lnTo>
                <a:lnTo>
                  <a:pt x="4359694" y="995807"/>
                </a:lnTo>
                <a:lnTo>
                  <a:pt x="4359694" y="991933"/>
                </a:lnTo>
                <a:close/>
              </a:path>
              <a:path extrusionOk="0" h="1034415" w="5581015">
                <a:moveTo>
                  <a:pt x="4360075" y="953262"/>
                </a:moveTo>
                <a:lnTo>
                  <a:pt x="4310850" y="868006"/>
                </a:lnTo>
                <a:lnTo>
                  <a:pt x="4261624" y="953262"/>
                </a:lnTo>
                <a:lnTo>
                  <a:pt x="4360075" y="953262"/>
                </a:lnTo>
                <a:close/>
              </a:path>
              <a:path extrusionOk="0" h="1034415" w="5581015">
                <a:moveTo>
                  <a:pt x="5509984" y="1030173"/>
                </a:moveTo>
                <a:lnTo>
                  <a:pt x="5492331" y="1030173"/>
                </a:lnTo>
                <a:lnTo>
                  <a:pt x="5492331" y="1013841"/>
                </a:lnTo>
                <a:lnTo>
                  <a:pt x="5508041" y="1013841"/>
                </a:lnTo>
                <a:lnTo>
                  <a:pt x="5508041" y="1010031"/>
                </a:lnTo>
                <a:lnTo>
                  <a:pt x="5492331" y="1010031"/>
                </a:lnTo>
                <a:lnTo>
                  <a:pt x="5492331" y="995743"/>
                </a:lnTo>
                <a:lnTo>
                  <a:pt x="5509044" y="995743"/>
                </a:lnTo>
                <a:lnTo>
                  <a:pt x="5509044" y="991870"/>
                </a:lnTo>
                <a:lnTo>
                  <a:pt x="5487733" y="991870"/>
                </a:lnTo>
                <a:lnTo>
                  <a:pt x="5487733" y="1034046"/>
                </a:lnTo>
                <a:lnTo>
                  <a:pt x="5509984" y="1034046"/>
                </a:lnTo>
                <a:lnTo>
                  <a:pt x="5509984" y="1030173"/>
                </a:lnTo>
                <a:close/>
              </a:path>
              <a:path extrusionOk="0" h="1034415" w="5581015">
                <a:moveTo>
                  <a:pt x="5546509" y="991870"/>
                </a:moveTo>
                <a:lnTo>
                  <a:pt x="5542140" y="991870"/>
                </a:lnTo>
                <a:lnTo>
                  <a:pt x="5542140" y="1016889"/>
                </a:lnTo>
                <a:lnTo>
                  <a:pt x="5542242" y="1021930"/>
                </a:lnTo>
                <a:lnTo>
                  <a:pt x="5542686" y="1027798"/>
                </a:lnTo>
                <a:lnTo>
                  <a:pt x="5540641" y="1023480"/>
                </a:lnTo>
                <a:lnTo>
                  <a:pt x="5538203" y="1019098"/>
                </a:lnTo>
                <a:lnTo>
                  <a:pt x="5535219" y="1014069"/>
                </a:lnTo>
                <a:lnTo>
                  <a:pt x="5521604" y="991870"/>
                </a:lnTo>
                <a:lnTo>
                  <a:pt x="5516791" y="991870"/>
                </a:lnTo>
                <a:lnTo>
                  <a:pt x="5516791" y="1034046"/>
                </a:lnTo>
                <a:lnTo>
                  <a:pt x="5521109" y="1034046"/>
                </a:lnTo>
                <a:lnTo>
                  <a:pt x="5521045" y="1003223"/>
                </a:lnTo>
                <a:lnTo>
                  <a:pt x="5520664" y="997851"/>
                </a:lnTo>
                <a:lnTo>
                  <a:pt x="5520880" y="997800"/>
                </a:lnTo>
                <a:lnTo>
                  <a:pt x="5522938" y="1002449"/>
                </a:lnTo>
                <a:lnTo>
                  <a:pt x="5525643" y="1007148"/>
                </a:lnTo>
                <a:lnTo>
                  <a:pt x="5541911" y="1034046"/>
                </a:lnTo>
                <a:lnTo>
                  <a:pt x="5546509" y="1034046"/>
                </a:lnTo>
                <a:lnTo>
                  <a:pt x="5546509" y="991870"/>
                </a:lnTo>
                <a:close/>
              </a:path>
              <a:path extrusionOk="0" h="1034415" w="5581015">
                <a:moveTo>
                  <a:pt x="5580608" y="991933"/>
                </a:moveTo>
                <a:lnTo>
                  <a:pt x="5551170" y="991933"/>
                </a:lnTo>
                <a:lnTo>
                  <a:pt x="5551170" y="995807"/>
                </a:lnTo>
                <a:lnTo>
                  <a:pt x="5563565" y="995807"/>
                </a:lnTo>
                <a:lnTo>
                  <a:pt x="5563565" y="1034046"/>
                </a:lnTo>
                <a:lnTo>
                  <a:pt x="5568162" y="1034046"/>
                </a:lnTo>
                <a:lnTo>
                  <a:pt x="5568162" y="995807"/>
                </a:lnTo>
                <a:lnTo>
                  <a:pt x="5580608" y="995807"/>
                </a:lnTo>
                <a:lnTo>
                  <a:pt x="5580608" y="991933"/>
                </a:lnTo>
                <a:close/>
              </a:path>
              <a:path extrusionOk="0" h="1034415" w="5581015">
                <a:moveTo>
                  <a:pt x="5580989" y="953262"/>
                </a:moveTo>
                <a:lnTo>
                  <a:pt x="5531764" y="868006"/>
                </a:lnTo>
                <a:lnTo>
                  <a:pt x="5482539" y="953262"/>
                </a:lnTo>
                <a:lnTo>
                  <a:pt x="5580989" y="953262"/>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
          <p:cNvSpPr txBox="1"/>
          <p:nvPr/>
        </p:nvSpPr>
        <p:spPr>
          <a:xfrm>
            <a:off x="1042808" y="790910"/>
            <a:ext cx="111379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200 </a:t>
            </a:r>
            <a:r>
              <a:rPr b="1" i="0" lang="en-US" sz="1800" u="none" cap="none" strike="noStrike">
                <a:solidFill>
                  <a:srgbClr val="8ED8F8"/>
                </a:solidFill>
                <a:latin typeface="Arial"/>
                <a:ea typeface="Arial"/>
                <a:cs typeface="Arial"/>
                <a:sym typeface="Arial"/>
              </a:rPr>
              <a:t>ton  </a:t>
            </a:r>
            <a:r>
              <a:rPr b="1" i="0" lang="en-US" sz="1800" u="none" cap="none" strike="noStrike">
                <a:solidFill>
                  <a:srgbClr val="FFFFFF"/>
                </a:solidFill>
                <a:latin typeface="Arial"/>
                <a:ea typeface="Arial"/>
                <a:cs typeface="Arial"/>
                <a:sym typeface="Arial"/>
              </a:rPr>
              <a:t>7</a:t>
            </a:r>
            <a:endParaRPr b="0" i="0" sz="1800" u="none" cap="none" strike="noStrike">
              <a:solidFill>
                <a:srgbClr val="000000"/>
              </a:solidFill>
              <a:latin typeface="Arial"/>
              <a:ea typeface="Arial"/>
              <a:cs typeface="Arial"/>
              <a:sym typeface="Arial"/>
            </a:endParaRPr>
          </a:p>
        </p:txBody>
      </p:sp>
      <p:sp>
        <p:nvSpPr>
          <p:cNvPr id="334" name="Google Shape;334;p4"/>
          <p:cNvSpPr txBox="1"/>
          <p:nvPr/>
        </p:nvSpPr>
        <p:spPr>
          <a:xfrm>
            <a:off x="2193408" y="821114"/>
            <a:ext cx="585470" cy="236220"/>
          </a:xfrm>
          <a:prstGeom prst="rect">
            <a:avLst/>
          </a:prstGeom>
          <a:noFill/>
          <a:ln>
            <a:noFill/>
          </a:ln>
        </p:spPr>
        <p:txBody>
          <a:bodyPr anchorCtr="0" anchor="t" bIns="0" lIns="0" spcFirstLastPara="1" rIns="0" wrap="square" tIns="45700">
            <a:spAutoFit/>
          </a:bodyPr>
          <a:lstStyle/>
          <a:p>
            <a:pPr indent="0" lvl="0" marL="12700" marR="5080" rtl="0" algn="l">
              <a:lnSpc>
                <a:spcPct val="72900"/>
              </a:lnSpc>
              <a:spcBef>
                <a:spcPts val="0"/>
              </a:spcBef>
              <a:spcAft>
                <a:spcPts val="0"/>
              </a:spcAft>
              <a:buClr>
                <a:srgbClr val="000000"/>
              </a:buClr>
              <a:buSzPts val="800"/>
              <a:buFont typeface="Arial"/>
              <a:buNone/>
            </a:pPr>
            <a:r>
              <a:rPr b="1" i="0" lang="en-US" sz="800" u="none" cap="none" strike="noStrike">
                <a:solidFill>
                  <a:srgbClr val="8ED8F8"/>
                </a:solidFill>
                <a:latin typeface="Arial"/>
                <a:ea typeface="Arial"/>
                <a:cs typeface="Arial"/>
                <a:sym typeface="Arial"/>
              </a:rPr>
              <a:t>Continuous Process</a:t>
            </a:r>
            <a:endParaRPr b="0" i="0" sz="800" u="none" cap="none" strike="noStrike">
              <a:solidFill>
                <a:srgbClr val="000000"/>
              </a:solidFill>
              <a:latin typeface="Arial"/>
              <a:ea typeface="Arial"/>
              <a:cs typeface="Arial"/>
              <a:sym typeface="Arial"/>
            </a:endParaRPr>
          </a:p>
        </p:txBody>
      </p:sp>
      <p:sp>
        <p:nvSpPr>
          <p:cNvPr id="335" name="Google Shape;335;p4"/>
          <p:cNvSpPr txBox="1"/>
          <p:nvPr/>
        </p:nvSpPr>
        <p:spPr>
          <a:xfrm>
            <a:off x="1666756" y="5210209"/>
            <a:ext cx="1134745" cy="283210"/>
          </a:xfrm>
          <a:prstGeom prst="rect">
            <a:avLst/>
          </a:prstGeom>
          <a:noFill/>
          <a:ln>
            <a:noFill/>
          </a:ln>
        </p:spPr>
        <p:txBody>
          <a:bodyPr anchorCtr="0" anchor="t" bIns="0" lIns="0" spcFirstLastPara="1" rIns="0" wrap="square" tIns="10150">
            <a:spAutoFit/>
          </a:bodyPr>
          <a:lstStyle/>
          <a:p>
            <a:pPr indent="-33019" lvl="0" marL="660400" marR="304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Waste storage place volume: 6000 m3</a:t>
            </a:r>
            <a:endParaRPr b="0" i="0" sz="400" u="none" cap="none" strike="noStrike">
              <a:solidFill>
                <a:srgbClr val="000000"/>
              </a:solidFill>
              <a:latin typeface="Arial"/>
              <a:ea typeface="Arial"/>
              <a:cs typeface="Arial"/>
              <a:sym typeface="Arial"/>
            </a:endParaRPr>
          </a:p>
          <a:p>
            <a:pPr indent="137795" lvl="0" marL="25400" marR="83820" rtl="0" algn="l">
              <a:lnSpc>
                <a:spcPct val="104200"/>
              </a:lnSpc>
              <a:spcBef>
                <a:spcPts val="45"/>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Input throat	</a:t>
            </a:r>
            <a:r>
              <a:rPr b="0" baseline="30000" i="0" lang="en-US" sz="600" u="none" cap="none" strike="noStrike">
                <a:solidFill>
                  <a:srgbClr val="231F20"/>
                </a:solidFill>
                <a:latin typeface="Arial"/>
                <a:ea typeface="Arial"/>
                <a:cs typeface="Arial"/>
                <a:sym typeface="Arial"/>
              </a:rPr>
              <a:t>(for three days) </a:t>
            </a:r>
            <a:r>
              <a:rPr b="0" i="0" lang="en-US" sz="400" u="none" cap="none" strike="noStrike">
                <a:solidFill>
                  <a:srgbClr val="231F20"/>
                </a:solidFill>
                <a:latin typeface="Arial"/>
                <a:ea typeface="Arial"/>
                <a:cs typeface="Arial"/>
                <a:sym typeface="Arial"/>
              </a:rPr>
              <a:t>(with crushing function)</a:t>
            </a:r>
            <a:endParaRPr b="0" i="0" sz="400" u="none" cap="none" strike="noStrike">
              <a:solidFill>
                <a:srgbClr val="000000"/>
              </a:solidFill>
              <a:latin typeface="Arial"/>
              <a:ea typeface="Arial"/>
              <a:cs typeface="Arial"/>
              <a:sym typeface="Arial"/>
            </a:endParaRPr>
          </a:p>
        </p:txBody>
      </p:sp>
      <p:sp>
        <p:nvSpPr>
          <p:cNvPr id="336" name="Google Shape;336;p4"/>
          <p:cNvSpPr txBox="1"/>
          <p:nvPr/>
        </p:nvSpPr>
        <p:spPr>
          <a:xfrm>
            <a:off x="3283212" y="5646294"/>
            <a:ext cx="1280160" cy="257810"/>
          </a:xfrm>
          <a:prstGeom prst="rect">
            <a:avLst/>
          </a:prstGeom>
          <a:noFill/>
          <a:ln>
            <a:noFill/>
          </a:ln>
        </p:spPr>
        <p:txBody>
          <a:bodyPr anchorCtr="0" anchor="t" bIns="0" lIns="0" spcFirstLastPara="1" rIns="0" wrap="square" tIns="11425">
            <a:spAutoFit/>
          </a:bodyPr>
          <a:lstStyle/>
          <a:p>
            <a:pPr indent="0" lvl="0" marL="0" marR="182880" rtl="0" algn="r">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蓄電機</a:t>
            </a:r>
            <a:endParaRPr b="0" i="0" sz="300" u="none" cap="none" strike="noStrike">
              <a:solidFill>
                <a:srgbClr val="000000"/>
              </a:solidFill>
              <a:latin typeface="Arial"/>
              <a:ea typeface="Arial"/>
              <a:cs typeface="Arial"/>
              <a:sym typeface="Arial"/>
            </a:endParaRPr>
          </a:p>
          <a:p>
            <a:pPr indent="0" lvl="0" marL="0" marR="0" rtl="0" algn="l">
              <a:lnSpc>
                <a:spcPct val="100000"/>
              </a:lnSpc>
              <a:spcBef>
                <a:spcPts val="95"/>
              </a:spcBef>
              <a:spcAft>
                <a:spcPts val="0"/>
              </a:spcAft>
              <a:buClr>
                <a:srgbClr val="000000"/>
              </a:buClr>
              <a:buSzPts val="150"/>
              <a:buFont typeface="Arial"/>
              <a:buNone/>
            </a:pPr>
            <a:r>
              <a:t/>
            </a:r>
            <a:endParaRPr b="0" i="0" sz="150" u="none" cap="none" strike="noStrike">
              <a:solidFill>
                <a:srgbClr val="000000"/>
              </a:solidFill>
              <a:latin typeface="Arial"/>
              <a:ea typeface="Arial"/>
              <a:cs typeface="Arial"/>
              <a:sym typeface="Arial"/>
            </a:endParaRPr>
          </a:p>
          <a:p>
            <a:pPr indent="-148590" lvl="0" marL="1485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Exhaust gas purification	Power generation room equipment		(soundproof)</a:t>
            </a:r>
            <a:endParaRPr b="0" i="0" sz="400" u="none" cap="none" strike="noStrike">
              <a:solidFill>
                <a:srgbClr val="000000"/>
              </a:solidFill>
              <a:latin typeface="Arial"/>
              <a:ea typeface="Arial"/>
              <a:cs typeface="Arial"/>
              <a:sym typeface="Arial"/>
            </a:endParaRPr>
          </a:p>
        </p:txBody>
      </p:sp>
      <p:sp>
        <p:nvSpPr>
          <p:cNvPr id="337" name="Google Shape;337;p4"/>
          <p:cNvSpPr txBox="1"/>
          <p:nvPr/>
        </p:nvSpPr>
        <p:spPr>
          <a:xfrm>
            <a:off x="3985428" y="4850577"/>
            <a:ext cx="549910" cy="346710"/>
          </a:xfrm>
          <a:prstGeom prst="rect">
            <a:avLst/>
          </a:prstGeom>
          <a:solidFill>
            <a:srgbClr val="D4EFFC"/>
          </a:solidFill>
          <a:ln cap="flat" cmpd="sng" w="18700">
            <a:solidFill>
              <a:srgbClr val="231F20"/>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Times New Roman"/>
              <a:ea typeface="Times New Roman"/>
              <a:cs typeface="Times New Roman"/>
              <a:sym typeface="Times New Roman"/>
            </a:endParaRPr>
          </a:p>
          <a:p>
            <a:pPr indent="0" lvl="0" marL="50800" marR="0" rtl="0" algn="l">
              <a:lnSpc>
                <a:spcPct val="100000"/>
              </a:lnSpc>
              <a:spcBef>
                <a:spcPts val="245"/>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Water storage tank</a:t>
            </a:r>
            <a:endParaRPr b="0" i="0" sz="400" u="none" cap="none" strike="noStrike">
              <a:solidFill>
                <a:srgbClr val="000000"/>
              </a:solidFill>
              <a:latin typeface="Arial"/>
              <a:ea typeface="Arial"/>
              <a:cs typeface="Arial"/>
              <a:sym typeface="Arial"/>
            </a:endParaRPr>
          </a:p>
        </p:txBody>
      </p:sp>
      <p:sp>
        <p:nvSpPr>
          <p:cNvPr id="338" name="Google Shape;338;p4"/>
          <p:cNvSpPr txBox="1"/>
          <p:nvPr/>
        </p:nvSpPr>
        <p:spPr>
          <a:xfrm>
            <a:off x="3379529" y="5078840"/>
            <a:ext cx="292100"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Oil tank (3P)</a:t>
            </a:r>
            <a:endParaRPr b="0" i="0" sz="400" u="none" cap="none" strike="noStrike">
              <a:solidFill>
                <a:srgbClr val="000000"/>
              </a:solidFill>
              <a:latin typeface="Arial"/>
              <a:ea typeface="Arial"/>
              <a:cs typeface="Arial"/>
              <a:sym typeface="Arial"/>
            </a:endParaRPr>
          </a:p>
        </p:txBody>
      </p:sp>
      <p:sp>
        <p:nvSpPr>
          <p:cNvPr id="339" name="Google Shape;339;p4"/>
          <p:cNvSpPr txBox="1"/>
          <p:nvPr/>
        </p:nvSpPr>
        <p:spPr>
          <a:xfrm>
            <a:off x="4602089" y="4849548"/>
            <a:ext cx="549910" cy="346710"/>
          </a:xfrm>
          <a:prstGeom prst="rect">
            <a:avLst/>
          </a:prstGeom>
          <a:solidFill>
            <a:srgbClr val="D4EFFC"/>
          </a:solidFill>
          <a:ln cap="flat" cmpd="sng" w="18700">
            <a:solidFill>
              <a:srgbClr val="231F20"/>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Times New Roman"/>
              <a:ea typeface="Times New Roman"/>
              <a:cs typeface="Times New Roman"/>
              <a:sym typeface="Times New Roman"/>
            </a:endParaRPr>
          </a:p>
          <a:p>
            <a:pPr indent="0" lvl="0" marL="57150" marR="0" rtl="0" algn="l">
              <a:lnSpc>
                <a:spcPct val="100000"/>
              </a:lnSpc>
              <a:spcBef>
                <a:spcPts val="254"/>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Water storage tank</a:t>
            </a:r>
            <a:endParaRPr b="0" i="0" sz="400" u="none" cap="none" strike="noStrike">
              <a:solidFill>
                <a:srgbClr val="000000"/>
              </a:solidFill>
              <a:latin typeface="Arial"/>
              <a:ea typeface="Arial"/>
              <a:cs typeface="Arial"/>
              <a:sym typeface="Arial"/>
            </a:endParaRPr>
          </a:p>
        </p:txBody>
      </p:sp>
      <p:sp>
        <p:nvSpPr>
          <p:cNvPr id="340" name="Google Shape;340;p4"/>
          <p:cNvSpPr txBox="1"/>
          <p:nvPr/>
        </p:nvSpPr>
        <p:spPr>
          <a:xfrm>
            <a:off x="4609804" y="5924812"/>
            <a:ext cx="570865" cy="149860"/>
          </a:xfrm>
          <a:prstGeom prst="rect">
            <a:avLst/>
          </a:prstGeom>
          <a:noFill/>
          <a:ln>
            <a:noFill/>
          </a:ln>
        </p:spPr>
        <p:txBody>
          <a:bodyPr anchorCtr="0" anchor="t" bIns="0" lIns="0" spcFirstLastPara="1" rIns="0" wrap="square" tIns="10150">
            <a:spAutoFit/>
          </a:bodyPr>
          <a:lstStyle/>
          <a:p>
            <a:pPr indent="276225" lvl="0" marL="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Input throat (with crushing function)</a:t>
            </a:r>
            <a:endParaRPr b="0" i="0" sz="400" u="none" cap="none" strike="noStrike">
              <a:solidFill>
                <a:srgbClr val="000000"/>
              </a:solidFill>
              <a:latin typeface="Arial"/>
              <a:ea typeface="Arial"/>
              <a:cs typeface="Arial"/>
              <a:sym typeface="Arial"/>
            </a:endParaRPr>
          </a:p>
        </p:txBody>
      </p:sp>
      <p:sp>
        <p:nvSpPr>
          <p:cNvPr id="341" name="Google Shape;341;p4"/>
          <p:cNvSpPr txBox="1"/>
          <p:nvPr/>
        </p:nvSpPr>
        <p:spPr>
          <a:xfrm>
            <a:off x="5337006" y="6479193"/>
            <a:ext cx="570865" cy="149860"/>
          </a:xfrm>
          <a:prstGeom prst="rect">
            <a:avLst/>
          </a:prstGeom>
          <a:noFill/>
          <a:ln>
            <a:noFill/>
          </a:ln>
        </p:spPr>
        <p:txBody>
          <a:bodyPr anchorCtr="0" anchor="t" bIns="0" lIns="0" spcFirstLastPara="1" rIns="0" wrap="square" tIns="10150">
            <a:spAutoFit/>
          </a:bodyPr>
          <a:lstStyle/>
          <a:p>
            <a:pPr indent="-34290" lvl="0" marL="342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processing plant</a:t>
            </a:r>
            <a:endParaRPr b="0" i="0" sz="400" u="none" cap="none" strike="noStrike">
              <a:solidFill>
                <a:srgbClr val="000000"/>
              </a:solidFill>
              <a:latin typeface="Arial"/>
              <a:ea typeface="Arial"/>
              <a:cs typeface="Arial"/>
              <a:sym typeface="Arial"/>
            </a:endParaRPr>
          </a:p>
        </p:txBody>
      </p:sp>
      <p:sp>
        <p:nvSpPr>
          <p:cNvPr id="342" name="Google Shape;342;p4"/>
          <p:cNvSpPr txBox="1"/>
          <p:nvPr/>
        </p:nvSpPr>
        <p:spPr>
          <a:xfrm>
            <a:off x="6153158" y="6241601"/>
            <a:ext cx="454025" cy="213360"/>
          </a:xfrm>
          <a:prstGeom prst="rect">
            <a:avLst/>
          </a:prstGeom>
          <a:noFill/>
          <a:ln>
            <a:noFill/>
          </a:ln>
        </p:spPr>
        <p:txBody>
          <a:bodyPr anchorCtr="0" anchor="t" bIns="0" lIns="0" spcFirstLastPara="1" rIns="0" wrap="square" tIns="10150">
            <a:spAutoFit/>
          </a:bodyPr>
          <a:lstStyle/>
          <a:p>
            <a:pPr indent="0" lvl="0" marL="0" marR="5080" rtl="0" algn="ctr">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storage area</a:t>
            </a:r>
            <a:endParaRPr b="0" i="0" sz="400" u="none" cap="none" strike="noStrike">
              <a:solidFill>
                <a:srgbClr val="000000"/>
              </a:solidFill>
              <a:latin typeface="Arial"/>
              <a:ea typeface="Arial"/>
              <a:cs typeface="Arial"/>
              <a:sym typeface="Arial"/>
            </a:endParaRPr>
          </a:p>
        </p:txBody>
      </p:sp>
      <p:sp>
        <p:nvSpPr>
          <p:cNvPr id="343" name="Google Shape;343;p4"/>
          <p:cNvSpPr txBox="1"/>
          <p:nvPr/>
        </p:nvSpPr>
        <p:spPr>
          <a:xfrm>
            <a:off x="6204619" y="4960577"/>
            <a:ext cx="337185" cy="213360"/>
          </a:xfrm>
          <a:prstGeom prst="rect">
            <a:avLst/>
          </a:prstGeom>
          <a:noFill/>
          <a:ln>
            <a:noFill/>
          </a:ln>
        </p:spPr>
        <p:txBody>
          <a:bodyPr anchorCtr="0" anchor="t" bIns="0" lIns="0" spcFirstLastPara="1" rIns="0" wrap="square" tIns="12700">
            <a:spAutoFit/>
          </a:bodyPr>
          <a:lstStyle/>
          <a:p>
            <a:pPr indent="0" lvl="0" marL="8255"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Non-carbide</a:t>
            </a:r>
            <a:endParaRPr b="0" i="0" sz="400" u="none" cap="none" strike="noStrike">
              <a:solidFill>
                <a:srgbClr val="000000"/>
              </a:solidFill>
              <a:latin typeface="Arial"/>
              <a:ea typeface="Arial"/>
              <a:cs typeface="Arial"/>
              <a:sym typeface="Arial"/>
            </a:endParaRPr>
          </a:p>
          <a:p>
            <a:pPr indent="-11430" lvl="0" marL="1143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 metal / glass storage area</a:t>
            </a:r>
            <a:endParaRPr b="0" i="0" sz="400" u="none" cap="none" strike="noStrike">
              <a:solidFill>
                <a:srgbClr val="000000"/>
              </a:solidFill>
              <a:latin typeface="Arial"/>
              <a:ea typeface="Arial"/>
              <a:cs typeface="Arial"/>
              <a:sym typeface="Arial"/>
            </a:endParaRPr>
          </a:p>
        </p:txBody>
      </p:sp>
      <p:sp>
        <p:nvSpPr>
          <p:cNvPr id="344" name="Google Shape;344;p4"/>
          <p:cNvSpPr txBox="1"/>
          <p:nvPr/>
        </p:nvSpPr>
        <p:spPr>
          <a:xfrm>
            <a:off x="5536751" y="6101241"/>
            <a:ext cx="215265" cy="149860"/>
          </a:xfrm>
          <a:prstGeom prst="rect">
            <a:avLst/>
          </a:prstGeom>
          <a:noFill/>
          <a:ln>
            <a:noFill/>
          </a:ln>
        </p:spPr>
        <p:txBody>
          <a:bodyPr anchorCtr="0" anchor="t" bIns="0" lIns="0" spcFirstLastPara="1" rIns="0" wrap="square" tIns="10150">
            <a:spAutoFit/>
          </a:bodyPr>
          <a:lstStyle/>
          <a:p>
            <a:pPr indent="0" lvl="0" marL="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Sorting machine</a:t>
            </a:r>
            <a:endParaRPr b="0" i="0" sz="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8" name="Shape 348"/>
        <p:cNvGrpSpPr/>
        <p:nvPr/>
      </p:nvGrpSpPr>
      <p:grpSpPr>
        <a:xfrm>
          <a:off x="0" y="0"/>
          <a:ext cx="0" cy="0"/>
          <a:chOff x="0" y="0"/>
          <a:chExt cx="0" cy="0"/>
        </a:xfrm>
      </p:grpSpPr>
      <p:pic>
        <p:nvPicPr>
          <p:cNvPr id="349" name="Google Shape;349;p5"/>
          <p:cNvPicPr preferRelativeResize="0"/>
          <p:nvPr/>
        </p:nvPicPr>
        <p:blipFill rotWithShape="1">
          <a:blip r:embed="rId3">
            <a:alphaModFix/>
          </a:blip>
          <a:srcRect b="0" l="0" r="0" t="0"/>
          <a:stretch/>
        </p:blipFill>
        <p:spPr>
          <a:xfrm>
            <a:off x="710750" y="2360862"/>
            <a:ext cx="10692000" cy="7559990"/>
          </a:xfrm>
          <a:prstGeom prst="rect">
            <a:avLst/>
          </a:prstGeom>
          <a:noFill/>
          <a:ln>
            <a:noFill/>
          </a:ln>
        </p:spPr>
      </p:pic>
      <p:sp>
        <p:nvSpPr>
          <p:cNvPr id="350" name="Google Shape;350;p5"/>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351" name="Google Shape;351;p5"/>
          <p:cNvGrpSpPr/>
          <p:nvPr/>
        </p:nvGrpSpPr>
        <p:grpSpPr>
          <a:xfrm>
            <a:off x="8639998" y="180300"/>
            <a:ext cx="1872486" cy="114905"/>
            <a:chOff x="8639998" y="180300"/>
            <a:chExt cx="1872486" cy="114905"/>
          </a:xfrm>
        </p:grpSpPr>
        <p:sp>
          <p:nvSpPr>
            <p:cNvPr id="352" name="Google Shape;352;p5"/>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3" name="Google Shape;353;p5"/>
            <p:cNvPicPr preferRelativeResize="0"/>
            <p:nvPr/>
          </p:nvPicPr>
          <p:blipFill rotWithShape="1">
            <a:blip r:embed="rId4">
              <a:alphaModFix/>
            </a:blip>
            <a:srcRect b="0" l="0" r="0" t="0"/>
            <a:stretch/>
          </p:blipFill>
          <p:spPr>
            <a:xfrm>
              <a:off x="8760571" y="180305"/>
              <a:ext cx="97396" cy="81000"/>
            </a:xfrm>
            <a:prstGeom prst="rect">
              <a:avLst/>
            </a:prstGeom>
            <a:noFill/>
            <a:ln>
              <a:noFill/>
            </a:ln>
          </p:spPr>
        </p:pic>
        <p:pic>
          <p:nvPicPr>
            <p:cNvPr id="354" name="Google Shape;354;p5"/>
            <p:cNvPicPr preferRelativeResize="0"/>
            <p:nvPr/>
          </p:nvPicPr>
          <p:blipFill rotWithShape="1">
            <a:blip r:embed="rId5">
              <a:alphaModFix/>
            </a:blip>
            <a:srcRect b="0" l="0" r="0" t="0"/>
            <a:stretch/>
          </p:blipFill>
          <p:spPr>
            <a:xfrm>
              <a:off x="8880355" y="180305"/>
              <a:ext cx="216256" cy="81000"/>
            </a:xfrm>
            <a:prstGeom prst="rect">
              <a:avLst/>
            </a:prstGeom>
            <a:noFill/>
            <a:ln>
              <a:noFill/>
            </a:ln>
          </p:spPr>
        </p:pic>
        <p:pic>
          <p:nvPicPr>
            <p:cNvPr id="355" name="Google Shape;355;p5"/>
            <p:cNvPicPr preferRelativeResize="0"/>
            <p:nvPr/>
          </p:nvPicPr>
          <p:blipFill rotWithShape="1">
            <a:blip r:embed="rId6">
              <a:alphaModFix/>
            </a:blip>
            <a:srcRect b="0" l="0" r="0" t="0"/>
            <a:stretch/>
          </p:blipFill>
          <p:spPr>
            <a:xfrm>
              <a:off x="9118352" y="180305"/>
              <a:ext cx="94957" cy="81000"/>
            </a:xfrm>
            <a:prstGeom prst="rect">
              <a:avLst/>
            </a:prstGeom>
            <a:noFill/>
            <a:ln>
              <a:noFill/>
            </a:ln>
          </p:spPr>
        </p:pic>
        <p:pic>
          <p:nvPicPr>
            <p:cNvPr id="356" name="Google Shape;356;p5"/>
            <p:cNvPicPr preferRelativeResize="0"/>
            <p:nvPr/>
          </p:nvPicPr>
          <p:blipFill rotWithShape="1">
            <a:blip r:embed="rId7">
              <a:alphaModFix/>
            </a:blip>
            <a:srcRect b="0" l="0" r="0" t="0"/>
            <a:stretch/>
          </p:blipFill>
          <p:spPr>
            <a:xfrm>
              <a:off x="9305594" y="180305"/>
              <a:ext cx="97408" cy="81000"/>
            </a:xfrm>
            <a:prstGeom prst="rect">
              <a:avLst/>
            </a:prstGeom>
            <a:noFill/>
            <a:ln>
              <a:noFill/>
            </a:ln>
          </p:spPr>
        </p:pic>
        <p:sp>
          <p:nvSpPr>
            <p:cNvPr id="357" name="Google Shape;357;p5"/>
            <p:cNvSpPr/>
            <p:nvPr/>
          </p:nvSpPr>
          <p:spPr>
            <a:xfrm>
              <a:off x="9425380"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8" name="Google Shape;358;p5"/>
            <p:cNvPicPr preferRelativeResize="0"/>
            <p:nvPr/>
          </p:nvPicPr>
          <p:blipFill rotWithShape="1">
            <a:blip r:embed="rId8">
              <a:alphaModFix/>
            </a:blip>
            <a:srcRect b="0" l="0" r="0" t="0"/>
            <a:stretch/>
          </p:blipFill>
          <p:spPr>
            <a:xfrm>
              <a:off x="9474179" y="180305"/>
              <a:ext cx="95719" cy="81000"/>
            </a:xfrm>
            <a:prstGeom prst="rect">
              <a:avLst/>
            </a:prstGeom>
            <a:noFill/>
            <a:ln>
              <a:noFill/>
            </a:ln>
          </p:spPr>
        </p:pic>
        <p:sp>
          <p:nvSpPr>
            <p:cNvPr id="359" name="Google Shape;359;p5"/>
            <p:cNvSpPr/>
            <p:nvPr/>
          </p:nvSpPr>
          <p:spPr>
            <a:xfrm>
              <a:off x="8639998"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0" name="Google Shape;360;p5"/>
            <p:cNvPicPr preferRelativeResize="0"/>
            <p:nvPr/>
          </p:nvPicPr>
          <p:blipFill rotWithShape="1">
            <a:blip r:embed="rId9">
              <a:alphaModFix/>
            </a:blip>
            <a:srcRect b="0" l="0" r="0" t="0"/>
            <a:stretch/>
          </p:blipFill>
          <p:spPr>
            <a:xfrm>
              <a:off x="8640927" y="181229"/>
              <a:ext cx="18338" cy="36207"/>
            </a:xfrm>
            <a:prstGeom prst="rect">
              <a:avLst/>
            </a:prstGeom>
            <a:noFill/>
            <a:ln>
              <a:noFill/>
            </a:ln>
          </p:spPr>
        </p:pic>
        <p:sp>
          <p:nvSpPr>
            <p:cNvPr id="361" name="Google Shape;361;p5"/>
            <p:cNvSpPr/>
            <p:nvPr/>
          </p:nvSpPr>
          <p:spPr>
            <a:xfrm>
              <a:off x="8639998"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2" name="Google Shape;362;p5"/>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5</a:t>
            </a:r>
            <a:endParaRPr b="0" i="0" sz="600" u="none" cap="none" strike="noStrike">
              <a:solidFill>
                <a:srgbClr val="000000"/>
              </a:solidFill>
              <a:latin typeface="Arial"/>
              <a:ea typeface="Arial"/>
              <a:cs typeface="Arial"/>
              <a:sym typeface="Arial"/>
            </a:endParaRPr>
          </a:p>
        </p:txBody>
      </p:sp>
      <p:sp>
        <p:nvSpPr>
          <p:cNvPr id="363" name="Google Shape;363;p5"/>
          <p:cNvSpPr txBox="1"/>
          <p:nvPr/>
        </p:nvSpPr>
        <p:spPr>
          <a:xfrm>
            <a:off x="2962501" y="791181"/>
            <a:ext cx="4380230" cy="11385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URC-400 for Resin waste / Liquefaction resource recovery</a:t>
            </a:r>
            <a:endParaRPr b="0" i="0" sz="1300" u="none" cap="none" strike="noStrike">
              <a:solidFill>
                <a:srgbClr val="000000"/>
              </a:solidFill>
              <a:latin typeface="Arial"/>
              <a:ea typeface="Arial"/>
              <a:cs typeface="Arial"/>
              <a:sym typeface="Arial"/>
            </a:endParaRPr>
          </a:p>
          <a:p>
            <a:pPr indent="0" lvl="0" marL="12700" marR="5080" rtl="0" algn="just">
              <a:lnSpc>
                <a:spcPct val="120300"/>
              </a:lnSpc>
              <a:spcBef>
                <a:spcPts val="70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URC-400 is designed dedicated for resin-based waste treatment (up to 40Mt/day) to extract liquefied recovery fuel. Input to the process as 3 buckets as 1 batch and operate seven processes. It is possible to process wastes with high thermal conduc- tivity, such as mixed waste plastic, electronic parts, synthetic leather, and vinyl, etc. th a t applicable for chemical recycling in a short time.</a:t>
            </a:r>
            <a:endParaRPr b="0" i="0" sz="900" u="none" cap="none" strike="noStrike">
              <a:solidFill>
                <a:srgbClr val="000000"/>
              </a:solidFill>
              <a:latin typeface="Arial"/>
              <a:ea typeface="Arial"/>
              <a:cs typeface="Arial"/>
              <a:sym typeface="Arial"/>
            </a:endParaRPr>
          </a:p>
        </p:txBody>
      </p:sp>
      <p:sp>
        <p:nvSpPr>
          <p:cNvPr id="364" name="Google Shape;364;p5"/>
          <p:cNvSpPr txBox="1"/>
          <p:nvPr/>
        </p:nvSpPr>
        <p:spPr>
          <a:xfrm>
            <a:off x="7676899" y="677798"/>
            <a:ext cx="350520" cy="132080"/>
          </a:xfrm>
          <a:prstGeom prst="rect">
            <a:avLst/>
          </a:prstGeom>
          <a:noFill/>
          <a:ln>
            <a:noFill/>
          </a:ln>
        </p:spPr>
        <p:txBody>
          <a:bodyPr anchorCtr="0" anchor="t" bIns="0" lIns="0" spcFirstLastPara="1" rIns="0" wrap="square" tIns="12700">
            <a:spAutoFit/>
          </a:bodyPr>
          <a:lstStyle/>
          <a:p>
            <a:pPr indent="-125095" lvl="0" marL="137795" marR="0" rtl="0" algn="l">
              <a:lnSpc>
                <a:spcPct val="100000"/>
              </a:lnSpc>
              <a:spcBef>
                <a:spcPts val="0"/>
              </a:spcBef>
              <a:spcAft>
                <a:spcPts val="0"/>
              </a:spcAft>
              <a:buClr>
                <a:srgbClr val="231F20"/>
              </a:buClr>
              <a:buSzPts val="1200"/>
              <a:buFont typeface="Arial"/>
              <a:buChar char="■"/>
            </a:pPr>
            <a:r>
              <a:rPr b="0" baseline="30000" i="0" lang="en-US" sz="1050" u="none" cap="none" strike="noStrike">
                <a:solidFill>
                  <a:srgbClr val="231F20"/>
                </a:solidFill>
                <a:latin typeface="Arial"/>
                <a:ea typeface="Arial"/>
                <a:cs typeface="Arial"/>
                <a:sym typeface="Arial"/>
              </a:rPr>
              <a:t>SPEC</a:t>
            </a:r>
            <a:endParaRPr b="0" baseline="30000" i="0" sz="1050" u="none" cap="none" strike="noStrike">
              <a:solidFill>
                <a:srgbClr val="000000"/>
              </a:solidFill>
              <a:latin typeface="Arial"/>
              <a:ea typeface="Arial"/>
              <a:cs typeface="Arial"/>
              <a:sym typeface="Arial"/>
            </a:endParaRPr>
          </a:p>
        </p:txBody>
      </p:sp>
      <p:grpSp>
        <p:nvGrpSpPr>
          <p:cNvPr id="365" name="Google Shape;365;p5"/>
          <p:cNvGrpSpPr/>
          <p:nvPr/>
        </p:nvGrpSpPr>
        <p:grpSpPr>
          <a:xfrm>
            <a:off x="7689600" y="837091"/>
            <a:ext cx="2216190" cy="1841999"/>
            <a:chOff x="7689600" y="837091"/>
            <a:chExt cx="2216190" cy="1841999"/>
          </a:xfrm>
        </p:grpSpPr>
        <p:sp>
          <p:nvSpPr>
            <p:cNvPr id="366" name="Google Shape;366;p5"/>
            <p:cNvSpPr/>
            <p:nvPr/>
          </p:nvSpPr>
          <p:spPr>
            <a:xfrm>
              <a:off x="7689600" y="837091"/>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5"/>
            <p:cNvSpPr/>
            <p:nvPr/>
          </p:nvSpPr>
          <p:spPr>
            <a:xfrm>
              <a:off x="8690400" y="8370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5"/>
            <p:cNvSpPr/>
            <p:nvPr/>
          </p:nvSpPr>
          <p:spPr>
            <a:xfrm>
              <a:off x="7689600" y="1021290"/>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5"/>
            <p:cNvSpPr/>
            <p:nvPr/>
          </p:nvSpPr>
          <p:spPr>
            <a:xfrm>
              <a:off x="8690400" y="10212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5"/>
            <p:cNvSpPr/>
            <p:nvPr/>
          </p:nvSpPr>
          <p:spPr>
            <a:xfrm>
              <a:off x="7689600" y="1205490"/>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5"/>
            <p:cNvSpPr/>
            <p:nvPr/>
          </p:nvSpPr>
          <p:spPr>
            <a:xfrm>
              <a:off x="8690400" y="12054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5"/>
            <p:cNvSpPr/>
            <p:nvPr/>
          </p:nvSpPr>
          <p:spPr>
            <a:xfrm>
              <a:off x="7689600" y="1389691"/>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
            <p:cNvSpPr/>
            <p:nvPr/>
          </p:nvSpPr>
          <p:spPr>
            <a:xfrm>
              <a:off x="8690400" y="13896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5"/>
            <p:cNvSpPr/>
            <p:nvPr/>
          </p:nvSpPr>
          <p:spPr>
            <a:xfrm>
              <a:off x="7689600" y="1573890"/>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
            <p:cNvSpPr/>
            <p:nvPr/>
          </p:nvSpPr>
          <p:spPr>
            <a:xfrm>
              <a:off x="8690400" y="15738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
            <p:cNvSpPr/>
            <p:nvPr/>
          </p:nvSpPr>
          <p:spPr>
            <a:xfrm>
              <a:off x="7689600" y="1758090"/>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5"/>
            <p:cNvSpPr/>
            <p:nvPr/>
          </p:nvSpPr>
          <p:spPr>
            <a:xfrm>
              <a:off x="8690400" y="17580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5"/>
            <p:cNvSpPr/>
            <p:nvPr/>
          </p:nvSpPr>
          <p:spPr>
            <a:xfrm>
              <a:off x="7689600" y="1942291"/>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
            <p:cNvSpPr/>
            <p:nvPr/>
          </p:nvSpPr>
          <p:spPr>
            <a:xfrm>
              <a:off x="8690400" y="19422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5"/>
            <p:cNvSpPr/>
            <p:nvPr/>
          </p:nvSpPr>
          <p:spPr>
            <a:xfrm>
              <a:off x="7689600" y="2126490"/>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
            <p:cNvSpPr/>
            <p:nvPr/>
          </p:nvSpPr>
          <p:spPr>
            <a:xfrm>
              <a:off x="8690400" y="21264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
            <p:cNvSpPr/>
            <p:nvPr/>
          </p:nvSpPr>
          <p:spPr>
            <a:xfrm>
              <a:off x="7689600" y="2310691"/>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5"/>
            <p:cNvSpPr/>
            <p:nvPr/>
          </p:nvSpPr>
          <p:spPr>
            <a:xfrm>
              <a:off x="8690400" y="2310691"/>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5"/>
            <p:cNvSpPr/>
            <p:nvPr/>
          </p:nvSpPr>
          <p:spPr>
            <a:xfrm>
              <a:off x="7689600" y="2494890"/>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5"/>
            <p:cNvSpPr/>
            <p:nvPr/>
          </p:nvSpPr>
          <p:spPr>
            <a:xfrm>
              <a:off x="8690400" y="24948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5"/>
            <p:cNvSpPr/>
            <p:nvPr/>
          </p:nvSpPr>
          <p:spPr>
            <a:xfrm>
              <a:off x="7689600" y="2679090"/>
              <a:ext cx="950594" cy="0"/>
            </a:xfrm>
            <a:custGeom>
              <a:rect b="b" l="l" r="r" t="t"/>
              <a:pathLst>
                <a:path extrusionOk="0" h="120000" w="950595">
                  <a:moveTo>
                    <a:pt x="0" y="0"/>
                  </a:moveTo>
                  <a:lnTo>
                    <a:pt x="9504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5"/>
            <p:cNvSpPr/>
            <p:nvPr/>
          </p:nvSpPr>
          <p:spPr>
            <a:xfrm>
              <a:off x="8690400" y="2679090"/>
              <a:ext cx="1215390" cy="0"/>
            </a:xfrm>
            <a:custGeom>
              <a:rect b="b" l="l" r="r" t="t"/>
              <a:pathLst>
                <a:path extrusionOk="0" h="120000" w="1215390">
                  <a:moveTo>
                    <a:pt x="0" y="0"/>
                  </a:moveTo>
                  <a:lnTo>
                    <a:pt x="12149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8" name="Google Shape;388;p5"/>
          <p:cNvSpPr txBox="1"/>
          <p:nvPr/>
        </p:nvSpPr>
        <p:spPr>
          <a:xfrm>
            <a:off x="7712900" y="887247"/>
            <a:ext cx="69151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Product model name</a:t>
            </a:r>
            <a:endParaRPr b="0" i="0" sz="600" u="none" cap="none" strike="noStrike">
              <a:solidFill>
                <a:srgbClr val="000000"/>
              </a:solidFill>
              <a:latin typeface="Arial"/>
              <a:ea typeface="Arial"/>
              <a:cs typeface="Arial"/>
              <a:sym typeface="Arial"/>
            </a:endParaRPr>
          </a:p>
        </p:txBody>
      </p:sp>
      <p:sp>
        <p:nvSpPr>
          <p:cNvPr id="389" name="Google Shape;389;p5"/>
          <p:cNvSpPr txBox="1"/>
          <p:nvPr/>
        </p:nvSpPr>
        <p:spPr>
          <a:xfrm>
            <a:off x="8749700" y="887247"/>
            <a:ext cx="3219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URC-400</a:t>
            </a:r>
            <a:endParaRPr b="0" i="0" sz="600" u="none" cap="none" strike="noStrike">
              <a:solidFill>
                <a:srgbClr val="000000"/>
              </a:solidFill>
              <a:latin typeface="Arial"/>
              <a:ea typeface="Arial"/>
              <a:cs typeface="Arial"/>
              <a:sym typeface="Arial"/>
            </a:endParaRPr>
          </a:p>
        </p:txBody>
      </p:sp>
      <p:sp>
        <p:nvSpPr>
          <p:cNvPr id="390" name="Google Shape;390;p5"/>
          <p:cNvSpPr txBox="1"/>
          <p:nvPr/>
        </p:nvSpPr>
        <p:spPr>
          <a:xfrm>
            <a:off x="7712923" y="1071422"/>
            <a:ext cx="62611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Throughput / day</a:t>
            </a:r>
            <a:endParaRPr b="0" i="0" sz="600" u="none" cap="none" strike="noStrike">
              <a:solidFill>
                <a:srgbClr val="000000"/>
              </a:solidFill>
              <a:latin typeface="Arial"/>
              <a:ea typeface="Arial"/>
              <a:cs typeface="Arial"/>
              <a:sym typeface="Arial"/>
            </a:endParaRPr>
          </a:p>
        </p:txBody>
      </p:sp>
      <p:sp>
        <p:nvSpPr>
          <p:cNvPr id="391" name="Google Shape;391;p5"/>
          <p:cNvSpPr txBox="1"/>
          <p:nvPr/>
        </p:nvSpPr>
        <p:spPr>
          <a:xfrm>
            <a:off x="8749700" y="1071422"/>
            <a:ext cx="41529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40ton / day</a:t>
            </a:r>
            <a:endParaRPr b="0" i="0" sz="600" u="none" cap="none" strike="noStrike">
              <a:solidFill>
                <a:srgbClr val="000000"/>
              </a:solidFill>
              <a:latin typeface="Arial"/>
              <a:ea typeface="Arial"/>
              <a:cs typeface="Arial"/>
              <a:sym typeface="Arial"/>
            </a:endParaRPr>
          </a:p>
        </p:txBody>
      </p:sp>
      <p:sp>
        <p:nvSpPr>
          <p:cNvPr id="392" name="Google Shape;392;p5"/>
          <p:cNvSpPr txBox="1"/>
          <p:nvPr/>
        </p:nvSpPr>
        <p:spPr>
          <a:xfrm>
            <a:off x="7712900" y="1255647"/>
            <a:ext cx="8382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Decomposition temperature</a:t>
            </a:r>
            <a:endParaRPr b="0" i="0" sz="600" u="none" cap="none" strike="noStrike">
              <a:solidFill>
                <a:srgbClr val="000000"/>
              </a:solidFill>
              <a:latin typeface="Arial"/>
              <a:ea typeface="Arial"/>
              <a:cs typeface="Arial"/>
              <a:sym typeface="Arial"/>
            </a:endParaRPr>
          </a:p>
        </p:txBody>
      </p:sp>
      <p:sp>
        <p:nvSpPr>
          <p:cNvPr id="393" name="Google Shape;393;p5"/>
          <p:cNvSpPr txBox="1"/>
          <p:nvPr/>
        </p:nvSpPr>
        <p:spPr>
          <a:xfrm>
            <a:off x="8749700" y="1255647"/>
            <a:ext cx="113347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MAX 600°normal, 0.2MPa under</a:t>
            </a:r>
            <a:endParaRPr b="0" i="0" sz="600" u="none" cap="none" strike="noStrike">
              <a:solidFill>
                <a:srgbClr val="000000"/>
              </a:solidFill>
              <a:latin typeface="Arial"/>
              <a:ea typeface="Arial"/>
              <a:cs typeface="Arial"/>
              <a:sym typeface="Arial"/>
            </a:endParaRPr>
          </a:p>
        </p:txBody>
      </p:sp>
      <p:sp>
        <p:nvSpPr>
          <p:cNvPr id="394" name="Google Shape;394;p5"/>
          <p:cNvSpPr txBox="1"/>
          <p:nvPr/>
        </p:nvSpPr>
        <p:spPr>
          <a:xfrm>
            <a:off x="7712923" y="1439822"/>
            <a:ext cx="75501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 (Processing Unit)</a:t>
            </a:r>
            <a:endParaRPr b="0" i="0" sz="600" u="none" cap="none" strike="noStrike">
              <a:solidFill>
                <a:srgbClr val="000000"/>
              </a:solidFill>
              <a:latin typeface="Arial"/>
              <a:ea typeface="Arial"/>
              <a:cs typeface="Arial"/>
              <a:sym typeface="Arial"/>
            </a:endParaRPr>
          </a:p>
        </p:txBody>
      </p:sp>
      <p:sp>
        <p:nvSpPr>
          <p:cNvPr id="395" name="Google Shape;395;p5"/>
          <p:cNvSpPr txBox="1"/>
          <p:nvPr/>
        </p:nvSpPr>
        <p:spPr>
          <a:xfrm>
            <a:off x="8749700" y="1439822"/>
            <a:ext cx="7518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 41m D: 7m H: 7m</a:t>
            </a:r>
            <a:endParaRPr b="0" i="0" sz="600" u="none" cap="none" strike="noStrike">
              <a:solidFill>
                <a:srgbClr val="000000"/>
              </a:solidFill>
              <a:latin typeface="Arial"/>
              <a:ea typeface="Arial"/>
              <a:cs typeface="Arial"/>
              <a:sym typeface="Arial"/>
            </a:endParaRPr>
          </a:p>
        </p:txBody>
      </p:sp>
      <p:sp>
        <p:nvSpPr>
          <p:cNvPr id="396" name="Google Shape;396;p5"/>
          <p:cNvSpPr txBox="1"/>
          <p:nvPr/>
        </p:nvSpPr>
        <p:spPr>
          <a:xfrm>
            <a:off x="7712923" y="1623998"/>
            <a:ext cx="4597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 (bucket)</a:t>
            </a:r>
            <a:endParaRPr b="0" i="0" sz="600" u="none" cap="none" strike="noStrike">
              <a:solidFill>
                <a:srgbClr val="000000"/>
              </a:solidFill>
              <a:latin typeface="Arial"/>
              <a:ea typeface="Arial"/>
              <a:cs typeface="Arial"/>
              <a:sym typeface="Arial"/>
            </a:endParaRPr>
          </a:p>
        </p:txBody>
      </p:sp>
      <p:sp>
        <p:nvSpPr>
          <p:cNvPr id="397" name="Google Shape;397;p5"/>
          <p:cNvSpPr txBox="1"/>
          <p:nvPr/>
        </p:nvSpPr>
        <p:spPr>
          <a:xfrm>
            <a:off x="8724300" y="1623998"/>
            <a:ext cx="1077595"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 1m D: 1.5m H: 0.7m / 1m</a:t>
            </a:r>
            <a:r>
              <a:rPr b="0" baseline="30000" i="0" lang="en-US" sz="525" u="none" cap="none" strike="noStrike">
                <a:solidFill>
                  <a:srgbClr val="231F20"/>
                </a:solidFill>
                <a:latin typeface="Arial"/>
                <a:ea typeface="Arial"/>
                <a:cs typeface="Arial"/>
                <a:sym typeface="Arial"/>
              </a:rPr>
              <a:t>3</a:t>
            </a:r>
            <a:endParaRPr b="0" baseline="30000" i="0" sz="525" u="none" cap="none" strike="noStrike">
              <a:solidFill>
                <a:srgbClr val="000000"/>
              </a:solidFill>
              <a:latin typeface="Arial"/>
              <a:ea typeface="Arial"/>
              <a:cs typeface="Arial"/>
              <a:sym typeface="Arial"/>
            </a:endParaRPr>
          </a:p>
        </p:txBody>
      </p:sp>
      <p:sp>
        <p:nvSpPr>
          <p:cNvPr id="398" name="Google Shape;398;p5"/>
          <p:cNvSpPr txBox="1"/>
          <p:nvPr/>
        </p:nvSpPr>
        <p:spPr>
          <a:xfrm>
            <a:off x="7712900" y="1808247"/>
            <a:ext cx="5486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Process System</a:t>
            </a:r>
            <a:endParaRPr b="0" i="0" sz="600" u="none" cap="none" strike="noStrike">
              <a:solidFill>
                <a:srgbClr val="000000"/>
              </a:solidFill>
              <a:latin typeface="Arial"/>
              <a:ea typeface="Arial"/>
              <a:cs typeface="Arial"/>
              <a:sym typeface="Arial"/>
            </a:endParaRPr>
          </a:p>
        </p:txBody>
      </p:sp>
      <p:sp>
        <p:nvSpPr>
          <p:cNvPr id="399" name="Google Shape;399;p5"/>
          <p:cNvSpPr txBox="1"/>
          <p:nvPr/>
        </p:nvSpPr>
        <p:spPr>
          <a:xfrm>
            <a:off x="8749677" y="1808247"/>
            <a:ext cx="5924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Continuous type</a:t>
            </a:r>
            <a:endParaRPr b="0" i="0" sz="600" u="none" cap="none" strike="noStrike">
              <a:solidFill>
                <a:srgbClr val="000000"/>
              </a:solidFill>
              <a:latin typeface="Arial"/>
              <a:ea typeface="Arial"/>
              <a:cs typeface="Arial"/>
              <a:sym typeface="Arial"/>
            </a:endParaRPr>
          </a:p>
        </p:txBody>
      </p:sp>
      <p:sp>
        <p:nvSpPr>
          <p:cNvPr id="400" name="Google Shape;400;p5"/>
          <p:cNvSpPr txBox="1"/>
          <p:nvPr/>
        </p:nvSpPr>
        <p:spPr>
          <a:xfrm>
            <a:off x="7712900" y="1992422"/>
            <a:ext cx="64198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Steam Generation</a:t>
            </a:r>
            <a:endParaRPr b="0" i="0" sz="600" u="none" cap="none" strike="noStrike">
              <a:solidFill>
                <a:srgbClr val="000000"/>
              </a:solidFill>
              <a:latin typeface="Arial"/>
              <a:ea typeface="Arial"/>
              <a:cs typeface="Arial"/>
              <a:sym typeface="Arial"/>
            </a:endParaRPr>
          </a:p>
        </p:txBody>
      </p:sp>
      <p:sp>
        <p:nvSpPr>
          <p:cNvPr id="401" name="Google Shape;401;p5"/>
          <p:cNvSpPr txBox="1"/>
          <p:nvPr/>
        </p:nvSpPr>
        <p:spPr>
          <a:xfrm>
            <a:off x="8749677" y="1992422"/>
            <a:ext cx="45656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Steam boiler</a:t>
            </a:r>
            <a:endParaRPr b="0" i="0" sz="600" u="none" cap="none" strike="noStrike">
              <a:solidFill>
                <a:srgbClr val="000000"/>
              </a:solidFill>
              <a:latin typeface="Arial"/>
              <a:ea typeface="Arial"/>
              <a:cs typeface="Arial"/>
              <a:sym typeface="Arial"/>
            </a:endParaRPr>
          </a:p>
        </p:txBody>
      </p:sp>
      <p:sp>
        <p:nvSpPr>
          <p:cNvPr id="402" name="Google Shape;402;p5"/>
          <p:cNvSpPr txBox="1"/>
          <p:nvPr/>
        </p:nvSpPr>
        <p:spPr>
          <a:xfrm>
            <a:off x="7712900" y="2176598"/>
            <a:ext cx="65849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Superheating type</a:t>
            </a:r>
            <a:endParaRPr b="0" i="0" sz="600" u="none" cap="none" strike="noStrike">
              <a:solidFill>
                <a:srgbClr val="000000"/>
              </a:solidFill>
              <a:latin typeface="Arial"/>
              <a:ea typeface="Arial"/>
              <a:cs typeface="Arial"/>
              <a:sym typeface="Arial"/>
            </a:endParaRPr>
          </a:p>
        </p:txBody>
      </p:sp>
      <p:sp>
        <p:nvSpPr>
          <p:cNvPr id="403" name="Google Shape;403;p5"/>
          <p:cNvSpPr txBox="1"/>
          <p:nvPr/>
        </p:nvSpPr>
        <p:spPr>
          <a:xfrm>
            <a:off x="8749677" y="2176598"/>
            <a:ext cx="54546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Heating burner</a:t>
            </a:r>
            <a:endParaRPr b="0" i="0" sz="600" u="none" cap="none" strike="noStrike">
              <a:solidFill>
                <a:srgbClr val="000000"/>
              </a:solidFill>
              <a:latin typeface="Arial"/>
              <a:ea typeface="Arial"/>
              <a:cs typeface="Arial"/>
              <a:sym typeface="Arial"/>
            </a:endParaRPr>
          </a:p>
        </p:txBody>
      </p:sp>
      <p:sp>
        <p:nvSpPr>
          <p:cNvPr id="404" name="Google Shape;404;p5"/>
          <p:cNvSpPr txBox="1"/>
          <p:nvPr/>
        </p:nvSpPr>
        <p:spPr>
          <a:xfrm>
            <a:off x="7712900" y="2360773"/>
            <a:ext cx="5461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Control System</a:t>
            </a:r>
            <a:endParaRPr b="0" i="0" sz="600" u="none" cap="none" strike="noStrike">
              <a:solidFill>
                <a:srgbClr val="000000"/>
              </a:solidFill>
              <a:latin typeface="Arial"/>
              <a:ea typeface="Arial"/>
              <a:cs typeface="Arial"/>
              <a:sym typeface="Arial"/>
            </a:endParaRPr>
          </a:p>
        </p:txBody>
      </p:sp>
      <p:sp>
        <p:nvSpPr>
          <p:cNvPr id="405" name="Google Shape;405;p5"/>
          <p:cNvSpPr txBox="1"/>
          <p:nvPr/>
        </p:nvSpPr>
        <p:spPr>
          <a:xfrm>
            <a:off x="8749677" y="2360773"/>
            <a:ext cx="820419"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microcomputer control</a:t>
            </a:r>
            <a:endParaRPr b="0" i="0" sz="600" u="none" cap="none" strike="noStrike">
              <a:solidFill>
                <a:srgbClr val="000000"/>
              </a:solidFill>
              <a:latin typeface="Arial"/>
              <a:ea typeface="Arial"/>
              <a:cs typeface="Arial"/>
              <a:sym typeface="Arial"/>
            </a:endParaRPr>
          </a:p>
        </p:txBody>
      </p:sp>
      <p:sp>
        <p:nvSpPr>
          <p:cNvPr id="406" name="Google Shape;406;p5"/>
          <p:cNvSpPr txBox="1"/>
          <p:nvPr/>
        </p:nvSpPr>
        <p:spPr>
          <a:xfrm>
            <a:off x="7712900" y="2544949"/>
            <a:ext cx="47625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Safety device</a:t>
            </a:r>
            <a:endParaRPr b="0" i="0" sz="600" u="none" cap="none" strike="noStrike">
              <a:solidFill>
                <a:srgbClr val="000000"/>
              </a:solidFill>
              <a:latin typeface="Arial"/>
              <a:ea typeface="Arial"/>
              <a:cs typeface="Arial"/>
              <a:sym typeface="Arial"/>
            </a:endParaRPr>
          </a:p>
        </p:txBody>
      </p:sp>
      <p:sp>
        <p:nvSpPr>
          <p:cNvPr id="407" name="Google Shape;407;p5"/>
          <p:cNvSpPr txBox="1"/>
          <p:nvPr/>
        </p:nvSpPr>
        <p:spPr>
          <a:xfrm>
            <a:off x="8749677" y="2544949"/>
            <a:ext cx="5162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Valve &amp; sensor</a:t>
            </a:r>
            <a:endParaRPr b="0" i="0" sz="600" u="none" cap="none" strike="noStrike">
              <a:solidFill>
                <a:srgbClr val="000000"/>
              </a:solidFill>
              <a:latin typeface="Arial"/>
              <a:ea typeface="Arial"/>
              <a:cs typeface="Arial"/>
              <a:sym typeface="Arial"/>
            </a:endParaRPr>
          </a:p>
        </p:txBody>
      </p:sp>
      <p:grpSp>
        <p:nvGrpSpPr>
          <p:cNvPr id="408" name="Google Shape;408;p5"/>
          <p:cNvGrpSpPr/>
          <p:nvPr/>
        </p:nvGrpSpPr>
        <p:grpSpPr>
          <a:xfrm>
            <a:off x="1036039" y="4640549"/>
            <a:ext cx="6462395" cy="2423795"/>
            <a:chOff x="1036039" y="4640549"/>
            <a:chExt cx="6462395" cy="2423795"/>
          </a:xfrm>
        </p:grpSpPr>
        <p:sp>
          <p:nvSpPr>
            <p:cNvPr id="409" name="Google Shape;409;p5"/>
            <p:cNvSpPr/>
            <p:nvPr/>
          </p:nvSpPr>
          <p:spPr>
            <a:xfrm>
              <a:off x="1036039" y="4694015"/>
              <a:ext cx="0" cy="2334895"/>
            </a:xfrm>
            <a:custGeom>
              <a:rect b="b" l="l" r="r" t="t"/>
              <a:pathLst>
                <a:path extrusionOk="0" h="2334895" w="120000">
                  <a:moveTo>
                    <a:pt x="0" y="0"/>
                  </a:moveTo>
                  <a:lnTo>
                    <a:pt x="0" y="2334539"/>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5"/>
            <p:cNvSpPr/>
            <p:nvPr/>
          </p:nvSpPr>
          <p:spPr>
            <a:xfrm>
              <a:off x="1089892" y="7064197"/>
              <a:ext cx="6372860" cy="0"/>
            </a:xfrm>
            <a:custGeom>
              <a:rect b="b" l="l" r="r" t="t"/>
              <a:pathLst>
                <a:path extrusionOk="0" h="120000" w="6372859">
                  <a:moveTo>
                    <a:pt x="0" y="0"/>
                  </a:moveTo>
                  <a:lnTo>
                    <a:pt x="6372491" y="0"/>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5"/>
            <p:cNvSpPr/>
            <p:nvPr/>
          </p:nvSpPr>
          <p:spPr>
            <a:xfrm>
              <a:off x="7498289" y="4676190"/>
              <a:ext cx="0" cy="2334895"/>
            </a:xfrm>
            <a:custGeom>
              <a:rect b="b" l="l" r="r" t="t"/>
              <a:pathLst>
                <a:path extrusionOk="0" h="2334895" w="120000">
                  <a:moveTo>
                    <a:pt x="0" y="2334539"/>
                  </a:moveTo>
                  <a:lnTo>
                    <a:pt x="0" y="0"/>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5"/>
            <p:cNvSpPr/>
            <p:nvPr/>
          </p:nvSpPr>
          <p:spPr>
            <a:xfrm>
              <a:off x="1071944" y="4640549"/>
              <a:ext cx="6372860" cy="0"/>
            </a:xfrm>
            <a:custGeom>
              <a:rect b="b" l="l" r="r" t="t"/>
              <a:pathLst>
                <a:path extrusionOk="0" h="120000" w="6372859">
                  <a:moveTo>
                    <a:pt x="6372491" y="0"/>
                  </a:moveTo>
                  <a:lnTo>
                    <a:pt x="0" y="0"/>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5"/>
            <p:cNvSpPr/>
            <p:nvPr/>
          </p:nvSpPr>
          <p:spPr>
            <a:xfrm>
              <a:off x="1036039" y="4640549"/>
              <a:ext cx="6462395" cy="2423795"/>
            </a:xfrm>
            <a:custGeom>
              <a:rect b="b" l="l" r="r" t="t"/>
              <a:pathLst>
                <a:path extrusionOk="0" h="2423795" w="6462395">
                  <a:moveTo>
                    <a:pt x="0" y="2405824"/>
                  </a:moveTo>
                  <a:lnTo>
                    <a:pt x="0" y="2423642"/>
                  </a:lnTo>
                  <a:lnTo>
                    <a:pt x="17945" y="2423642"/>
                  </a:lnTo>
                </a:path>
                <a:path extrusionOk="0" h="2423795" w="6462395">
                  <a:moveTo>
                    <a:pt x="6444297" y="2423642"/>
                  </a:moveTo>
                  <a:lnTo>
                    <a:pt x="6462255" y="2423642"/>
                  </a:lnTo>
                  <a:lnTo>
                    <a:pt x="6462255" y="2405824"/>
                  </a:lnTo>
                </a:path>
                <a:path extrusionOk="0" h="2423795" w="6462395">
                  <a:moveTo>
                    <a:pt x="6462255" y="17818"/>
                  </a:moveTo>
                  <a:lnTo>
                    <a:pt x="6462255" y="0"/>
                  </a:lnTo>
                  <a:lnTo>
                    <a:pt x="6444297" y="0"/>
                  </a:lnTo>
                </a:path>
                <a:path extrusionOk="0" h="2423795" w="6462395">
                  <a:moveTo>
                    <a:pt x="17945" y="0"/>
                  </a:moveTo>
                  <a:lnTo>
                    <a:pt x="0" y="0"/>
                  </a:lnTo>
                  <a:lnTo>
                    <a:pt x="0" y="17818"/>
                  </a:lnTo>
                </a:path>
              </a:pathLst>
            </a:custGeom>
            <a:noFill/>
            <a:ln cap="flat" cmpd="sng" w="9525">
              <a:solidFill>
                <a:srgbClr val="7E808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5"/>
            <p:cNvSpPr/>
            <p:nvPr/>
          </p:nvSpPr>
          <p:spPr>
            <a:xfrm>
              <a:off x="1130274" y="5407685"/>
              <a:ext cx="6287135" cy="1577340"/>
            </a:xfrm>
            <a:custGeom>
              <a:rect b="b" l="l" r="r" t="t"/>
              <a:pathLst>
                <a:path extrusionOk="0" h="1577340" w="6287134">
                  <a:moveTo>
                    <a:pt x="6286970" y="0"/>
                  </a:moveTo>
                  <a:lnTo>
                    <a:pt x="5651233" y="0"/>
                  </a:lnTo>
                  <a:lnTo>
                    <a:pt x="5651233" y="180340"/>
                  </a:lnTo>
                  <a:lnTo>
                    <a:pt x="5061267" y="180340"/>
                  </a:lnTo>
                  <a:lnTo>
                    <a:pt x="5061267" y="1055370"/>
                  </a:lnTo>
                  <a:lnTo>
                    <a:pt x="3027248" y="1055370"/>
                  </a:lnTo>
                  <a:lnTo>
                    <a:pt x="3027248" y="1082624"/>
                  </a:lnTo>
                  <a:lnTo>
                    <a:pt x="3027248" y="1204468"/>
                  </a:lnTo>
                  <a:lnTo>
                    <a:pt x="2273833" y="1204468"/>
                  </a:lnTo>
                  <a:lnTo>
                    <a:pt x="2273833" y="1190625"/>
                  </a:lnTo>
                  <a:lnTo>
                    <a:pt x="2273833" y="1178458"/>
                  </a:lnTo>
                  <a:lnTo>
                    <a:pt x="2273833" y="1082624"/>
                  </a:lnTo>
                  <a:lnTo>
                    <a:pt x="2273833" y="1055370"/>
                  </a:lnTo>
                  <a:lnTo>
                    <a:pt x="960869" y="1055370"/>
                  </a:lnTo>
                  <a:lnTo>
                    <a:pt x="960869" y="1082624"/>
                  </a:lnTo>
                  <a:lnTo>
                    <a:pt x="516597" y="1082624"/>
                  </a:lnTo>
                  <a:lnTo>
                    <a:pt x="516597" y="1055370"/>
                  </a:lnTo>
                  <a:lnTo>
                    <a:pt x="270205" y="1055370"/>
                  </a:lnTo>
                  <a:lnTo>
                    <a:pt x="270205" y="1305661"/>
                  </a:lnTo>
                  <a:lnTo>
                    <a:pt x="72923" y="1305661"/>
                  </a:lnTo>
                  <a:lnTo>
                    <a:pt x="72923" y="1204468"/>
                  </a:lnTo>
                  <a:lnTo>
                    <a:pt x="72923" y="1178458"/>
                  </a:lnTo>
                  <a:lnTo>
                    <a:pt x="270205" y="1178458"/>
                  </a:lnTo>
                  <a:lnTo>
                    <a:pt x="270205" y="1055370"/>
                  </a:lnTo>
                  <a:lnTo>
                    <a:pt x="0" y="1055370"/>
                  </a:lnTo>
                  <a:lnTo>
                    <a:pt x="0" y="1082624"/>
                  </a:lnTo>
                  <a:lnTo>
                    <a:pt x="0" y="1178458"/>
                  </a:lnTo>
                  <a:lnTo>
                    <a:pt x="0" y="1204468"/>
                  </a:lnTo>
                  <a:lnTo>
                    <a:pt x="0" y="1305661"/>
                  </a:lnTo>
                  <a:lnTo>
                    <a:pt x="0" y="1577340"/>
                  </a:lnTo>
                  <a:lnTo>
                    <a:pt x="6286970" y="1577340"/>
                  </a:lnTo>
                  <a:lnTo>
                    <a:pt x="6286970" y="180340"/>
                  </a:lnTo>
                  <a:lnTo>
                    <a:pt x="6286970" y="0"/>
                  </a:lnTo>
                  <a:close/>
                </a:path>
              </a:pathLst>
            </a:custGeom>
            <a:solidFill>
              <a:srgbClr val="DEDF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5"/>
            <p:cNvSpPr/>
            <p:nvPr/>
          </p:nvSpPr>
          <p:spPr>
            <a:xfrm>
              <a:off x="1130280" y="5407680"/>
              <a:ext cx="6287135" cy="1577975"/>
            </a:xfrm>
            <a:custGeom>
              <a:rect b="b" l="l" r="r" t="t"/>
              <a:pathLst>
                <a:path extrusionOk="0" h="1577975" w="6287134">
                  <a:moveTo>
                    <a:pt x="5651233" y="0"/>
                  </a:moveTo>
                  <a:lnTo>
                    <a:pt x="5651233" y="179781"/>
                  </a:lnTo>
                  <a:lnTo>
                    <a:pt x="5061267" y="179781"/>
                  </a:lnTo>
                  <a:lnTo>
                    <a:pt x="5061267" y="1055370"/>
                  </a:lnTo>
                  <a:lnTo>
                    <a:pt x="0" y="1055370"/>
                  </a:lnTo>
                  <a:lnTo>
                    <a:pt x="0" y="1577454"/>
                  </a:lnTo>
                  <a:lnTo>
                    <a:pt x="5061267" y="1577454"/>
                  </a:lnTo>
                  <a:lnTo>
                    <a:pt x="5651233" y="1577454"/>
                  </a:lnTo>
                  <a:lnTo>
                    <a:pt x="6286969" y="1577454"/>
                  </a:lnTo>
                  <a:lnTo>
                    <a:pt x="6286969" y="1055370"/>
                  </a:lnTo>
                  <a:lnTo>
                    <a:pt x="6286969" y="179781"/>
                  </a:lnTo>
                  <a:lnTo>
                    <a:pt x="6286969" y="0"/>
                  </a:lnTo>
                  <a:lnTo>
                    <a:pt x="5651233"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5"/>
            <p:cNvSpPr/>
            <p:nvPr/>
          </p:nvSpPr>
          <p:spPr>
            <a:xfrm>
              <a:off x="1140609" y="4702504"/>
              <a:ext cx="1179195" cy="0"/>
            </a:xfrm>
            <a:custGeom>
              <a:rect b="b" l="l" r="r" t="t"/>
              <a:pathLst>
                <a:path extrusionOk="0" h="120000" w="1179195">
                  <a:moveTo>
                    <a:pt x="0" y="0"/>
                  </a:moveTo>
                  <a:lnTo>
                    <a:pt x="1178877" y="0"/>
                  </a:lnTo>
                </a:path>
              </a:pathLst>
            </a:custGeom>
            <a:noFill/>
            <a:ln cap="flat" cmpd="sng" w="58550">
              <a:solidFill>
                <a:srgbClr val="C4C6C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5"/>
            <p:cNvSpPr/>
            <p:nvPr/>
          </p:nvSpPr>
          <p:spPr>
            <a:xfrm>
              <a:off x="1149883" y="6427889"/>
              <a:ext cx="586105" cy="62865"/>
            </a:xfrm>
            <a:custGeom>
              <a:rect b="b" l="l" r="r" t="t"/>
              <a:pathLst>
                <a:path extrusionOk="0" h="62864" w="586105">
                  <a:moveTo>
                    <a:pt x="585990" y="0"/>
                  </a:moveTo>
                  <a:lnTo>
                    <a:pt x="0" y="0"/>
                  </a:lnTo>
                  <a:lnTo>
                    <a:pt x="0" y="29286"/>
                  </a:lnTo>
                  <a:lnTo>
                    <a:pt x="0" y="33134"/>
                  </a:lnTo>
                  <a:lnTo>
                    <a:pt x="0" y="62420"/>
                  </a:lnTo>
                  <a:lnTo>
                    <a:pt x="585990" y="62420"/>
                  </a:lnTo>
                  <a:lnTo>
                    <a:pt x="585990" y="33134"/>
                  </a:lnTo>
                  <a:lnTo>
                    <a:pt x="585990" y="29286"/>
                  </a:lnTo>
                  <a:lnTo>
                    <a:pt x="585990" y="0"/>
                  </a:lnTo>
                  <a:close/>
                </a:path>
              </a:pathLst>
            </a:custGeom>
            <a:solidFill>
              <a:srgbClr val="C4C6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
            <p:cNvSpPr/>
            <p:nvPr/>
          </p:nvSpPr>
          <p:spPr>
            <a:xfrm>
              <a:off x="1140609" y="4699024"/>
              <a:ext cx="1174115" cy="1762125"/>
            </a:xfrm>
            <a:custGeom>
              <a:rect b="b" l="l" r="r" t="t"/>
              <a:pathLst>
                <a:path extrusionOk="0" h="1762125" w="1174114">
                  <a:moveTo>
                    <a:pt x="0" y="1176515"/>
                  </a:moveTo>
                  <a:lnTo>
                    <a:pt x="470179" y="1176515"/>
                  </a:lnTo>
                </a:path>
                <a:path extrusionOk="0" h="1762125" w="1174114">
                  <a:moveTo>
                    <a:pt x="0" y="591045"/>
                  </a:moveTo>
                  <a:lnTo>
                    <a:pt x="470179" y="591045"/>
                  </a:lnTo>
                </a:path>
                <a:path extrusionOk="0" h="1762125" w="1174114">
                  <a:moveTo>
                    <a:pt x="876795" y="1468335"/>
                  </a:moveTo>
                  <a:lnTo>
                    <a:pt x="1174026" y="1468335"/>
                  </a:lnTo>
                </a:path>
                <a:path extrusionOk="0" h="1762125" w="1174114">
                  <a:moveTo>
                    <a:pt x="876795" y="1179093"/>
                  </a:moveTo>
                  <a:lnTo>
                    <a:pt x="1174026" y="1179093"/>
                  </a:lnTo>
                </a:path>
                <a:path extrusionOk="0" h="1762125" w="1174114">
                  <a:moveTo>
                    <a:pt x="876795" y="589648"/>
                  </a:moveTo>
                  <a:lnTo>
                    <a:pt x="1174026" y="589648"/>
                  </a:lnTo>
                </a:path>
                <a:path extrusionOk="0" h="1762125" w="1174114">
                  <a:moveTo>
                    <a:pt x="2400" y="1761718"/>
                  </a:moveTo>
                  <a:lnTo>
                    <a:pt x="2400" y="3479"/>
                  </a:lnTo>
                </a:path>
                <a:path extrusionOk="0" h="1762125" w="1174114">
                  <a:moveTo>
                    <a:pt x="1174026" y="1468335"/>
                  </a:moveTo>
                  <a:lnTo>
                    <a:pt x="1174026" y="595896"/>
                  </a:lnTo>
                </a:path>
                <a:path extrusionOk="0" h="1762125" w="1174114">
                  <a:moveTo>
                    <a:pt x="1174026" y="0"/>
                  </a:moveTo>
                  <a:lnTo>
                    <a:pt x="1174026" y="297230"/>
                  </a:lnTo>
                </a:path>
              </a:pathLst>
            </a:custGeom>
            <a:noFill/>
            <a:ln cap="flat" cmpd="sng" w="58550">
              <a:solidFill>
                <a:srgbClr val="C4C6C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
            <p:cNvSpPr/>
            <p:nvPr/>
          </p:nvSpPr>
          <p:spPr>
            <a:xfrm>
              <a:off x="1646873" y="6457172"/>
              <a:ext cx="444500" cy="155575"/>
            </a:xfrm>
            <a:custGeom>
              <a:rect b="b" l="l" r="r" t="t"/>
              <a:pathLst>
                <a:path extrusionOk="0" h="155575" w="444500">
                  <a:moveTo>
                    <a:pt x="444271" y="0"/>
                  </a:moveTo>
                  <a:lnTo>
                    <a:pt x="0" y="3441"/>
                  </a:lnTo>
                  <a:lnTo>
                    <a:pt x="0" y="154978"/>
                  </a:lnTo>
                  <a:lnTo>
                    <a:pt x="444271" y="154978"/>
                  </a:lnTo>
                  <a:lnTo>
                    <a:pt x="44427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
            <p:cNvSpPr/>
            <p:nvPr/>
          </p:nvSpPr>
          <p:spPr>
            <a:xfrm>
              <a:off x="1646873" y="6457172"/>
              <a:ext cx="444500" cy="155575"/>
            </a:xfrm>
            <a:custGeom>
              <a:rect b="b" l="l" r="r" t="t"/>
              <a:pathLst>
                <a:path extrusionOk="0" h="155575" w="444500">
                  <a:moveTo>
                    <a:pt x="0" y="3441"/>
                  </a:moveTo>
                  <a:lnTo>
                    <a:pt x="0" y="154978"/>
                  </a:lnTo>
                  <a:lnTo>
                    <a:pt x="444271" y="154978"/>
                  </a:lnTo>
                  <a:lnTo>
                    <a:pt x="444271"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
            <p:cNvSpPr/>
            <p:nvPr/>
          </p:nvSpPr>
          <p:spPr>
            <a:xfrm>
              <a:off x="3404114" y="6457172"/>
              <a:ext cx="753745" cy="155575"/>
            </a:xfrm>
            <a:custGeom>
              <a:rect b="b" l="l" r="r" t="t"/>
              <a:pathLst>
                <a:path extrusionOk="0" h="155575" w="753745">
                  <a:moveTo>
                    <a:pt x="753414" y="0"/>
                  </a:moveTo>
                  <a:lnTo>
                    <a:pt x="0" y="3441"/>
                  </a:lnTo>
                  <a:lnTo>
                    <a:pt x="0" y="154978"/>
                  </a:lnTo>
                  <a:lnTo>
                    <a:pt x="753414" y="154978"/>
                  </a:lnTo>
                  <a:lnTo>
                    <a:pt x="75341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5"/>
            <p:cNvSpPr/>
            <p:nvPr/>
          </p:nvSpPr>
          <p:spPr>
            <a:xfrm>
              <a:off x="3404114" y="6457172"/>
              <a:ext cx="753745" cy="155575"/>
            </a:xfrm>
            <a:custGeom>
              <a:rect b="b" l="l" r="r" t="t"/>
              <a:pathLst>
                <a:path extrusionOk="0" h="155575" w="753745">
                  <a:moveTo>
                    <a:pt x="0" y="3441"/>
                  </a:moveTo>
                  <a:lnTo>
                    <a:pt x="0" y="154978"/>
                  </a:lnTo>
                  <a:lnTo>
                    <a:pt x="753414" y="154978"/>
                  </a:lnTo>
                  <a:lnTo>
                    <a:pt x="75341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5"/>
            <p:cNvSpPr/>
            <p:nvPr/>
          </p:nvSpPr>
          <p:spPr>
            <a:xfrm>
              <a:off x="6034135" y="5578257"/>
              <a:ext cx="864869" cy="1090295"/>
            </a:xfrm>
            <a:custGeom>
              <a:rect b="b" l="l" r="r" t="t"/>
              <a:pathLst>
                <a:path extrusionOk="0" h="1090295" w="864870">
                  <a:moveTo>
                    <a:pt x="864793" y="0"/>
                  </a:moveTo>
                  <a:lnTo>
                    <a:pt x="668489" y="0"/>
                  </a:lnTo>
                  <a:lnTo>
                    <a:pt x="0" y="29260"/>
                  </a:lnTo>
                  <a:lnTo>
                    <a:pt x="0" y="1089786"/>
                  </a:lnTo>
                  <a:lnTo>
                    <a:pt x="864793" y="1089786"/>
                  </a:lnTo>
                  <a:lnTo>
                    <a:pt x="86479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5"/>
            <p:cNvSpPr/>
            <p:nvPr/>
          </p:nvSpPr>
          <p:spPr>
            <a:xfrm>
              <a:off x="6034135" y="5578257"/>
              <a:ext cx="864869" cy="1090295"/>
            </a:xfrm>
            <a:custGeom>
              <a:rect b="b" l="l" r="r" t="t"/>
              <a:pathLst>
                <a:path extrusionOk="0" h="1090295" w="864870">
                  <a:moveTo>
                    <a:pt x="668489" y="0"/>
                  </a:moveTo>
                  <a:lnTo>
                    <a:pt x="864793" y="0"/>
                  </a:lnTo>
                  <a:lnTo>
                    <a:pt x="864793" y="1089786"/>
                  </a:lnTo>
                  <a:lnTo>
                    <a:pt x="0" y="1089786"/>
                  </a:lnTo>
                  <a:lnTo>
                    <a:pt x="0" y="2926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
            <p:cNvSpPr/>
            <p:nvPr/>
          </p:nvSpPr>
          <p:spPr>
            <a:xfrm>
              <a:off x="1140212" y="4702504"/>
              <a:ext cx="5567680" cy="1760855"/>
            </a:xfrm>
            <a:custGeom>
              <a:rect b="b" l="l" r="r" t="t"/>
              <a:pathLst>
                <a:path extrusionOk="0" h="1760854" w="5567680">
                  <a:moveTo>
                    <a:pt x="1943" y="0"/>
                  </a:moveTo>
                  <a:lnTo>
                    <a:pt x="5567527" y="0"/>
                  </a:lnTo>
                </a:path>
                <a:path extrusionOk="0" h="1760854" w="5567680">
                  <a:moveTo>
                    <a:pt x="4396028" y="878801"/>
                  </a:moveTo>
                  <a:lnTo>
                    <a:pt x="5282425" y="878801"/>
                  </a:lnTo>
                </a:path>
                <a:path extrusionOk="0" h="1760854" w="5567680">
                  <a:moveTo>
                    <a:pt x="2931223" y="1464551"/>
                  </a:moveTo>
                  <a:lnTo>
                    <a:pt x="3810292" y="1464551"/>
                  </a:lnTo>
                </a:path>
                <a:path extrusionOk="0" h="1760854" w="5567680">
                  <a:moveTo>
                    <a:pt x="2934385" y="1757578"/>
                  </a:moveTo>
                  <a:lnTo>
                    <a:pt x="4980000" y="1757578"/>
                  </a:lnTo>
                </a:path>
                <a:path extrusionOk="0" h="1760854" w="5567680">
                  <a:moveTo>
                    <a:pt x="873963" y="1464551"/>
                  </a:moveTo>
                  <a:lnTo>
                    <a:pt x="2342299" y="1464551"/>
                  </a:lnTo>
                </a:path>
                <a:path extrusionOk="0" h="1760854" w="5567680">
                  <a:moveTo>
                    <a:pt x="876236" y="1757578"/>
                  </a:moveTo>
                  <a:lnTo>
                    <a:pt x="2335771" y="1757578"/>
                  </a:lnTo>
                </a:path>
                <a:path extrusionOk="0" h="1760854" w="5567680">
                  <a:moveTo>
                    <a:pt x="0" y="1760232"/>
                  </a:moveTo>
                  <a:lnTo>
                    <a:pt x="584060" y="1760232"/>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5"/>
            <p:cNvSpPr/>
            <p:nvPr/>
          </p:nvSpPr>
          <p:spPr>
            <a:xfrm>
              <a:off x="1143010" y="4703696"/>
              <a:ext cx="5565140" cy="1757680"/>
            </a:xfrm>
            <a:custGeom>
              <a:rect b="b" l="l" r="r" t="t"/>
              <a:pathLst>
                <a:path extrusionOk="0" h="1757679" w="5565140">
                  <a:moveTo>
                    <a:pt x="0" y="0"/>
                  </a:moveTo>
                  <a:lnTo>
                    <a:pt x="0" y="1757324"/>
                  </a:lnTo>
                </a:path>
                <a:path extrusionOk="0" h="1757679" w="5565140">
                  <a:moveTo>
                    <a:pt x="4100360" y="877608"/>
                  </a:moveTo>
                  <a:lnTo>
                    <a:pt x="4100360" y="1175448"/>
                  </a:lnTo>
                </a:path>
                <a:path extrusionOk="0" h="1757679" w="5565140">
                  <a:moveTo>
                    <a:pt x="3806634" y="1174724"/>
                  </a:moveTo>
                  <a:lnTo>
                    <a:pt x="3806634" y="1756918"/>
                  </a:lnTo>
                </a:path>
                <a:path extrusionOk="0" h="1757679" w="5565140">
                  <a:moveTo>
                    <a:pt x="2928874" y="1460741"/>
                  </a:moveTo>
                  <a:lnTo>
                    <a:pt x="2928874" y="1756918"/>
                  </a:lnTo>
                </a:path>
                <a:path extrusionOk="0" h="1757679" w="5565140">
                  <a:moveTo>
                    <a:pt x="2343124" y="1460741"/>
                  </a:moveTo>
                  <a:lnTo>
                    <a:pt x="2343124" y="1756918"/>
                  </a:lnTo>
                </a:path>
                <a:path extrusionOk="0" h="1757679" w="5565140">
                  <a:moveTo>
                    <a:pt x="1757375" y="1460741"/>
                  </a:moveTo>
                  <a:lnTo>
                    <a:pt x="1757375" y="1756918"/>
                  </a:lnTo>
                </a:path>
                <a:path extrusionOk="0" h="1757679" w="5565140">
                  <a:moveTo>
                    <a:pt x="3514610" y="1460741"/>
                  </a:moveTo>
                  <a:lnTo>
                    <a:pt x="3514610" y="1756918"/>
                  </a:lnTo>
                </a:path>
                <a:path extrusionOk="0" h="1757679" w="5565140">
                  <a:moveTo>
                    <a:pt x="4978984" y="1463662"/>
                  </a:moveTo>
                  <a:lnTo>
                    <a:pt x="4978984" y="1755139"/>
                  </a:lnTo>
                </a:path>
                <a:path extrusionOk="0" h="1757679" w="5565140">
                  <a:moveTo>
                    <a:pt x="4978984" y="877608"/>
                  </a:moveTo>
                  <a:lnTo>
                    <a:pt x="4978984" y="1170635"/>
                  </a:lnTo>
                </a:path>
                <a:path extrusionOk="0" h="1757679" w="5565140">
                  <a:moveTo>
                    <a:pt x="5564733" y="0"/>
                  </a:moveTo>
                  <a:lnTo>
                    <a:pt x="5564733" y="87242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
            <p:cNvSpPr/>
            <p:nvPr/>
          </p:nvSpPr>
          <p:spPr>
            <a:xfrm>
              <a:off x="2018819" y="5288281"/>
              <a:ext cx="3225165" cy="588645"/>
            </a:xfrm>
            <a:custGeom>
              <a:rect b="b" l="l" r="r" t="t"/>
              <a:pathLst>
                <a:path extrusionOk="0" h="588645" w="3225165">
                  <a:moveTo>
                    <a:pt x="294462" y="0"/>
                  </a:moveTo>
                  <a:lnTo>
                    <a:pt x="0" y="0"/>
                  </a:lnTo>
                </a:path>
                <a:path extrusionOk="0" h="588645" w="3225165">
                  <a:moveTo>
                    <a:pt x="294462" y="588238"/>
                  </a:moveTo>
                  <a:lnTo>
                    <a:pt x="0" y="588238"/>
                  </a:lnTo>
                </a:path>
                <a:path extrusionOk="0" h="588645" w="3225165">
                  <a:moveTo>
                    <a:pt x="3224555" y="588238"/>
                  </a:moveTo>
                  <a:lnTo>
                    <a:pt x="2930093" y="588238"/>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5"/>
            <p:cNvSpPr/>
            <p:nvPr/>
          </p:nvSpPr>
          <p:spPr>
            <a:xfrm>
              <a:off x="2356688" y="4747234"/>
              <a:ext cx="62230" cy="838835"/>
            </a:xfrm>
            <a:custGeom>
              <a:rect b="b" l="l" r="r" t="t"/>
              <a:pathLst>
                <a:path extrusionOk="0" h="838835" w="62230">
                  <a:moveTo>
                    <a:pt x="61696" y="0"/>
                  </a:moveTo>
                  <a:lnTo>
                    <a:pt x="0" y="0"/>
                  </a:lnTo>
                  <a:lnTo>
                    <a:pt x="0" y="838352"/>
                  </a:lnTo>
                  <a:lnTo>
                    <a:pt x="61696" y="838352"/>
                  </a:lnTo>
                  <a:lnTo>
                    <a:pt x="61696" y="0"/>
                  </a:lnTo>
                  <a:close/>
                </a:path>
              </a:pathLst>
            </a:custGeom>
            <a:solidFill>
              <a:srgbClr val="EAE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5"/>
            <p:cNvSpPr/>
            <p:nvPr/>
          </p:nvSpPr>
          <p:spPr>
            <a:xfrm>
              <a:off x="2356688" y="4747234"/>
              <a:ext cx="62230" cy="838835"/>
            </a:xfrm>
            <a:custGeom>
              <a:rect b="b" l="l" r="r" t="t"/>
              <a:pathLst>
                <a:path extrusionOk="0" h="838835" w="62230">
                  <a:moveTo>
                    <a:pt x="61696" y="838352"/>
                  </a:moveTo>
                  <a:lnTo>
                    <a:pt x="0" y="838352"/>
                  </a:lnTo>
                  <a:lnTo>
                    <a:pt x="0" y="0"/>
                  </a:lnTo>
                  <a:lnTo>
                    <a:pt x="61696" y="0"/>
                  </a:lnTo>
                  <a:lnTo>
                    <a:pt x="61696" y="83835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5"/>
            <p:cNvSpPr/>
            <p:nvPr/>
          </p:nvSpPr>
          <p:spPr>
            <a:xfrm>
              <a:off x="2356688" y="4811687"/>
              <a:ext cx="2680970" cy="107314"/>
            </a:xfrm>
            <a:custGeom>
              <a:rect b="b" l="l" r="r" t="t"/>
              <a:pathLst>
                <a:path extrusionOk="0" h="107314" w="2680970">
                  <a:moveTo>
                    <a:pt x="2680779" y="0"/>
                  </a:moveTo>
                  <a:lnTo>
                    <a:pt x="0" y="0"/>
                  </a:lnTo>
                  <a:lnTo>
                    <a:pt x="0" y="106768"/>
                  </a:lnTo>
                  <a:lnTo>
                    <a:pt x="2680779" y="106768"/>
                  </a:lnTo>
                  <a:lnTo>
                    <a:pt x="2680779" y="0"/>
                  </a:lnTo>
                  <a:close/>
                </a:path>
              </a:pathLst>
            </a:custGeom>
            <a:solidFill>
              <a:srgbClr val="EAE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5"/>
            <p:cNvSpPr/>
            <p:nvPr/>
          </p:nvSpPr>
          <p:spPr>
            <a:xfrm>
              <a:off x="2356688" y="4811687"/>
              <a:ext cx="2680970" cy="107314"/>
            </a:xfrm>
            <a:custGeom>
              <a:rect b="b" l="l" r="r" t="t"/>
              <a:pathLst>
                <a:path extrusionOk="0" h="107314" w="2680970">
                  <a:moveTo>
                    <a:pt x="0" y="106768"/>
                  </a:moveTo>
                  <a:lnTo>
                    <a:pt x="2680779" y="106768"/>
                  </a:lnTo>
                  <a:lnTo>
                    <a:pt x="2680779" y="0"/>
                  </a:lnTo>
                  <a:lnTo>
                    <a:pt x="0" y="0"/>
                  </a:lnTo>
                  <a:lnTo>
                    <a:pt x="0" y="10676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5"/>
            <p:cNvSpPr/>
            <p:nvPr/>
          </p:nvSpPr>
          <p:spPr>
            <a:xfrm>
              <a:off x="2356688" y="4811687"/>
              <a:ext cx="2680970" cy="7620"/>
            </a:xfrm>
            <a:custGeom>
              <a:rect b="b" l="l" r="r" t="t"/>
              <a:pathLst>
                <a:path extrusionOk="0" h="7620" w="2680970">
                  <a:moveTo>
                    <a:pt x="2680779" y="0"/>
                  </a:moveTo>
                  <a:lnTo>
                    <a:pt x="0" y="0"/>
                  </a:lnTo>
                  <a:lnTo>
                    <a:pt x="0" y="7569"/>
                  </a:lnTo>
                  <a:lnTo>
                    <a:pt x="2680779" y="7569"/>
                  </a:lnTo>
                  <a:lnTo>
                    <a:pt x="2680779" y="0"/>
                  </a:lnTo>
                  <a:close/>
                </a:path>
              </a:pathLst>
            </a:custGeom>
            <a:solidFill>
              <a:srgbClr val="EAE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5"/>
            <p:cNvSpPr/>
            <p:nvPr/>
          </p:nvSpPr>
          <p:spPr>
            <a:xfrm>
              <a:off x="2356688" y="4811687"/>
              <a:ext cx="2680970" cy="7620"/>
            </a:xfrm>
            <a:custGeom>
              <a:rect b="b" l="l" r="r" t="t"/>
              <a:pathLst>
                <a:path extrusionOk="0" h="7620" w="2680970">
                  <a:moveTo>
                    <a:pt x="0" y="7569"/>
                  </a:moveTo>
                  <a:lnTo>
                    <a:pt x="2680779" y="7569"/>
                  </a:lnTo>
                  <a:lnTo>
                    <a:pt x="2680779" y="0"/>
                  </a:lnTo>
                  <a:lnTo>
                    <a:pt x="0" y="0"/>
                  </a:lnTo>
                  <a:lnTo>
                    <a:pt x="0" y="756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
            <p:cNvSpPr/>
            <p:nvPr/>
          </p:nvSpPr>
          <p:spPr>
            <a:xfrm>
              <a:off x="2356688" y="4910886"/>
              <a:ext cx="2680970" cy="7620"/>
            </a:xfrm>
            <a:custGeom>
              <a:rect b="b" l="l" r="r" t="t"/>
              <a:pathLst>
                <a:path extrusionOk="0" h="7620" w="2680970">
                  <a:moveTo>
                    <a:pt x="2680779" y="0"/>
                  </a:moveTo>
                  <a:lnTo>
                    <a:pt x="0" y="0"/>
                  </a:lnTo>
                  <a:lnTo>
                    <a:pt x="0" y="7569"/>
                  </a:lnTo>
                  <a:lnTo>
                    <a:pt x="2680779" y="7569"/>
                  </a:lnTo>
                  <a:lnTo>
                    <a:pt x="2680779" y="0"/>
                  </a:lnTo>
                  <a:close/>
                </a:path>
              </a:pathLst>
            </a:custGeom>
            <a:solidFill>
              <a:srgbClr val="EAE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5"/>
            <p:cNvSpPr/>
            <p:nvPr/>
          </p:nvSpPr>
          <p:spPr>
            <a:xfrm>
              <a:off x="2356688" y="4747234"/>
              <a:ext cx="2680970" cy="838835"/>
            </a:xfrm>
            <a:custGeom>
              <a:rect b="b" l="l" r="r" t="t"/>
              <a:pathLst>
                <a:path extrusionOk="0" h="838835" w="2680970">
                  <a:moveTo>
                    <a:pt x="0" y="171221"/>
                  </a:moveTo>
                  <a:lnTo>
                    <a:pt x="2680779" y="171221"/>
                  </a:lnTo>
                  <a:lnTo>
                    <a:pt x="2680779" y="163652"/>
                  </a:lnTo>
                  <a:lnTo>
                    <a:pt x="0" y="163652"/>
                  </a:lnTo>
                  <a:lnTo>
                    <a:pt x="0" y="171221"/>
                  </a:lnTo>
                  <a:close/>
                </a:path>
                <a:path extrusionOk="0" h="838835" w="2680970">
                  <a:moveTo>
                    <a:pt x="6032" y="838352"/>
                  </a:moveTo>
                  <a:lnTo>
                    <a:pt x="0" y="838352"/>
                  </a:lnTo>
                  <a:lnTo>
                    <a:pt x="0" y="0"/>
                  </a:lnTo>
                  <a:lnTo>
                    <a:pt x="6032" y="0"/>
                  </a:lnTo>
                  <a:lnTo>
                    <a:pt x="6032" y="838352"/>
                  </a:lnTo>
                  <a:close/>
                </a:path>
                <a:path extrusionOk="0" h="838835" w="2680970">
                  <a:moveTo>
                    <a:pt x="61696" y="838352"/>
                  </a:moveTo>
                  <a:lnTo>
                    <a:pt x="55664" y="838352"/>
                  </a:lnTo>
                  <a:lnTo>
                    <a:pt x="55664" y="0"/>
                  </a:lnTo>
                  <a:lnTo>
                    <a:pt x="61696" y="0"/>
                  </a:lnTo>
                  <a:lnTo>
                    <a:pt x="61696" y="83835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5"/>
            <p:cNvSpPr/>
            <p:nvPr/>
          </p:nvSpPr>
          <p:spPr>
            <a:xfrm>
              <a:off x="2018106" y="4700370"/>
              <a:ext cx="3518535" cy="1761489"/>
            </a:xfrm>
            <a:custGeom>
              <a:rect b="b" l="l" r="r" t="t"/>
              <a:pathLst>
                <a:path extrusionOk="0" h="1761489" w="3518535">
                  <a:moveTo>
                    <a:pt x="0" y="1466684"/>
                  </a:moveTo>
                  <a:lnTo>
                    <a:pt x="0" y="1761147"/>
                  </a:lnTo>
                </a:path>
                <a:path extrusionOk="0" h="1761489" w="3518535">
                  <a:moveTo>
                    <a:pt x="296532" y="0"/>
                  </a:moveTo>
                  <a:lnTo>
                    <a:pt x="296532" y="294462"/>
                  </a:lnTo>
                </a:path>
                <a:path extrusionOk="0" h="1761489" w="3518535">
                  <a:moveTo>
                    <a:pt x="3518141" y="0"/>
                  </a:moveTo>
                  <a:lnTo>
                    <a:pt x="3518141" y="294462"/>
                  </a:lnTo>
                </a:path>
                <a:path extrusionOk="0" h="1761489" w="3518535">
                  <a:moveTo>
                    <a:pt x="3518141" y="586473"/>
                  </a:moveTo>
                  <a:lnTo>
                    <a:pt x="3518141" y="880935"/>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5"/>
            <p:cNvSpPr/>
            <p:nvPr/>
          </p:nvSpPr>
          <p:spPr>
            <a:xfrm>
              <a:off x="1121181" y="4680534"/>
              <a:ext cx="5608955" cy="1802130"/>
            </a:xfrm>
            <a:custGeom>
              <a:rect b="b" l="l" r="r" t="t"/>
              <a:pathLst>
                <a:path extrusionOk="0" h="1802129" w="5608955">
                  <a:moveTo>
                    <a:pt x="43929" y="1757895"/>
                  </a:moveTo>
                  <a:lnTo>
                    <a:pt x="0" y="1757895"/>
                  </a:lnTo>
                  <a:lnTo>
                    <a:pt x="0" y="1801825"/>
                  </a:lnTo>
                  <a:lnTo>
                    <a:pt x="43929" y="1801825"/>
                  </a:lnTo>
                  <a:lnTo>
                    <a:pt x="43929" y="1757895"/>
                  </a:lnTo>
                  <a:close/>
                </a:path>
                <a:path extrusionOk="0" h="1802129" w="5608955">
                  <a:moveTo>
                    <a:pt x="43929" y="1171841"/>
                  </a:moveTo>
                  <a:lnTo>
                    <a:pt x="0" y="1171841"/>
                  </a:lnTo>
                  <a:lnTo>
                    <a:pt x="0" y="1215771"/>
                  </a:lnTo>
                  <a:lnTo>
                    <a:pt x="43929" y="1215771"/>
                  </a:lnTo>
                  <a:lnTo>
                    <a:pt x="43929" y="1171841"/>
                  </a:lnTo>
                  <a:close/>
                </a:path>
                <a:path extrusionOk="0" h="1802129" w="5608955">
                  <a:moveTo>
                    <a:pt x="43929" y="585787"/>
                  </a:moveTo>
                  <a:lnTo>
                    <a:pt x="0" y="585787"/>
                  </a:lnTo>
                  <a:lnTo>
                    <a:pt x="0" y="629716"/>
                  </a:lnTo>
                  <a:lnTo>
                    <a:pt x="43929" y="629716"/>
                  </a:lnTo>
                  <a:lnTo>
                    <a:pt x="43929" y="585787"/>
                  </a:lnTo>
                  <a:close/>
                </a:path>
                <a:path extrusionOk="0" h="1802129" w="5608955">
                  <a:moveTo>
                    <a:pt x="43954" y="1464868"/>
                  </a:moveTo>
                  <a:lnTo>
                    <a:pt x="25" y="1464868"/>
                  </a:lnTo>
                  <a:lnTo>
                    <a:pt x="25" y="1508810"/>
                  </a:lnTo>
                  <a:lnTo>
                    <a:pt x="43954" y="1508810"/>
                  </a:lnTo>
                  <a:lnTo>
                    <a:pt x="43954" y="1464868"/>
                  </a:lnTo>
                  <a:close/>
                </a:path>
                <a:path extrusionOk="0" h="1802129" w="5608955">
                  <a:moveTo>
                    <a:pt x="43954" y="878814"/>
                  </a:moveTo>
                  <a:lnTo>
                    <a:pt x="25" y="878814"/>
                  </a:lnTo>
                  <a:lnTo>
                    <a:pt x="25" y="922743"/>
                  </a:lnTo>
                  <a:lnTo>
                    <a:pt x="43954" y="922743"/>
                  </a:lnTo>
                  <a:lnTo>
                    <a:pt x="43954" y="878814"/>
                  </a:lnTo>
                  <a:close/>
                </a:path>
                <a:path extrusionOk="0" h="1802129" w="5608955">
                  <a:moveTo>
                    <a:pt x="43954" y="293471"/>
                  </a:moveTo>
                  <a:lnTo>
                    <a:pt x="25" y="293471"/>
                  </a:lnTo>
                  <a:lnTo>
                    <a:pt x="25" y="337400"/>
                  </a:lnTo>
                  <a:lnTo>
                    <a:pt x="43954" y="337400"/>
                  </a:lnTo>
                  <a:lnTo>
                    <a:pt x="43954" y="293471"/>
                  </a:lnTo>
                  <a:close/>
                </a:path>
                <a:path extrusionOk="0" h="1802129" w="5608955">
                  <a:moveTo>
                    <a:pt x="43954" y="0"/>
                  </a:moveTo>
                  <a:lnTo>
                    <a:pt x="25" y="0"/>
                  </a:lnTo>
                  <a:lnTo>
                    <a:pt x="25" y="43929"/>
                  </a:lnTo>
                  <a:lnTo>
                    <a:pt x="43954" y="43929"/>
                  </a:lnTo>
                  <a:lnTo>
                    <a:pt x="43954" y="0"/>
                  </a:lnTo>
                  <a:close/>
                </a:path>
                <a:path extrusionOk="0" h="1802129" w="5608955">
                  <a:moveTo>
                    <a:pt x="336804" y="1757895"/>
                  </a:moveTo>
                  <a:lnTo>
                    <a:pt x="292874" y="1757895"/>
                  </a:lnTo>
                  <a:lnTo>
                    <a:pt x="292874" y="1801825"/>
                  </a:lnTo>
                  <a:lnTo>
                    <a:pt x="336804" y="1801825"/>
                  </a:lnTo>
                  <a:lnTo>
                    <a:pt x="336804" y="1757895"/>
                  </a:lnTo>
                  <a:close/>
                </a:path>
                <a:path extrusionOk="0" h="1802129" w="5608955">
                  <a:moveTo>
                    <a:pt x="336804" y="1171841"/>
                  </a:moveTo>
                  <a:lnTo>
                    <a:pt x="292874" y="1171841"/>
                  </a:lnTo>
                  <a:lnTo>
                    <a:pt x="292874" y="1215771"/>
                  </a:lnTo>
                  <a:lnTo>
                    <a:pt x="336804" y="1215771"/>
                  </a:lnTo>
                  <a:lnTo>
                    <a:pt x="336804" y="1171841"/>
                  </a:lnTo>
                  <a:close/>
                </a:path>
                <a:path extrusionOk="0" h="1802129" w="5608955">
                  <a:moveTo>
                    <a:pt x="336804" y="585787"/>
                  </a:moveTo>
                  <a:lnTo>
                    <a:pt x="292874" y="585787"/>
                  </a:lnTo>
                  <a:lnTo>
                    <a:pt x="292874" y="629716"/>
                  </a:lnTo>
                  <a:lnTo>
                    <a:pt x="336804" y="629716"/>
                  </a:lnTo>
                  <a:lnTo>
                    <a:pt x="336804" y="585787"/>
                  </a:lnTo>
                  <a:close/>
                </a:path>
                <a:path extrusionOk="0" h="1802129" w="5608955">
                  <a:moveTo>
                    <a:pt x="336981" y="0"/>
                  </a:moveTo>
                  <a:lnTo>
                    <a:pt x="293052" y="0"/>
                  </a:lnTo>
                  <a:lnTo>
                    <a:pt x="293052" y="43929"/>
                  </a:lnTo>
                  <a:lnTo>
                    <a:pt x="336981" y="43929"/>
                  </a:lnTo>
                  <a:lnTo>
                    <a:pt x="336981" y="0"/>
                  </a:lnTo>
                  <a:close/>
                </a:path>
                <a:path extrusionOk="0" h="1802129" w="5608955">
                  <a:moveTo>
                    <a:pt x="629678" y="1757895"/>
                  </a:moveTo>
                  <a:lnTo>
                    <a:pt x="585749" y="1757895"/>
                  </a:lnTo>
                  <a:lnTo>
                    <a:pt x="585749" y="1801825"/>
                  </a:lnTo>
                  <a:lnTo>
                    <a:pt x="629678" y="1801825"/>
                  </a:lnTo>
                  <a:lnTo>
                    <a:pt x="629678" y="1757895"/>
                  </a:lnTo>
                  <a:close/>
                </a:path>
                <a:path extrusionOk="0" h="1802129" w="5608955">
                  <a:moveTo>
                    <a:pt x="630008" y="0"/>
                  </a:moveTo>
                  <a:lnTo>
                    <a:pt x="586079" y="0"/>
                  </a:lnTo>
                  <a:lnTo>
                    <a:pt x="586079" y="43929"/>
                  </a:lnTo>
                  <a:lnTo>
                    <a:pt x="630008" y="43929"/>
                  </a:lnTo>
                  <a:lnTo>
                    <a:pt x="630008" y="0"/>
                  </a:lnTo>
                  <a:close/>
                </a:path>
                <a:path extrusionOk="0" h="1802129" w="5608955">
                  <a:moveTo>
                    <a:pt x="922553" y="1757895"/>
                  </a:moveTo>
                  <a:lnTo>
                    <a:pt x="878624" y="1757895"/>
                  </a:lnTo>
                  <a:lnTo>
                    <a:pt x="878624" y="1801825"/>
                  </a:lnTo>
                  <a:lnTo>
                    <a:pt x="922553" y="1801825"/>
                  </a:lnTo>
                  <a:lnTo>
                    <a:pt x="922553" y="1757895"/>
                  </a:lnTo>
                  <a:close/>
                </a:path>
                <a:path extrusionOk="0" h="1802129" w="5608955">
                  <a:moveTo>
                    <a:pt x="922553" y="1464868"/>
                  </a:moveTo>
                  <a:lnTo>
                    <a:pt x="878624" y="1464868"/>
                  </a:lnTo>
                  <a:lnTo>
                    <a:pt x="878624" y="1508810"/>
                  </a:lnTo>
                  <a:lnTo>
                    <a:pt x="922553" y="1508810"/>
                  </a:lnTo>
                  <a:lnTo>
                    <a:pt x="922553" y="1464868"/>
                  </a:lnTo>
                  <a:close/>
                </a:path>
                <a:path extrusionOk="0" h="1802129" w="5608955">
                  <a:moveTo>
                    <a:pt x="922553" y="1171841"/>
                  </a:moveTo>
                  <a:lnTo>
                    <a:pt x="878624" y="1171841"/>
                  </a:lnTo>
                  <a:lnTo>
                    <a:pt x="878624" y="1215771"/>
                  </a:lnTo>
                  <a:lnTo>
                    <a:pt x="922553" y="1215771"/>
                  </a:lnTo>
                  <a:lnTo>
                    <a:pt x="922553" y="1171841"/>
                  </a:lnTo>
                  <a:close/>
                </a:path>
                <a:path extrusionOk="0" h="1802129" w="5608955">
                  <a:moveTo>
                    <a:pt x="922553" y="585787"/>
                  </a:moveTo>
                  <a:lnTo>
                    <a:pt x="878624" y="585787"/>
                  </a:lnTo>
                  <a:lnTo>
                    <a:pt x="878624" y="629716"/>
                  </a:lnTo>
                  <a:lnTo>
                    <a:pt x="922553" y="629716"/>
                  </a:lnTo>
                  <a:lnTo>
                    <a:pt x="922553" y="585787"/>
                  </a:lnTo>
                  <a:close/>
                </a:path>
                <a:path extrusionOk="0" h="1802129" w="5608955">
                  <a:moveTo>
                    <a:pt x="923036" y="0"/>
                  </a:moveTo>
                  <a:lnTo>
                    <a:pt x="879106" y="0"/>
                  </a:lnTo>
                  <a:lnTo>
                    <a:pt x="879106" y="43929"/>
                  </a:lnTo>
                  <a:lnTo>
                    <a:pt x="923036" y="43929"/>
                  </a:lnTo>
                  <a:lnTo>
                    <a:pt x="923036" y="0"/>
                  </a:lnTo>
                  <a:close/>
                </a:path>
                <a:path extrusionOk="0" h="1802129" w="5608955">
                  <a:moveTo>
                    <a:pt x="1215415" y="1757895"/>
                  </a:moveTo>
                  <a:lnTo>
                    <a:pt x="1171486" y="1757895"/>
                  </a:lnTo>
                  <a:lnTo>
                    <a:pt x="1171486" y="1801825"/>
                  </a:lnTo>
                  <a:lnTo>
                    <a:pt x="1215415" y="1801825"/>
                  </a:lnTo>
                  <a:lnTo>
                    <a:pt x="1215415" y="1757895"/>
                  </a:lnTo>
                  <a:close/>
                </a:path>
                <a:path extrusionOk="0" h="1802129" w="5608955">
                  <a:moveTo>
                    <a:pt x="1215415" y="1464868"/>
                  </a:moveTo>
                  <a:lnTo>
                    <a:pt x="1171486" y="1464868"/>
                  </a:lnTo>
                  <a:lnTo>
                    <a:pt x="1171486" y="1508810"/>
                  </a:lnTo>
                  <a:lnTo>
                    <a:pt x="1215415" y="1508810"/>
                  </a:lnTo>
                  <a:lnTo>
                    <a:pt x="1215415" y="1464868"/>
                  </a:lnTo>
                  <a:close/>
                </a:path>
                <a:path extrusionOk="0" h="1802129" w="5608955">
                  <a:moveTo>
                    <a:pt x="1215415" y="1171841"/>
                  </a:moveTo>
                  <a:lnTo>
                    <a:pt x="1171486" y="1171841"/>
                  </a:lnTo>
                  <a:lnTo>
                    <a:pt x="1171486" y="1215771"/>
                  </a:lnTo>
                  <a:lnTo>
                    <a:pt x="1215415" y="1215771"/>
                  </a:lnTo>
                  <a:lnTo>
                    <a:pt x="1215415" y="1171841"/>
                  </a:lnTo>
                  <a:close/>
                </a:path>
                <a:path extrusionOk="0" h="1802129" w="5608955">
                  <a:moveTo>
                    <a:pt x="1215415" y="878814"/>
                  </a:moveTo>
                  <a:lnTo>
                    <a:pt x="1171486" y="878814"/>
                  </a:lnTo>
                  <a:lnTo>
                    <a:pt x="1171486" y="922743"/>
                  </a:lnTo>
                  <a:lnTo>
                    <a:pt x="1215415" y="922743"/>
                  </a:lnTo>
                  <a:lnTo>
                    <a:pt x="1215415" y="878814"/>
                  </a:lnTo>
                  <a:close/>
                </a:path>
                <a:path extrusionOk="0" h="1802129" w="5608955">
                  <a:moveTo>
                    <a:pt x="1215415" y="585787"/>
                  </a:moveTo>
                  <a:lnTo>
                    <a:pt x="1171486" y="585787"/>
                  </a:lnTo>
                  <a:lnTo>
                    <a:pt x="1171486" y="629716"/>
                  </a:lnTo>
                  <a:lnTo>
                    <a:pt x="1215415" y="629716"/>
                  </a:lnTo>
                  <a:lnTo>
                    <a:pt x="1215415" y="585787"/>
                  </a:lnTo>
                  <a:close/>
                </a:path>
                <a:path extrusionOk="0" h="1802129" w="5608955">
                  <a:moveTo>
                    <a:pt x="1215415" y="293471"/>
                  </a:moveTo>
                  <a:lnTo>
                    <a:pt x="1171486" y="293471"/>
                  </a:lnTo>
                  <a:lnTo>
                    <a:pt x="1171486" y="337400"/>
                  </a:lnTo>
                  <a:lnTo>
                    <a:pt x="1215415" y="337400"/>
                  </a:lnTo>
                  <a:lnTo>
                    <a:pt x="1215415" y="293471"/>
                  </a:lnTo>
                  <a:close/>
                </a:path>
                <a:path extrusionOk="0" h="1802129" w="5608955">
                  <a:moveTo>
                    <a:pt x="1216075" y="0"/>
                  </a:moveTo>
                  <a:lnTo>
                    <a:pt x="1172146" y="0"/>
                  </a:lnTo>
                  <a:lnTo>
                    <a:pt x="1172146" y="43929"/>
                  </a:lnTo>
                  <a:lnTo>
                    <a:pt x="1216075" y="43929"/>
                  </a:lnTo>
                  <a:lnTo>
                    <a:pt x="1216075" y="0"/>
                  </a:lnTo>
                  <a:close/>
                </a:path>
                <a:path extrusionOk="0" h="1802129" w="5608955">
                  <a:moveTo>
                    <a:pt x="1507705" y="0"/>
                  </a:moveTo>
                  <a:lnTo>
                    <a:pt x="1463776" y="0"/>
                  </a:lnTo>
                  <a:lnTo>
                    <a:pt x="1463776" y="43929"/>
                  </a:lnTo>
                  <a:lnTo>
                    <a:pt x="1507705" y="43929"/>
                  </a:lnTo>
                  <a:lnTo>
                    <a:pt x="1507705" y="0"/>
                  </a:lnTo>
                  <a:close/>
                </a:path>
                <a:path extrusionOk="0" h="1802129" w="5608955">
                  <a:moveTo>
                    <a:pt x="1508290" y="1757895"/>
                  </a:moveTo>
                  <a:lnTo>
                    <a:pt x="1464360" y="1757895"/>
                  </a:lnTo>
                  <a:lnTo>
                    <a:pt x="1464360" y="1801825"/>
                  </a:lnTo>
                  <a:lnTo>
                    <a:pt x="1508290" y="1801825"/>
                  </a:lnTo>
                  <a:lnTo>
                    <a:pt x="1508290" y="1757895"/>
                  </a:lnTo>
                  <a:close/>
                </a:path>
                <a:path extrusionOk="0" h="1802129" w="5608955">
                  <a:moveTo>
                    <a:pt x="1508290" y="1464868"/>
                  </a:moveTo>
                  <a:lnTo>
                    <a:pt x="1464360" y="1464868"/>
                  </a:lnTo>
                  <a:lnTo>
                    <a:pt x="1464360" y="1508810"/>
                  </a:lnTo>
                  <a:lnTo>
                    <a:pt x="1508290" y="1508810"/>
                  </a:lnTo>
                  <a:lnTo>
                    <a:pt x="1508290" y="1464868"/>
                  </a:lnTo>
                  <a:close/>
                </a:path>
                <a:path extrusionOk="0" h="1802129" w="5608955">
                  <a:moveTo>
                    <a:pt x="1801164" y="1757895"/>
                  </a:moveTo>
                  <a:lnTo>
                    <a:pt x="1757235" y="1757895"/>
                  </a:lnTo>
                  <a:lnTo>
                    <a:pt x="1757235" y="1801825"/>
                  </a:lnTo>
                  <a:lnTo>
                    <a:pt x="1801164" y="1801825"/>
                  </a:lnTo>
                  <a:lnTo>
                    <a:pt x="1801164" y="1757895"/>
                  </a:lnTo>
                  <a:close/>
                </a:path>
                <a:path extrusionOk="0" h="1802129" w="5608955">
                  <a:moveTo>
                    <a:pt x="1801164" y="1464868"/>
                  </a:moveTo>
                  <a:lnTo>
                    <a:pt x="1757235" y="1464868"/>
                  </a:lnTo>
                  <a:lnTo>
                    <a:pt x="1757235" y="1508810"/>
                  </a:lnTo>
                  <a:lnTo>
                    <a:pt x="1801164" y="1508810"/>
                  </a:lnTo>
                  <a:lnTo>
                    <a:pt x="1801164" y="1464868"/>
                  </a:lnTo>
                  <a:close/>
                </a:path>
                <a:path extrusionOk="0" h="1802129" w="5608955">
                  <a:moveTo>
                    <a:pt x="1801164" y="1171841"/>
                  </a:moveTo>
                  <a:lnTo>
                    <a:pt x="1757235" y="1171841"/>
                  </a:lnTo>
                  <a:lnTo>
                    <a:pt x="1757235" y="1215771"/>
                  </a:lnTo>
                  <a:lnTo>
                    <a:pt x="1801164" y="1215771"/>
                  </a:lnTo>
                  <a:lnTo>
                    <a:pt x="1801164" y="1171841"/>
                  </a:lnTo>
                  <a:close/>
                </a:path>
                <a:path extrusionOk="0" h="1802129" w="5608955">
                  <a:moveTo>
                    <a:pt x="1801164" y="293471"/>
                  </a:moveTo>
                  <a:lnTo>
                    <a:pt x="1757235" y="293471"/>
                  </a:lnTo>
                  <a:lnTo>
                    <a:pt x="1757235" y="337400"/>
                  </a:lnTo>
                  <a:lnTo>
                    <a:pt x="1801164" y="337400"/>
                  </a:lnTo>
                  <a:lnTo>
                    <a:pt x="1801164" y="293471"/>
                  </a:lnTo>
                  <a:close/>
                </a:path>
                <a:path extrusionOk="0" h="1802129" w="5608955">
                  <a:moveTo>
                    <a:pt x="1801761" y="0"/>
                  </a:moveTo>
                  <a:lnTo>
                    <a:pt x="1757832" y="0"/>
                  </a:lnTo>
                  <a:lnTo>
                    <a:pt x="1757832" y="43929"/>
                  </a:lnTo>
                  <a:lnTo>
                    <a:pt x="1801761" y="43929"/>
                  </a:lnTo>
                  <a:lnTo>
                    <a:pt x="1801761" y="0"/>
                  </a:lnTo>
                  <a:close/>
                </a:path>
                <a:path extrusionOk="0" h="1802129" w="5608955">
                  <a:moveTo>
                    <a:pt x="2094039" y="1757895"/>
                  </a:moveTo>
                  <a:lnTo>
                    <a:pt x="2050110" y="1757895"/>
                  </a:lnTo>
                  <a:lnTo>
                    <a:pt x="2050110" y="1801825"/>
                  </a:lnTo>
                  <a:lnTo>
                    <a:pt x="2094039" y="1801825"/>
                  </a:lnTo>
                  <a:lnTo>
                    <a:pt x="2094039" y="1757895"/>
                  </a:lnTo>
                  <a:close/>
                </a:path>
                <a:path extrusionOk="0" h="1802129" w="5608955">
                  <a:moveTo>
                    <a:pt x="2094039" y="1464868"/>
                  </a:moveTo>
                  <a:lnTo>
                    <a:pt x="2050110" y="1464868"/>
                  </a:lnTo>
                  <a:lnTo>
                    <a:pt x="2050110" y="1508810"/>
                  </a:lnTo>
                  <a:lnTo>
                    <a:pt x="2094039" y="1508810"/>
                  </a:lnTo>
                  <a:lnTo>
                    <a:pt x="2094039" y="1464868"/>
                  </a:lnTo>
                  <a:close/>
                </a:path>
                <a:path extrusionOk="0" h="1802129" w="5608955">
                  <a:moveTo>
                    <a:pt x="2094064" y="0"/>
                  </a:moveTo>
                  <a:lnTo>
                    <a:pt x="2050135" y="0"/>
                  </a:lnTo>
                  <a:lnTo>
                    <a:pt x="2050135" y="43929"/>
                  </a:lnTo>
                  <a:lnTo>
                    <a:pt x="2094064" y="43929"/>
                  </a:lnTo>
                  <a:lnTo>
                    <a:pt x="2094064" y="0"/>
                  </a:lnTo>
                  <a:close/>
                </a:path>
                <a:path extrusionOk="0" h="1802129" w="5608955">
                  <a:moveTo>
                    <a:pt x="2386914" y="1757895"/>
                  </a:moveTo>
                  <a:lnTo>
                    <a:pt x="2342985" y="1757895"/>
                  </a:lnTo>
                  <a:lnTo>
                    <a:pt x="2342985" y="1801825"/>
                  </a:lnTo>
                  <a:lnTo>
                    <a:pt x="2386914" y="1801825"/>
                  </a:lnTo>
                  <a:lnTo>
                    <a:pt x="2386914" y="1757895"/>
                  </a:lnTo>
                  <a:close/>
                </a:path>
                <a:path extrusionOk="0" h="1802129" w="5608955">
                  <a:moveTo>
                    <a:pt x="2386914" y="1464868"/>
                  </a:moveTo>
                  <a:lnTo>
                    <a:pt x="2342985" y="1464868"/>
                  </a:lnTo>
                  <a:lnTo>
                    <a:pt x="2342985" y="1508810"/>
                  </a:lnTo>
                  <a:lnTo>
                    <a:pt x="2386914" y="1508810"/>
                  </a:lnTo>
                  <a:lnTo>
                    <a:pt x="2386914" y="1464868"/>
                  </a:lnTo>
                  <a:close/>
                </a:path>
                <a:path extrusionOk="0" h="1802129" w="5608955">
                  <a:moveTo>
                    <a:pt x="2386914" y="1171841"/>
                  </a:moveTo>
                  <a:lnTo>
                    <a:pt x="2342985" y="1171841"/>
                  </a:lnTo>
                  <a:lnTo>
                    <a:pt x="2342985" y="1215771"/>
                  </a:lnTo>
                  <a:lnTo>
                    <a:pt x="2386914" y="1215771"/>
                  </a:lnTo>
                  <a:lnTo>
                    <a:pt x="2386914" y="1171841"/>
                  </a:lnTo>
                  <a:close/>
                </a:path>
                <a:path extrusionOk="0" h="1802129" w="5608955">
                  <a:moveTo>
                    <a:pt x="2386914" y="293471"/>
                  </a:moveTo>
                  <a:lnTo>
                    <a:pt x="2342985" y="293471"/>
                  </a:lnTo>
                  <a:lnTo>
                    <a:pt x="2342985" y="337400"/>
                  </a:lnTo>
                  <a:lnTo>
                    <a:pt x="2386914" y="337400"/>
                  </a:lnTo>
                  <a:lnTo>
                    <a:pt x="2386914" y="293471"/>
                  </a:lnTo>
                  <a:close/>
                </a:path>
                <a:path extrusionOk="0" h="1802129" w="5608955">
                  <a:moveTo>
                    <a:pt x="2387104" y="0"/>
                  </a:moveTo>
                  <a:lnTo>
                    <a:pt x="2343175" y="0"/>
                  </a:lnTo>
                  <a:lnTo>
                    <a:pt x="2343175" y="43929"/>
                  </a:lnTo>
                  <a:lnTo>
                    <a:pt x="2387104" y="43929"/>
                  </a:lnTo>
                  <a:lnTo>
                    <a:pt x="2387104" y="0"/>
                  </a:lnTo>
                  <a:close/>
                </a:path>
                <a:path extrusionOk="0" h="1802129" w="5608955">
                  <a:moveTo>
                    <a:pt x="2680131" y="0"/>
                  </a:moveTo>
                  <a:lnTo>
                    <a:pt x="2636202" y="0"/>
                  </a:lnTo>
                  <a:lnTo>
                    <a:pt x="2636202" y="43929"/>
                  </a:lnTo>
                  <a:lnTo>
                    <a:pt x="2680131" y="43929"/>
                  </a:lnTo>
                  <a:lnTo>
                    <a:pt x="2680131" y="0"/>
                  </a:lnTo>
                  <a:close/>
                </a:path>
                <a:path extrusionOk="0" h="1802129" w="5608955">
                  <a:moveTo>
                    <a:pt x="2972663" y="1757895"/>
                  </a:moveTo>
                  <a:lnTo>
                    <a:pt x="2928734" y="1757895"/>
                  </a:lnTo>
                  <a:lnTo>
                    <a:pt x="2928734" y="1801825"/>
                  </a:lnTo>
                  <a:lnTo>
                    <a:pt x="2972663" y="1801825"/>
                  </a:lnTo>
                  <a:lnTo>
                    <a:pt x="2972663" y="1757895"/>
                  </a:lnTo>
                  <a:close/>
                </a:path>
                <a:path extrusionOk="0" h="1802129" w="5608955">
                  <a:moveTo>
                    <a:pt x="2972663" y="1464868"/>
                  </a:moveTo>
                  <a:lnTo>
                    <a:pt x="2928734" y="1464868"/>
                  </a:lnTo>
                  <a:lnTo>
                    <a:pt x="2928734" y="1508810"/>
                  </a:lnTo>
                  <a:lnTo>
                    <a:pt x="2972663" y="1508810"/>
                  </a:lnTo>
                  <a:lnTo>
                    <a:pt x="2972663" y="1464868"/>
                  </a:lnTo>
                  <a:close/>
                </a:path>
                <a:path extrusionOk="0" h="1802129" w="5608955">
                  <a:moveTo>
                    <a:pt x="2972663" y="1171841"/>
                  </a:moveTo>
                  <a:lnTo>
                    <a:pt x="2928734" y="1171841"/>
                  </a:lnTo>
                  <a:lnTo>
                    <a:pt x="2928734" y="1215771"/>
                  </a:lnTo>
                  <a:lnTo>
                    <a:pt x="2972663" y="1215771"/>
                  </a:lnTo>
                  <a:lnTo>
                    <a:pt x="2972663" y="1171841"/>
                  </a:lnTo>
                  <a:close/>
                </a:path>
                <a:path extrusionOk="0" h="1802129" w="5608955">
                  <a:moveTo>
                    <a:pt x="2972663" y="293471"/>
                  </a:moveTo>
                  <a:lnTo>
                    <a:pt x="2928734" y="293471"/>
                  </a:lnTo>
                  <a:lnTo>
                    <a:pt x="2928734" y="337400"/>
                  </a:lnTo>
                  <a:lnTo>
                    <a:pt x="2972663" y="337400"/>
                  </a:lnTo>
                  <a:lnTo>
                    <a:pt x="2972663" y="293471"/>
                  </a:lnTo>
                  <a:close/>
                </a:path>
                <a:path extrusionOk="0" h="1802129" w="5608955">
                  <a:moveTo>
                    <a:pt x="2973159" y="0"/>
                  </a:moveTo>
                  <a:lnTo>
                    <a:pt x="2929229" y="0"/>
                  </a:lnTo>
                  <a:lnTo>
                    <a:pt x="2929229" y="43929"/>
                  </a:lnTo>
                  <a:lnTo>
                    <a:pt x="2973159" y="43929"/>
                  </a:lnTo>
                  <a:lnTo>
                    <a:pt x="2973159" y="0"/>
                  </a:lnTo>
                  <a:close/>
                </a:path>
                <a:path extrusionOk="0" h="1802129" w="5608955">
                  <a:moveTo>
                    <a:pt x="3266186" y="1757895"/>
                  </a:moveTo>
                  <a:lnTo>
                    <a:pt x="3222256" y="1757895"/>
                  </a:lnTo>
                  <a:lnTo>
                    <a:pt x="3222256" y="1801825"/>
                  </a:lnTo>
                  <a:lnTo>
                    <a:pt x="3266186" y="1801825"/>
                  </a:lnTo>
                  <a:lnTo>
                    <a:pt x="3266186" y="1757895"/>
                  </a:lnTo>
                  <a:close/>
                </a:path>
                <a:path extrusionOk="0" h="1802129" w="5608955">
                  <a:moveTo>
                    <a:pt x="3558413" y="1757895"/>
                  </a:moveTo>
                  <a:lnTo>
                    <a:pt x="3514483" y="1757895"/>
                  </a:lnTo>
                  <a:lnTo>
                    <a:pt x="3514483" y="1801825"/>
                  </a:lnTo>
                  <a:lnTo>
                    <a:pt x="3558413" y="1801825"/>
                  </a:lnTo>
                  <a:lnTo>
                    <a:pt x="3558413" y="1757895"/>
                  </a:lnTo>
                  <a:close/>
                </a:path>
                <a:path extrusionOk="0" h="1802129" w="5608955">
                  <a:moveTo>
                    <a:pt x="3851287" y="1757895"/>
                  </a:moveTo>
                  <a:lnTo>
                    <a:pt x="3807358" y="1757895"/>
                  </a:lnTo>
                  <a:lnTo>
                    <a:pt x="3807358" y="1801825"/>
                  </a:lnTo>
                  <a:lnTo>
                    <a:pt x="3851287" y="1801825"/>
                  </a:lnTo>
                  <a:lnTo>
                    <a:pt x="3851287" y="1757895"/>
                  </a:lnTo>
                  <a:close/>
                </a:path>
                <a:path extrusionOk="0" h="1802129" w="5608955">
                  <a:moveTo>
                    <a:pt x="4144149" y="1757895"/>
                  </a:moveTo>
                  <a:lnTo>
                    <a:pt x="4100220" y="1757895"/>
                  </a:lnTo>
                  <a:lnTo>
                    <a:pt x="4100220" y="1801825"/>
                  </a:lnTo>
                  <a:lnTo>
                    <a:pt x="4144149" y="1801825"/>
                  </a:lnTo>
                  <a:lnTo>
                    <a:pt x="4144149" y="1757895"/>
                  </a:lnTo>
                  <a:close/>
                </a:path>
                <a:path extrusionOk="0" h="1802129" w="5608955">
                  <a:moveTo>
                    <a:pt x="4437024" y="1757895"/>
                  </a:moveTo>
                  <a:lnTo>
                    <a:pt x="4393095" y="1757895"/>
                  </a:lnTo>
                  <a:lnTo>
                    <a:pt x="4393095" y="1801825"/>
                  </a:lnTo>
                  <a:lnTo>
                    <a:pt x="4437024" y="1801825"/>
                  </a:lnTo>
                  <a:lnTo>
                    <a:pt x="4437024" y="1757895"/>
                  </a:lnTo>
                  <a:close/>
                </a:path>
                <a:path extrusionOk="0" h="1802129" w="5608955">
                  <a:moveTo>
                    <a:pt x="4729899" y="1757895"/>
                  </a:moveTo>
                  <a:lnTo>
                    <a:pt x="4685970" y="1757895"/>
                  </a:lnTo>
                  <a:lnTo>
                    <a:pt x="4685970" y="1801825"/>
                  </a:lnTo>
                  <a:lnTo>
                    <a:pt x="4729899" y="1801825"/>
                  </a:lnTo>
                  <a:lnTo>
                    <a:pt x="4729899" y="1757895"/>
                  </a:lnTo>
                  <a:close/>
                </a:path>
                <a:path extrusionOk="0" h="1802129" w="5608955">
                  <a:moveTo>
                    <a:pt x="5022774" y="1757895"/>
                  </a:moveTo>
                  <a:lnTo>
                    <a:pt x="4978844" y="1757895"/>
                  </a:lnTo>
                  <a:lnTo>
                    <a:pt x="4978844" y="1801825"/>
                  </a:lnTo>
                  <a:lnTo>
                    <a:pt x="5022774" y="1801825"/>
                  </a:lnTo>
                  <a:lnTo>
                    <a:pt x="5022774" y="1757895"/>
                  </a:lnTo>
                  <a:close/>
                </a:path>
                <a:path extrusionOk="0" h="1802129" w="5608955">
                  <a:moveTo>
                    <a:pt x="5608510" y="1757895"/>
                  </a:moveTo>
                  <a:lnTo>
                    <a:pt x="5564594" y="1757895"/>
                  </a:lnTo>
                  <a:lnTo>
                    <a:pt x="5564594" y="1801825"/>
                  </a:lnTo>
                  <a:lnTo>
                    <a:pt x="5608510" y="1801825"/>
                  </a:lnTo>
                  <a:lnTo>
                    <a:pt x="5608510" y="1757895"/>
                  </a:lnTo>
                  <a:close/>
                </a:path>
              </a:pathLst>
            </a:custGeom>
            <a:solidFill>
              <a:srgbClr val="6B6C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5"/>
            <p:cNvSpPr/>
            <p:nvPr/>
          </p:nvSpPr>
          <p:spPr>
            <a:xfrm>
              <a:off x="6034135" y="5578257"/>
              <a:ext cx="864869" cy="1090295"/>
            </a:xfrm>
            <a:custGeom>
              <a:rect b="b" l="l" r="r" t="t"/>
              <a:pathLst>
                <a:path extrusionOk="0" h="1090295" w="864870">
                  <a:moveTo>
                    <a:pt x="668489" y="0"/>
                  </a:moveTo>
                  <a:lnTo>
                    <a:pt x="864793" y="0"/>
                  </a:lnTo>
                  <a:lnTo>
                    <a:pt x="864793" y="1089786"/>
                  </a:lnTo>
                  <a:lnTo>
                    <a:pt x="0" y="1089786"/>
                  </a:lnTo>
                  <a:lnTo>
                    <a:pt x="0" y="945133"/>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5"/>
            <p:cNvSpPr/>
            <p:nvPr/>
          </p:nvSpPr>
          <p:spPr>
            <a:xfrm>
              <a:off x="2367026" y="5055362"/>
              <a:ext cx="39370" cy="74930"/>
            </a:xfrm>
            <a:custGeom>
              <a:rect b="b" l="l" r="r" t="t"/>
              <a:pathLst>
                <a:path extrusionOk="0" h="74929" w="39369">
                  <a:moveTo>
                    <a:pt x="39001" y="0"/>
                  </a:moveTo>
                  <a:lnTo>
                    <a:pt x="0" y="0"/>
                  </a:lnTo>
                  <a:lnTo>
                    <a:pt x="0" y="74904"/>
                  </a:lnTo>
                  <a:lnTo>
                    <a:pt x="39001" y="74904"/>
                  </a:lnTo>
                  <a:lnTo>
                    <a:pt x="39001"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5"/>
            <p:cNvSpPr/>
            <p:nvPr/>
          </p:nvSpPr>
          <p:spPr>
            <a:xfrm>
              <a:off x="2367026" y="5055362"/>
              <a:ext cx="39370" cy="74930"/>
            </a:xfrm>
            <a:custGeom>
              <a:rect b="b" l="l" r="r" t="t"/>
              <a:pathLst>
                <a:path extrusionOk="0" h="74929" w="39369">
                  <a:moveTo>
                    <a:pt x="39001" y="74904"/>
                  </a:moveTo>
                  <a:lnTo>
                    <a:pt x="0" y="74904"/>
                  </a:lnTo>
                  <a:lnTo>
                    <a:pt x="0" y="0"/>
                  </a:lnTo>
                  <a:lnTo>
                    <a:pt x="39001" y="0"/>
                  </a:lnTo>
                  <a:lnTo>
                    <a:pt x="39001" y="749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5"/>
            <p:cNvSpPr/>
            <p:nvPr/>
          </p:nvSpPr>
          <p:spPr>
            <a:xfrm>
              <a:off x="2367026" y="5391962"/>
              <a:ext cx="39370" cy="74930"/>
            </a:xfrm>
            <a:custGeom>
              <a:rect b="b" l="l" r="r" t="t"/>
              <a:pathLst>
                <a:path extrusionOk="0" h="74929" w="39369">
                  <a:moveTo>
                    <a:pt x="39001" y="0"/>
                  </a:moveTo>
                  <a:lnTo>
                    <a:pt x="0" y="0"/>
                  </a:lnTo>
                  <a:lnTo>
                    <a:pt x="0" y="74904"/>
                  </a:lnTo>
                  <a:lnTo>
                    <a:pt x="39001" y="74904"/>
                  </a:lnTo>
                  <a:lnTo>
                    <a:pt x="39001"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5"/>
            <p:cNvSpPr/>
            <p:nvPr/>
          </p:nvSpPr>
          <p:spPr>
            <a:xfrm>
              <a:off x="2367026" y="5391962"/>
              <a:ext cx="39370" cy="74930"/>
            </a:xfrm>
            <a:custGeom>
              <a:rect b="b" l="l" r="r" t="t"/>
              <a:pathLst>
                <a:path extrusionOk="0" h="74929" w="39369">
                  <a:moveTo>
                    <a:pt x="39001" y="74904"/>
                  </a:moveTo>
                  <a:lnTo>
                    <a:pt x="0" y="74904"/>
                  </a:lnTo>
                  <a:lnTo>
                    <a:pt x="0" y="0"/>
                  </a:lnTo>
                  <a:lnTo>
                    <a:pt x="39001" y="0"/>
                  </a:lnTo>
                  <a:lnTo>
                    <a:pt x="39001" y="749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
            <p:cNvSpPr/>
            <p:nvPr/>
          </p:nvSpPr>
          <p:spPr>
            <a:xfrm>
              <a:off x="2367026" y="5300751"/>
              <a:ext cx="39370" cy="74930"/>
            </a:xfrm>
            <a:custGeom>
              <a:rect b="b" l="l" r="r" t="t"/>
              <a:pathLst>
                <a:path extrusionOk="0" h="74929" w="39369">
                  <a:moveTo>
                    <a:pt x="39001" y="0"/>
                  </a:moveTo>
                  <a:lnTo>
                    <a:pt x="0" y="0"/>
                  </a:lnTo>
                  <a:lnTo>
                    <a:pt x="0" y="74904"/>
                  </a:lnTo>
                  <a:lnTo>
                    <a:pt x="39001" y="74904"/>
                  </a:lnTo>
                  <a:lnTo>
                    <a:pt x="39001"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5"/>
            <p:cNvSpPr/>
            <p:nvPr/>
          </p:nvSpPr>
          <p:spPr>
            <a:xfrm>
              <a:off x="2367026" y="5300751"/>
              <a:ext cx="39370" cy="74930"/>
            </a:xfrm>
            <a:custGeom>
              <a:rect b="b" l="l" r="r" t="t"/>
              <a:pathLst>
                <a:path extrusionOk="0" h="74929" w="39369">
                  <a:moveTo>
                    <a:pt x="39001" y="74904"/>
                  </a:moveTo>
                  <a:lnTo>
                    <a:pt x="0" y="74904"/>
                  </a:lnTo>
                  <a:lnTo>
                    <a:pt x="0" y="0"/>
                  </a:lnTo>
                  <a:lnTo>
                    <a:pt x="39001" y="0"/>
                  </a:lnTo>
                  <a:lnTo>
                    <a:pt x="39001" y="749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
            <p:cNvSpPr/>
            <p:nvPr/>
          </p:nvSpPr>
          <p:spPr>
            <a:xfrm>
              <a:off x="2367026" y="5212283"/>
              <a:ext cx="39370" cy="74930"/>
            </a:xfrm>
            <a:custGeom>
              <a:rect b="b" l="l" r="r" t="t"/>
              <a:pathLst>
                <a:path extrusionOk="0" h="74929" w="39369">
                  <a:moveTo>
                    <a:pt x="39001" y="0"/>
                  </a:moveTo>
                  <a:lnTo>
                    <a:pt x="0" y="0"/>
                  </a:lnTo>
                  <a:lnTo>
                    <a:pt x="0" y="74904"/>
                  </a:lnTo>
                  <a:lnTo>
                    <a:pt x="39001" y="74904"/>
                  </a:lnTo>
                  <a:lnTo>
                    <a:pt x="39001"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
            <p:cNvSpPr/>
            <p:nvPr/>
          </p:nvSpPr>
          <p:spPr>
            <a:xfrm>
              <a:off x="2367026" y="5212283"/>
              <a:ext cx="39370" cy="74930"/>
            </a:xfrm>
            <a:custGeom>
              <a:rect b="b" l="l" r="r" t="t"/>
              <a:pathLst>
                <a:path extrusionOk="0" h="74929" w="39369">
                  <a:moveTo>
                    <a:pt x="39001" y="74904"/>
                  </a:moveTo>
                  <a:lnTo>
                    <a:pt x="0" y="74904"/>
                  </a:lnTo>
                  <a:lnTo>
                    <a:pt x="0" y="0"/>
                  </a:lnTo>
                  <a:lnTo>
                    <a:pt x="39001" y="0"/>
                  </a:lnTo>
                  <a:lnTo>
                    <a:pt x="39001" y="749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5"/>
            <p:cNvSpPr/>
            <p:nvPr/>
          </p:nvSpPr>
          <p:spPr>
            <a:xfrm>
              <a:off x="2497899" y="4764786"/>
              <a:ext cx="39370" cy="74930"/>
            </a:xfrm>
            <a:custGeom>
              <a:rect b="b" l="l" r="r" t="t"/>
              <a:pathLst>
                <a:path extrusionOk="0" h="74929" w="39369">
                  <a:moveTo>
                    <a:pt x="39001" y="0"/>
                  </a:moveTo>
                  <a:lnTo>
                    <a:pt x="0" y="0"/>
                  </a:lnTo>
                  <a:lnTo>
                    <a:pt x="0" y="74904"/>
                  </a:lnTo>
                  <a:lnTo>
                    <a:pt x="39001" y="74904"/>
                  </a:lnTo>
                  <a:lnTo>
                    <a:pt x="39001"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5"/>
            <p:cNvSpPr/>
            <p:nvPr/>
          </p:nvSpPr>
          <p:spPr>
            <a:xfrm>
              <a:off x="2497899" y="4764786"/>
              <a:ext cx="39370" cy="74930"/>
            </a:xfrm>
            <a:custGeom>
              <a:rect b="b" l="l" r="r" t="t"/>
              <a:pathLst>
                <a:path extrusionOk="0" h="74929" w="39369">
                  <a:moveTo>
                    <a:pt x="39001" y="74904"/>
                  </a:moveTo>
                  <a:lnTo>
                    <a:pt x="0" y="74904"/>
                  </a:lnTo>
                  <a:lnTo>
                    <a:pt x="0" y="0"/>
                  </a:lnTo>
                  <a:lnTo>
                    <a:pt x="39001" y="0"/>
                  </a:lnTo>
                  <a:lnTo>
                    <a:pt x="39001" y="749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5"/>
            <p:cNvSpPr/>
            <p:nvPr/>
          </p:nvSpPr>
          <p:spPr>
            <a:xfrm>
              <a:off x="3014116"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5"/>
            <p:cNvSpPr/>
            <p:nvPr/>
          </p:nvSpPr>
          <p:spPr>
            <a:xfrm>
              <a:off x="3025305" y="5392280"/>
              <a:ext cx="214629" cy="170815"/>
            </a:xfrm>
            <a:custGeom>
              <a:rect b="b" l="l" r="r" t="t"/>
              <a:pathLst>
                <a:path extrusionOk="0" h="170814" w="214630">
                  <a:moveTo>
                    <a:pt x="214388" y="0"/>
                  </a:moveTo>
                  <a:lnTo>
                    <a:pt x="0" y="0"/>
                  </a:lnTo>
                  <a:lnTo>
                    <a:pt x="0" y="170472"/>
                  </a:lnTo>
                  <a:lnTo>
                    <a:pt x="214388" y="170472"/>
                  </a:lnTo>
                  <a:lnTo>
                    <a:pt x="21438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
            <p:cNvSpPr/>
            <p:nvPr/>
          </p:nvSpPr>
          <p:spPr>
            <a:xfrm>
              <a:off x="3025305" y="5392280"/>
              <a:ext cx="214629" cy="170815"/>
            </a:xfrm>
            <a:custGeom>
              <a:rect b="b" l="l" r="r" t="t"/>
              <a:pathLst>
                <a:path extrusionOk="0" h="170814" w="214630">
                  <a:moveTo>
                    <a:pt x="214388" y="170472"/>
                  </a:moveTo>
                  <a:lnTo>
                    <a:pt x="0" y="170472"/>
                  </a:lnTo>
                  <a:lnTo>
                    <a:pt x="0" y="0"/>
                  </a:lnTo>
                  <a:lnTo>
                    <a:pt x="214388" y="0"/>
                  </a:lnTo>
                  <a:lnTo>
                    <a:pt x="214388" y="1704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5"/>
            <p:cNvSpPr/>
            <p:nvPr/>
          </p:nvSpPr>
          <p:spPr>
            <a:xfrm>
              <a:off x="3252241" y="5392280"/>
              <a:ext cx="214629" cy="170815"/>
            </a:xfrm>
            <a:custGeom>
              <a:rect b="b" l="l" r="r" t="t"/>
              <a:pathLst>
                <a:path extrusionOk="0" h="170814" w="214629">
                  <a:moveTo>
                    <a:pt x="214388" y="0"/>
                  </a:moveTo>
                  <a:lnTo>
                    <a:pt x="0" y="0"/>
                  </a:lnTo>
                  <a:lnTo>
                    <a:pt x="0" y="170472"/>
                  </a:lnTo>
                  <a:lnTo>
                    <a:pt x="214388" y="170472"/>
                  </a:lnTo>
                  <a:lnTo>
                    <a:pt x="21438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5"/>
            <p:cNvSpPr/>
            <p:nvPr/>
          </p:nvSpPr>
          <p:spPr>
            <a:xfrm>
              <a:off x="3252241" y="5392280"/>
              <a:ext cx="214629" cy="170815"/>
            </a:xfrm>
            <a:custGeom>
              <a:rect b="b" l="l" r="r" t="t"/>
              <a:pathLst>
                <a:path extrusionOk="0" h="170814" w="214629">
                  <a:moveTo>
                    <a:pt x="214388" y="170472"/>
                  </a:moveTo>
                  <a:lnTo>
                    <a:pt x="0" y="170472"/>
                  </a:lnTo>
                  <a:lnTo>
                    <a:pt x="0" y="0"/>
                  </a:lnTo>
                  <a:lnTo>
                    <a:pt x="214388" y="0"/>
                  </a:lnTo>
                  <a:lnTo>
                    <a:pt x="214388" y="1704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5"/>
            <p:cNvSpPr/>
            <p:nvPr/>
          </p:nvSpPr>
          <p:spPr>
            <a:xfrm>
              <a:off x="3479177" y="5392280"/>
              <a:ext cx="214629" cy="170815"/>
            </a:xfrm>
            <a:custGeom>
              <a:rect b="b" l="l" r="r" t="t"/>
              <a:pathLst>
                <a:path extrusionOk="0" h="170814" w="214629">
                  <a:moveTo>
                    <a:pt x="214388" y="0"/>
                  </a:moveTo>
                  <a:lnTo>
                    <a:pt x="0" y="0"/>
                  </a:lnTo>
                  <a:lnTo>
                    <a:pt x="0" y="170472"/>
                  </a:lnTo>
                  <a:lnTo>
                    <a:pt x="214388" y="170472"/>
                  </a:lnTo>
                  <a:lnTo>
                    <a:pt x="21438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5"/>
            <p:cNvSpPr/>
            <p:nvPr/>
          </p:nvSpPr>
          <p:spPr>
            <a:xfrm>
              <a:off x="3479177" y="5392280"/>
              <a:ext cx="214629" cy="170815"/>
            </a:xfrm>
            <a:custGeom>
              <a:rect b="b" l="l" r="r" t="t"/>
              <a:pathLst>
                <a:path extrusionOk="0" h="170814" w="214629">
                  <a:moveTo>
                    <a:pt x="214388" y="170472"/>
                  </a:moveTo>
                  <a:lnTo>
                    <a:pt x="0" y="170472"/>
                  </a:lnTo>
                  <a:lnTo>
                    <a:pt x="0" y="0"/>
                  </a:lnTo>
                  <a:lnTo>
                    <a:pt x="214388" y="0"/>
                  </a:lnTo>
                  <a:lnTo>
                    <a:pt x="214388" y="1704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5"/>
            <p:cNvSpPr/>
            <p:nvPr/>
          </p:nvSpPr>
          <p:spPr>
            <a:xfrm>
              <a:off x="3706101" y="5392280"/>
              <a:ext cx="214629" cy="170815"/>
            </a:xfrm>
            <a:custGeom>
              <a:rect b="b" l="l" r="r" t="t"/>
              <a:pathLst>
                <a:path extrusionOk="0" h="170814" w="214629">
                  <a:moveTo>
                    <a:pt x="214388" y="0"/>
                  </a:moveTo>
                  <a:lnTo>
                    <a:pt x="0" y="0"/>
                  </a:lnTo>
                  <a:lnTo>
                    <a:pt x="0" y="170472"/>
                  </a:lnTo>
                  <a:lnTo>
                    <a:pt x="214388" y="170472"/>
                  </a:lnTo>
                  <a:lnTo>
                    <a:pt x="21438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
            <p:cNvSpPr/>
            <p:nvPr/>
          </p:nvSpPr>
          <p:spPr>
            <a:xfrm>
              <a:off x="3706101" y="5392280"/>
              <a:ext cx="214629" cy="170815"/>
            </a:xfrm>
            <a:custGeom>
              <a:rect b="b" l="l" r="r" t="t"/>
              <a:pathLst>
                <a:path extrusionOk="0" h="170814" w="214629">
                  <a:moveTo>
                    <a:pt x="214388" y="170472"/>
                  </a:moveTo>
                  <a:lnTo>
                    <a:pt x="0" y="170472"/>
                  </a:lnTo>
                  <a:lnTo>
                    <a:pt x="0" y="0"/>
                  </a:lnTo>
                  <a:lnTo>
                    <a:pt x="214388" y="0"/>
                  </a:lnTo>
                  <a:lnTo>
                    <a:pt x="214388" y="1704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
            <p:cNvSpPr/>
            <p:nvPr/>
          </p:nvSpPr>
          <p:spPr>
            <a:xfrm>
              <a:off x="3933037" y="5392280"/>
              <a:ext cx="214629" cy="170815"/>
            </a:xfrm>
            <a:custGeom>
              <a:rect b="b" l="l" r="r" t="t"/>
              <a:pathLst>
                <a:path extrusionOk="0" h="170814" w="214629">
                  <a:moveTo>
                    <a:pt x="214388" y="0"/>
                  </a:moveTo>
                  <a:lnTo>
                    <a:pt x="0" y="0"/>
                  </a:lnTo>
                  <a:lnTo>
                    <a:pt x="0" y="170472"/>
                  </a:lnTo>
                  <a:lnTo>
                    <a:pt x="214388" y="170472"/>
                  </a:lnTo>
                  <a:lnTo>
                    <a:pt x="21438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
            <p:cNvSpPr/>
            <p:nvPr/>
          </p:nvSpPr>
          <p:spPr>
            <a:xfrm>
              <a:off x="3933037" y="5392280"/>
              <a:ext cx="214629" cy="170815"/>
            </a:xfrm>
            <a:custGeom>
              <a:rect b="b" l="l" r="r" t="t"/>
              <a:pathLst>
                <a:path extrusionOk="0" h="170814" w="214629">
                  <a:moveTo>
                    <a:pt x="214388" y="170472"/>
                  </a:moveTo>
                  <a:lnTo>
                    <a:pt x="0" y="170472"/>
                  </a:lnTo>
                  <a:lnTo>
                    <a:pt x="0" y="0"/>
                  </a:lnTo>
                  <a:lnTo>
                    <a:pt x="214388" y="0"/>
                  </a:lnTo>
                  <a:lnTo>
                    <a:pt x="214388" y="1704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5"/>
            <p:cNvSpPr/>
            <p:nvPr/>
          </p:nvSpPr>
          <p:spPr>
            <a:xfrm>
              <a:off x="4159973" y="5392280"/>
              <a:ext cx="214629" cy="170815"/>
            </a:xfrm>
            <a:custGeom>
              <a:rect b="b" l="l" r="r" t="t"/>
              <a:pathLst>
                <a:path extrusionOk="0" h="170814" w="214629">
                  <a:moveTo>
                    <a:pt x="214388" y="0"/>
                  </a:moveTo>
                  <a:lnTo>
                    <a:pt x="0" y="0"/>
                  </a:lnTo>
                  <a:lnTo>
                    <a:pt x="0" y="170472"/>
                  </a:lnTo>
                  <a:lnTo>
                    <a:pt x="214388" y="170472"/>
                  </a:lnTo>
                  <a:lnTo>
                    <a:pt x="21438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5"/>
            <p:cNvSpPr/>
            <p:nvPr/>
          </p:nvSpPr>
          <p:spPr>
            <a:xfrm>
              <a:off x="4159973" y="5392280"/>
              <a:ext cx="214629" cy="170815"/>
            </a:xfrm>
            <a:custGeom>
              <a:rect b="b" l="l" r="r" t="t"/>
              <a:pathLst>
                <a:path extrusionOk="0" h="170814" w="214629">
                  <a:moveTo>
                    <a:pt x="214388" y="170472"/>
                  </a:moveTo>
                  <a:lnTo>
                    <a:pt x="0" y="170472"/>
                  </a:lnTo>
                  <a:lnTo>
                    <a:pt x="0" y="0"/>
                  </a:lnTo>
                  <a:lnTo>
                    <a:pt x="214388" y="0"/>
                  </a:lnTo>
                  <a:lnTo>
                    <a:pt x="214388" y="1704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5"/>
            <p:cNvSpPr/>
            <p:nvPr/>
          </p:nvSpPr>
          <p:spPr>
            <a:xfrm>
              <a:off x="4386897" y="5392280"/>
              <a:ext cx="214629" cy="170815"/>
            </a:xfrm>
            <a:custGeom>
              <a:rect b="b" l="l" r="r" t="t"/>
              <a:pathLst>
                <a:path extrusionOk="0" h="170814" w="214629">
                  <a:moveTo>
                    <a:pt x="214388" y="0"/>
                  </a:moveTo>
                  <a:lnTo>
                    <a:pt x="0" y="0"/>
                  </a:lnTo>
                  <a:lnTo>
                    <a:pt x="0" y="170472"/>
                  </a:lnTo>
                  <a:lnTo>
                    <a:pt x="214388" y="170472"/>
                  </a:lnTo>
                  <a:lnTo>
                    <a:pt x="21438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5"/>
            <p:cNvSpPr/>
            <p:nvPr/>
          </p:nvSpPr>
          <p:spPr>
            <a:xfrm>
              <a:off x="4386897" y="5392280"/>
              <a:ext cx="214629" cy="170815"/>
            </a:xfrm>
            <a:custGeom>
              <a:rect b="b" l="l" r="r" t="t"/>
              <a:pathLst>
                <a:path extrusionOk="0" h="170814" w="214629">
                  <a:moveTo>
                    <a:pt x="214388" y="170472"/>
                  </a:moveTo>
                  <a:lnTo>
                    <a:pt x="0" y="170472"/>
                  </a:lnTo>
                  <a:lnTo>
                    <a:pt x="0" y="0"/>
                  </a:lnTo>
                  <a:lnTo>
                    <a:pt x="214388" y="0"/>
                  </a:lnTo>
                  <a:lnTo>
                    <a:pt x="214388" y="1704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5"/>
            <p:cNvSpPr/>
            <p:nvPr/>
          </p:nvSpPr>
          <p:spPr>
            <a:xfrm>
              <a:off x="3295738" y="5258828"/>
              <a:ext cx="120014" cy="207010"/>
            </a:xfrm>
            <a:custGeom>
              <a:rect b="b" l="l" r="r" t="t"/>
              <a:pathLst>
                <a:path extrusionOk="0" h="207010" w="120014">
                  <a:moveTo>
                    <a:pt x="119722" y="0"/>
                  </a:moveTo>
                  <a:lnTo>
                    <a:pt x="0" y="0"/>
                  </a:lnTo>
                  <a:lnTo>
                    <a:pt x="0" y="206768"/>
                  </a:lnTo>
                  <a:lnTo>
                    <a:pt x="119722" y="206768"/>
                  </a:lnTo>
                  <a:lnTo>
                    <a:pt x="119722"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5"/>
            <p:cNvSpPr/>
            <p:nvPr/>
          </p:nvSpPr>
          <p:spPr>
            <a:xfrm>
              <a:off x="3295738" y="5258828"/>
              <a:ext cx="120014" cy="207010"/>
            </a:xfrm>
            <a:custGeom>
              <a:rect b="b" l="l" r="r" t="t"/>
              <a:pathLst>
                <a:path extrusionOk="0" h="207010" w="120014">
                  <a:moveTo>
                    <a:pt x="119722" y="206768"/>
                  </a:moveTo>
                  <a:lnTo>
                    <a:pt x="0" y="206768"/>
                  </a:lnTo>
                  <a:lnTo>
                    <a:pt x="0" y="0"/>
                  </a:lnTo>
                  <a:lnTo>
                    <a:pt x="119722" y="0"/>
                  </a:lnTo>
                  <a:lnTo>
                    <a:pt x="119722" y="20676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5"/>
            <p:cNvSpPr/>
            <p:nvPr/>
          </p:nvSpPr>
          <p:spPr>
            <a:xfrm>
              <a:off x="3072638" y="5258828"/>
              <a:ext cx="120014" cy="207010"/>
            </a:xfrm>
            <a:custGeom>
              <a:rect b="b" l="l" r="r" t="t"/>
              <a:pathLst>
                <a:path extrusionOk="0" h="207010" w="120014">
                  <a:moveTo>
                    <a:pt x="119722" y="0"/>
                  </a:moveTo>
                  <a:lnTo>
                    <a:pt x="0" y="0"/>
                  </a:lnTo>
                  <a:lnTo>
                    <a:pt x="0" y="206768"/>
                  </a:lnTo>
                  <a:lnTo>
                    <a:pt x="119722" y="206768"/>
                  </a:lnTo>
                  <a:lnTo>
                    <a:pt x="119722"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
            <p:cNvSpPr/>
            <p:nvPr/>
          </p:nvSpPr>
          <p:spPr>
            <a:xfrm>
              <a:off x="3072638" y="5258828"/>
              <a:ext cx="120014" cy="207010"/>
            </a:xfrm>
            <a:custGeom>
              <a:rect b="b" l="l" r="r" t="t"/>
              <a:pathLst>
                <a:path extrusionOk="0" h="207010" w="120014">
                  <a:moveTo>
                    <a:pt x="119722" y="206768"/>
                  </a:moveTo>
                  <a:lnTo>
                    <a:pt x="0" y="206768"/>
                  </a:lnTo>
                  <a:lnTo>
                    <a:pt x="0" y="0"/>
                  </a:lnTo>
                  <a:lnTo>
                    <a:pt x="119722" y="0"/>
                  </a:lnTo>
                  <a:lnTo>
                    <a:pt x="119722" y="20676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
            <p:cNvSpPr/>
            <p:nvPr/>
          </p:nvSpPr>
          <p:spPr>
            <a:xfrm>
              <a:off x="3526498" y="5258828"/>
              <a:ext cx="120014" cy="207010"/>
            </a:xfrm>
            <a:custGeom>
              <a:rect b="b" l="l" r="r" t="t"/>
              <a:pathLst>
                <a:path extrusionOk="0" h="207010" w="120014">
                  <a:moveTo>
                    <a:pt x="119722" y="0"/>
                  </a:moveTo>
                  <a:lnTo>
                    <a:pt x="0" y="0"/>
                  </a:lnTo>
                  <a:lnTo>
                    <a:pt x="0" y="206768"/>
                  </a:lnTo>
                  <a:lnTo>
                    <a:pt x="119722" y="206768"/>
                  </a:lnTo>
                  <a:lnTo>
                    <a:pt x="119722"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
            <p:cNvSpPr/>
            <p:nvPr/>
          </p:nvSpPr>
          <p:spPr>
            <a:xfrm>
              <a:off x="3526498" y="5258828"/>
              <a:ext cx="120014" cy="207010"/>
            </a:xfrm>
            <a:custGeom>
              <a:rect b="b" l="l" r="r" t="t"/>
              <a:pathLst>
                <a:path extrusionOk="0" h="207010" w="120014">
                  <a:moveTo>
                    <a:pt x="119722" y="206768"/>
                  </a:moveTo>
                  <a:lnTo>
                    <a:pt x="0" y="206768"/>
                  </a:lnTo>
                  <a:lnTo>
                    <a:pt x="0" y="0"/>
                  </a:lnTo>
                  <a:lnTo>
                    <a:pt x="119722" y="0"/>
                  </a:lnTo>
                  <a:lnTo>
                    <a:pt x="119722" y="20676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
            <p:cNvSpPr/>
            <p:nvPr/>
          </p:nvSpPr>
          <p:spPr>
            <a:xfrm>
              <a:off x="3753434" y="5258828"/>
              <a:ext cx="120014" cy="207010"/>
            </a:xfrm>
            <a:custGeom>
              <a:rect b="b" l="l" r="r" t="t"/>
              <a:pathLst>
                <a:path extrusionOk="0" h="207010" w="120014">
                  <a:moveTo>
                    <a:pt x="119722" y="0"/>
                  </a:moveTo>
                  <a:lnTo>
                    <a:pt x="0" y="0"/>
                  </a:lnTo>
                  <a:lnTo>
                    <a:pt x="0" y="206768"/>
                  </a:lnTo>
                  <a:lnTo>
                    <a:pt x="119722" y="206768"/>
                  </a:lnTo>
                  <a:lnTo>
                    <a:pt x="119722"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
            <p:cNvSpPr/>
            <p:nvPr/>
          </p:nvSpPr>
          <p:spPr>
            <a:xfrm>
              <a:off x="3753434" y="5258828"/>
              <a:ext cx="120014" cy="207010"/>
            </a:xfrm>
            <a:custGeom>
              <a:rect b="b" l="l" r="r" t="t"/>
              <a:pathLst>
                <a:path extrusionOk="0" h="207010" w="120014">
                  <a:moveTo>
                    <a:pt x="119722" y="206768"/>
                  </a:moveTo>
                  <a:lnTo>
                    <a:pt x="0" y="206768"/>
                  </a:lnTo>
                  <a:lnTo>
                    <a:pt x="0" y="0"/>
                  </a:lnTo>
                  <a:lnTo>
                    <a:pt x="119722" y="0"/>
                  </a:lnTo>
                  <a:lnTo>
                    <a:pt x="119722" y="20676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
            <p:cNvSpPr/>
            <p:nvPr/>
          </p:nvSpPr>
          <p:spPr>
            <a:xfrm>
              <a:off x="3983139" y="5106149"/>
              <a:ext cx="127635" cy="129539"/>
            </a:xfrm>
            <a:custGeom>
              <a:rect b="b" l="l" r="r" t="t"/>
              <a:pathLst>
                <a:path extrusionOk="0" h="129539" w="127635">
                  <a:moveTo>
                    <a:pt x="127165" y="0"/>
                  </a:moveTo>
                  <a:lnTo>
                    <a:pt x="0" y="0"/>
                  </a:lnTo>
                  <a:lnTo>
                    <a:pt x="0" y="129527"/>
                  </a:lnTo>
                  <a:lnTo>
                    <a:pt x="127165" y="129527"/>
                  </a:lnTo>
                  <a:lnTo>
                    <a:pt x="127165"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3983139" y="5105412"/>
              <a:ext cx="127635" cy="129539"/>
            </a:xfrm>
            <a:custGeom>
              <a:rect b="b" l="l" r="r" t="t"/>
              <a:pathLst>
                <a:path extrusionOk="0" h="129539" w="127635">
                  <a:moveTo>
                    <a:pt x="127165" y="129527"/>
                  </a:moveTo>
                  <a:lnTo>
                    <a:pt x="0" y="129527"/>
                  </a:lnTo>
                  <a:lnTo>
                    <a:pt x="0" y="0"/>
                  </a:lnTo>
                  <a:lnTo>
                    <a:pt x="127165" y="0"/>
                  </a:lnTo>
                  <a:lnTo>
                    <a:pt x="127165" y="12952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
            <p:cNvSpPr/>
            <p:nvPr/>
          </p:nvSpPr>
          <p:spPr>
            <a:xfrm>
              <a:off x="4161345" y="5106149"/>
              <a:ext cx="127635" cy="129539"/>
            </a:xfrm>
            <a:custGeom>
              <a:rect b="b" l="l" r="r" t="t"/>
              <a:pathLst>
                <a:path extrusionOk="0" h="129539" w="127635">
                  <a:moveTo>
                    <a:pt x="127165" y="0"/>
                  </a:moveTo>
                  <a:lnTo>
                    <a:pt x="0" y="0"/>
                  </a:lnTo>
                  <a:lnTo>
                    <a:pt x="0" y="129527"/>
                  </a:lnTo>
                  <a:lnTo>
                    <a:pt x="127165" y="129527"/>
                  </a:lnTo>
                  <a:lnTo>
                    <a:pt x="127165"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
            <p:cNvSpPr/>
            <p:nvPr/>
          </p:nvSpPr>
          <p:spPr>
            <a:xfrm>
              <a:off x="4161345" y="5106149"/>
              <a:ext cx="127635" cy="129539"/>
            </a:xfrm>
            <a:custGeom>
              <a:rect b="b" l="l" r="r" t="t"/>
              <a:pathLst>
                <a:path extrusionOk="0" h="129539" w="127635">
                  <a:moveTo>
                    <a:pt x="127165" y="129527"/>
                  </a:moveTo>
                  <a:lnTo>
                    <a:pt x="0" y="129527"/>
                  </a:lnTo>
                  <a:lnTo>
                    <a:pt x="0" y="0"/>
                  </a:lnTo>
                  <a:lnTo>
                    <a:pt x="127165" y="0"/>
                  </a:lnTo>
                  <a:lnTo>
                    <a:pt x="127165" y="12952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
            <p:cNvSpPr/>
            <p:nvPr/>
          </p:nvSpPr>
          <p:spPr>
            <a:xfrm>
              <a:off x="4339552" y="5106149"/>
              <a:ext cx="127635" cy="129539"/>
            </a:xfrm>
            <a:custGeom>
              <a:rect b="b" l="l" r="r" t="t"/>
              <a:pathLst>
                <a:path extrusionOk="0" h="129539" w="127635">
                  <a:moveTo>
                    <a:pt x="127165" y="0"/>
                  </a:moveTo>
                  <a:lnTo>
                    <a:pt x="0" y="0"/>
                  </a:lnTo>
                  <a:lnTo>
                    <a:pt x="0" y="129527"/>
                  </a:lnTo>
                  <a:lnTo>
                    <a:pt x="127165" y="129527"/>
                  </a:lnTo>
                  <a:lnTo>
                    <a:pt x="127165"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
            <p:cNvSpPr/>
            <p:nvPr/>
          </p:nvSpPr>
          <p:spPr>
            <a:xfrm>
              <a:off x="4339552" y="5106149"/>
              <a:ext cx="127635" cy="129539"/>
            </a:xfrm>
            <a:custGeom>
              <a:rect b="b" l="l" r="r" t="t"/>
              <a:pathLst>
                <a:path extrusionOk="0" h="129539" w="127635">
                  <a:moveTo>
                    <a:pt x="127165" y="129527"/>
                  </a:moveTo>
                  <a:lnTo>
                    <a:pt x="0" y="129527"/>
                  </a:lnTo>
                  <a:lnTo>
                    <a:pt x="0" y="0"/>
                  </a:lnTo>
                  <a:lnTo>
                    <a:pt x="127165" y="0"/>
                  </a:lnTo>
                  <a:lnTo>
                    <a:pt x="127165" y="12952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8" name="Google Shape;478;p5"/>
            <p:cNvPicPr preferRelativeResize="0"/>
            <p:nvPr/>
          </p:nvPicPr>
          <p:blipFill rotWithShape="1">
            <a:blip r:embed="rId10">
              <a:alphaModFix/>
            </a:blip>
            <a:srcRect b="0" l="0" r="0" t="0"/>
            <a:stretch/>
          </p:blipFill>
          <p:spPr>
            <a:xfrm>
              <a:off x="4121684" y="4973702"/>
              <a:ext cx="95694" cy="95695"/>
            </a:xfrm>
            <a:prstGeom prst="rect">
              <a:avLst/>
            </a:prstGeom>
            <a:noFill/>
            <a:ln>
              <a:noFill/>
            </a:ln>
          </p:spPr>
        </p:pic>
        <p:pic>
          <p:nvPicPr>
            <p:cNvPr id="479" name="Google Shape;479;p5"/>
            <p:cNvPicPr preferRelativeResize="0"/>
            <p:nvPr/>
          </p:nvPicPr>
          <p:blipFill rotWithShape="1">
            <a:blip r:embed="rId11">
              <a:alphaModFix/>
            </a:blip>
            <a:srcRect b="0" l="0" r="0" t="0"/>
            <a:stretch/>
          </p:blipFill>
          <p:spPr>
            <a:xfrm>
              <a:off x="4242790" y="4974433"/>
              <a:ext cx="95694" cy="95694"/>
            </a:xfrm>
            <a:prstGeom prst="rect">
              <a:avLst/>
            </a:prstGeom>
            <a:noFill/>
            <a:ln>
              <a:noFill/>
            </a:ln>
          </p:spPr>
        </p:pic>
        <p:pic>
          <p:nvPicPr>
            <p:cNvPr id="480" name="Google Shape;480;p5"/>
            <p:cNvPicPr preferRelativeResize="0"/>
            <p:nvPr/>
          </p:nvPicPr>
          <p:blipFill rotWithShape="1">
            <a:blip r:embed="rId11">
              <a:alphaModFix/>
            </a:blip>
            <a:srcRect b="0" l="0" r="0" t="0"/>
            <a:stretch/>
          </p:blipFill>
          <p:spPr>
            <a:xfrm>
              <a:off x="4363897" y="4974433"/>
              <a:ext cx="95694" cy="95694"/>
            </a:xfrm>
            <a:prstGeom prst="rect">
              <a:avLst/>
            </a:prstGeom>
            <a:noFill/>
            <a:ln>
              <a:noFill/>
            </a:ln>
          </p:spPr>
        </p:pic>
        <p:pic>
          <p:nvPicPr>
            <p:cNvPr id="481" name="Google Shape;481;p5"/>
            <p:cNvPicPr preferRelativeResize="0"/>
            <p:nvPr/>
          </p:nvPicPr>
          <p:blipFill rotWithShape="1">
            <a:blip r:embed="rId12">
              <a:alphaModFix/>
            </a:blip>
            <a:srcRect b="0" l="0" r="0" t="0"/>
            <a:stretch/>
          </p:blipFill>
          <p:spPr>
            <a:xfrm>
              <a:off x="4560769" y="5087192"/>
              <a:ext cx="148771" cy="65697"/>
            </a:xfrm>
            <a:prstGeom prst="rect">
              <a:avLst/>
            </a:prstGeom>
            <a:noFill/>
            <a:ln>
              <a:noFill/>
            </a:ln>
          </p:spPr>
        </p:pic>
        <p:sp>
          <p:nvSpPr>
            <p:cNvPr id="482" name="Google Shape;482;p5"/>
            <p:cNvSpPr/>
            <p:nvPr/>
          </p:nvSpPr>
          <p:spPr>
            <a:xfrm>
              <a:off x="3867099" y="5592889"/>
              <a:ext cx="46990" cy="74295"/>
            </a:xfrm>
            <a:custGeom>
              <a:rect b="b" l="l" r="r" t="t"/>
              <a:pathLst>
                <a:path extrusionOk="0" h="74295" w="46989">
                  <a:moveTo>
                    <a:pt x="46494" y="0"/>
                  </a:moveTo>
                  <a:lnTo>
                    <a:pt x="0" y="0"/>
                  </a:lnTo>
                  <a:lnTo>
                    <a:pt x="0" y="74041"/>
                  </a:lnTo>
                  <a:lnTo>
                    <a:pt x="46494" y="74041"/>
                  </a:lnTo>
                  <a:lnTo>
                    <a:pt x="46494"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
            <p:cNvSpPr/>
            <p:nvPr/>
          </p:nvSpPr>
          <p:spPr>
            <a:xfrm>
              <a:off x="3867099" y="5592889"/>
              <a:ext cx="46990" cy="74295"/>
            </a:xfrm>
            <a:custGeom>
              <a:rect b="b" l="l" r="r" t="t"/>
              <a:pathLst>
                <a:path extrusionOk="0" h="74295" w="46989">
                  <a:moveTo>
                    <a:pt x="46494" y="74041"/>
                  </a:moveTo>
                  <a:lnTo>
                    <a:pt x="0" y="74041"/>
                  </a:lnTo>
                  <a:lnTo>
                    <a:pt x="0" y="0"/>
                  </a:lnTo>
                  <a:lnTo>
                    <a:pt x="46494" y="0"/>
                  </a:lnTo>
                  <a:lnTo>
                    <a:pt x="46494" y="740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5"/>
            <p:cNvSpPr/>
            <p:nvPr/>
          </p:nvSpPr>
          <p:spPr>
            <a:xfrm>
              <a:off x="3640162" y="5592889"/>
              <a:ext cx="46990" cy="74295"/>
            </a:xfrm>
            <a:custGeom>
              <a:rect b="b" l="l" r="r" t="t"/>
              <a:pathLst>
                <a:path extrusionOk="0" h="74295" w="46989">
                  <a:moveTo>
                    <a:pt x="46494" y="0"/>
                  </a:moveTo>
                  <a:lnTo>
                    <a:pt x="0" y="0"/>
                  </a:lnTo>
                  <a:lnTo>
                    <a:pt x="0" y="74041"/>
                  </a:lnTo>
                  <a:lnTo>
                    <a:pt x="46494" y="74041"/>
                  </a:lnTo>
                  <a:lnTo>
                    <a:pt x="46494"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5"/>
            <p:cNvSpPr/>
            <p:nvPr/>
          </p:nvSpPr>
          <p:spPr>
            <a:xfrm>
              <a:off x="3640162" y="5592889"/>
              <a:ext cx="46990" cy="74295"/>
            </a:xfrm>
            <a:custGeom>
              <a:rect b="b" l="l" r="r" t="t"/>
              <a:pathLst>
                <a:path extrusionOk="0" h="74295" w="46989">
                  <a:moveTo>
                    <a:pt x="46494" y="74041"/>
                  </a:moveTo>
                  <a:lnTo>
                    <a:pt x="0" y="74041"/>
                  </a:lnTo>
                  <a:lnTo>
                    <a:pt x="0" y="0"/>
                  </a:lnTo>
                  <a:lnTo>
                    <a:pt x="46494" y="0"/>
                  </a:lnTo>
                  <a:lnTo>
                    <a:pt x="46494" y="740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
            <p:cNvSpPr/>
            <p:nvPr/>
          </p:nvSpPr>
          <p:spPr>
            <a:xfrm>
              <a:off x="3413239" y="5592889"/>
              <a:ext cx="46990" cy="74295"/>
            </a:xfrm>
            <a:custGeom>
              <a:rect b="b" l="l" r="r" t="t"/>
              <a:pathLst>
                <a:path extrusionOk="0" h="74295" w="46989">
                  <a:moveTo>
                    <a:pt x="46494" y="0"/>
                  </a:moveTo>
                  <a:lnTo>
                    <a:pt x="0" y="0"/>
                  </a:lnTo>
                  <a:lnTo>
                    <a:pt x="0" y="74041"/>
                  </a:lnTo>
                  <a:lnTo>
                    <a:pt x="46494" y="74041"/>
                  </a:lnTo>
                  <a:lnTo>
                    <a:pt x="46494"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5"/>
            <p:cNvSpPr/>
            <p:nvPr/>
          </p:nvSpPr>
          <p:spPr>
            <a:xfrm>
              <a:off x="3413239" y="5592889"/>
              <a:ext cx="46990" cy="74295"/>
            </a:xfrm>
            <a:custGeom>
              <a:rect b="b" l="l" r="r" t="t"/>
              <a:pathLst>
                <a:path extrusionOk="0" h="74295" w="46989">
                  <a:moveTo>
                    <a:pt x="46494" y="74041"/>
                  </a:moveTo>
                  <a:lnTo>
                    <a:pt x="0" y="74041"/>
                  </a:lnTo>
                  <a:lnTo>
                    <a:pt x="0" y="0"/>
                  </a:lnTo>
                  <a:lnTo>
                    <a:pt x="46494" y="0"/>
                  </a:lnTo>
                  <a:lnTo>
                    <a:pt x="46494" y="740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5"/>
            <p:cNvSpPr/>
            <p:nvPr/>
          </p:nvSpPr>
          <p:spPr>
            <a:xfrm>
              <a:off x="3133775" y="5592889"/>
              <a:ext cx="46990" cy="74295"/>
            </a:xfrm>
            <a:custGeom>
              <a:rect b="b" l="l" r="r" t="t"/>
              <a:pathLst>
                <a:path extrusionOk="0" h="74295" w="46989">
                  <a:moveTo>
                    <a:pt x="46494" y="0"/>
                  </a:moveTo>
                  <a:lnTo>
                    <a:pt x="0" y="0"/>
                  </a:lnTo>
                  <a:lnTo>
                    <a:pt x="0" y="74041"/>
                  </a:lnTo>
                  <a:lnTo>
                    <a:pt x="46494" y="74041"/>
                  </a:lnTo>
                  <a:lnTo>
                    <a:pt x="46494"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5"/>
            <p:cNvSpPr/>
            <p:nvPr/>
          </p:nvSpPr>
          <p:spPr>
            <a:xfrm>
              <a:off x="3133775" y="5592889"/>
              <a:ext cx="46990" cy="74295"/>
            </a:xfrm>
            <a:custGeom>
              <a:rect b="b" l="l" r="r" t="t"/>
              <a:pathLst>
                <a:path extrusionOk="0" h="74295" w="46989">
                  <a:moveTo>
                    <a:pt x="46494" y="74041"/>
                  </a:moveTo>
                  <a:lnTo>
                    <a:pt x="0" y="74041"/>
                  </a:lnTo>
                  <a:lnTo>
                    <a:pt x="0" y="0"/>
                  </a:lnTo>
                  <a:lnTo>
                    <a:pt x="46494" y="0"/>
                  </a:lnTo>
                  <a:lnTo>
                    <a:pt x="46494" y="740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5"/>
            <p:cNvSpPr/>
            <p:nvPr/>
          </p:nvSpPr>
          <p:spPr>
            <a:xfrm>
              <a:off x="4682299" y="5233847"/>
              <a:ext cx="86995" cy="55880"/>
            </a:xfrm>
            <a:custGeom>
              <a:rect b="b" l="l" r="r" t="t"/>
              <a:pathLst>
                <a:path extrusionOk="0" h="55879" w="86995">
                  <a:moveTo>
                    <a:pt x="86525" y="0"/>
                  </a:moveTo>
                  <a:lnTo>
                    <a:pt x="0" y="0"/>
                  </a:lnTo>
                  <a:lnTo>
                    <a:pt x="0" y="55537"/>
                  </a:lnTo>
                  <a:lnTo>
                    <a:pt x="86525" y="55537"/>
                  </a:lnTo>
                  <a:lnTo>
                    <a:pt x="86525"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5"/>
            <p:cNvSpPr/>
            <p:nvPr/>
          </p:nvSpPr>
          <p:spPr>
            <a:xfrm>
              <a:off x="4682299" y="5233847"/>
              <a:ext cx="86995" cy="55880"/>
            </a:xfrm>
            <a:custGeom>
              <a:rect b="b" l="l" r="r" t="t"/>
              <a:pathLst>
                <a:path extrusionOk="0" h="55879" w="86995">
                  <a:moveTo>
                    <a:pt x="86525" y="55537"/>
                  </a:moveTo>
                  <a:lnTo>
                    <a:pt x="0" y="55537"/>
                  </a:lnTo>
                  <a:lnTo>
                    <a:pt x="0" y="0"/>
                  </a:lnTo>
                  <a:lnTo>
                    <a:pt x="86525" y="0"/>
                  </a:lnTo>
                  <a:lnTo>
                    <a:pt x="86525" y="5553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5"/>
            <p:cNvSpPr/>
            <p:nvPr/>
          </p:nvSpPr>
          <p:spPr>
            <a:xfrm>
              <a:off x="4788306" y="5230190"/>
              <a:ext cx="109855" cy="66040"/>
            </a:xfrm>
            <a:custGeom>
              <a:rect b="b" l="l" r="r" t="t"/>
              <a:pathLst>
                <a:path extrusionOk="0" h="66039" w="109854">
                  <a:moveTo>
                    <a:pt x="109778" y="0"/>
                  </a:moveTo>
                  <a:lnTo>
                    <a:pt x="0" y="0"/>
                  </a:lnTo>
                  <a:lnTo>
                    <a:pt x="0" y="65862"/>
                  </a:lnTo>
                  <a:lnTo>
                    <a:pt x="109778" y="65862"/>
                  </a:lnTo>
                  <a:lnTo>
                    <a:pt x="109778"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
            <p:cNvSpPr/>
            <p:nvPr/>
          </p:nvSpPr>
          <p:spPr>
            <a:xfrm>
              <a:off x="4788306" y="5230190"/>
              <a:ext cx="109855" cy="66040"/>
            </a:xfrm>
            <a:custGeom>
              <a:rect b="b" l="l" r="r" t="t"/>
              <a:pathLst>
                <a:path extrusionOk="0" h="66039" w="109854">
                  <a:moveTo>
                    <a:pt x="0" y="65862"/>
                  </a:moveTo>
                  <a:lnTo>
                    <a:pt x="109778" y="65862"/>
                  </a:lnTo>
                  <a:lnTo>
                    <a:pt x="109778" y="0"/>
                  </a:lnTo>
                  <a:lnTo>
                    <a:pt x="0" y="0"/>
                  </a:lnTo>
                  <a:lnTo>
                    <a:pt x="0" y="6586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5"/>
            <p:cNvSpPr/>
            <p:nvPr/>
          </p:nvSpPr>
          <p:spPr>
            <a:xfrm>
              <a:off x="2837613"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
            <p:cNvSpPr/>
            <p:nvPr/>
          </p:nvSpPr>
          <p:spPr>
            <a:xfrm>
              <a:off x="2851190"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
            <p:cNvSpPr/>
            <p:nvPr/>
          </p:nvSpPr>
          <p:spPr>
            <a:xfrm>
              <a:off x="2864768"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5"/>
            <p:cNvSpPr/>
            <p:nvPr/>
          </p:nvSpPr>
          <p:spPr>
            <a:xfrm>
              <a:off x="2878344"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5"/>
            <p:cNvSpPr/>
            <p:nvPr/>
          </p:nvSpPr>
          <p:spPr>
            <a:xfrm>
              <a:off x="2891922"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5"/>
            <p:cNvSpPr/>
            <p:nvPr/>
          </p:nvSpPr>
          <p:spPr>
            <a:xfrm>
              <a:off x="2905499"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
            <p:cNvSpPr/>
            <p:nvPr/>
          </p:nvSpPr>
          <p:spPr>
            <a:xfrm>
              <a:off x="2919077"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
            <p:cNvSpPr/>
            <p:nvPr/>
          </p:nvSpPr>
          <p:spPr>
            <a:xfrm>
              <a:off x="2932653"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
            <p:cNvSpPr/>
            <p:nvPr/>
          </p:nvSpPr>
          <p:spPr>
            <a:xfrm>
              <a:off x="2946231"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
            <p:cNvSpPr/>
            <p:nvPr/>
          </p:nvSpPr>
          <p:spPr>
            <a:xfrm>
              <a:off x="2959808"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
            <p:cNvSpPr/>
            <p:nvPr/>
          </p:nvSpPr>
          <p:spPr>
            <a:xfrm>
              <a:off x="2973385"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5"/>
            <p:cNvSpPr/>
            <p:nvPr/>
          </p:nvSpPr>
          <p:spPr>
            <a:xfrm>
              <a:off x="2986962"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5"/>
            <p:cNvSpPr/>
            <p:nvPr/>
          </p:nvSpPr>
          <p:spPr>
            <a:xfrm>
              <a:off x="3000540"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
            <p:cNvSpPr/>
            <p:nvPr/>
          </p:nvSpPr>
          <p:spPr>
            <a:xfrm>
              <a:off x="2825127" y="5420690"/>
              <a:ext cx="195580" cy="12065"/>
            </a:xfrm>
            <a:custGeom>
              <a:rect b="b" l="l" r="r" t="t"/>
              <a:pathLst>
                <a:path extrusionOk="0" h="12064" w="195580">
                  <a:moveTo>
                    <a:pt x="195021" y="0"/>
                  </a:moveTo>
                  <a:lnTo>
                    <a:pt x="0" y="0"/>
                  </a:lnTo>
                  <a:lnTo>
                    <a:pt x="0" y="11620"/>
                  </a:lnTo>
                  <a:lnTo>
                    <a:pt x="195021" y="11620"/>
                  </a:lnTo>
                  <a:lnTo>
                    <a:pt x="195021"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
            <p:cNvSpPr/>
            <p:nvPr/>
          </p:nvSpPr>
          <p:spPr>
            <a:xfrm>
              <a:off x="2825140" y="5420690"/>
              <a:ext cx="195580" cy="12065"/>
            </a:xfrm>
            <a:custGeom>
              <a:rect b="b" l="l" r="r" t="t"/>
              <a:pathLst>
                <a:path extrusionOk="0" h="12064" w="195580">
                  <a:moveTo>
                    <a:pt x="195008" y="11620"/>
                  </a:moveTo>
                  <a:lnTo>
                    <a:pt x="0" y="11620"/>
                  </a:lnTo>
                  <a:lnTo>
                    <a:pt x="0" y="0"/>
                  </a:lnTo>
                  <a:lnTo>
                    <a:pt x="195008" y="0"/>
                  </a:lnTo>
                  <a:lnTo>
                    <a:pt x="195008" y="1162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5"/>
            <p:cNvSpPr/>
            <p:nvPr/>
          </p:nvSpPr>
          <p:spPr>
            <a:xfrm>
              <a:off x="2825127" y="5522709"/>
              <a:ext cx="195580" cy="12065"/>
            </a:xfrm>
            <a:custGeom>
              <a:rect b="b" l="l" r="r" t="t"/>
              <a:pathLst>
                <a:path extrusionOk="0" h="12064" w="195580">
                  <a:moveTo>
                    <a:pt x="195021" y="0"/>
                  </a:moveTo>
                  <a:lnTo>
                    <a:pt x="0" y="0"/>
                  </a:lnTo>
                  <a:lnTo>
                    <a:pt x="0" y="11620"/>
                  </a:lnTo>
                  <a:lnTo>
                    <a:pt x="195021" y="11620"/>
                  </a:lnTo>
                  <a:lnTo>
                    <a:pt x="195021"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
            <p:cNvSpPr/>
            <p:nvPr/>
          </p:nvSpPr>
          <p:spPr>
            <a:xfrm>
              <a:off x="2825140" y="5522709"/>
              <a:ext cx="195580" cy="12065"/>
            </a:xfrm>
            <a:custGeom>
              <a:rect b="b" l="l" r="r" t="t"/>
              <a:pathLst>
                <a:path extrusionOk="0" h="12064" w="195580">
                  <a:moveTo>
                    <a:pt x="195008" y="11620"/>
                  </a:moveTo>
                  <a:lnTo>
                    <a:pt x="0" y="11620"/>
                  </a:lnTo>
                  <a:lnTo>
                    <a:pt x="0" y="0"/>
                  </a:lnTo>
                  <a:lnTo>
                    <a:pt x="195008" y="0"/>
                  </a:lnTo>
                  <a:lnTo>
                    <a:pt x="195008" y="1162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5"/>
            <p:cNvSpPr/>
            <p:nvPr/>
          </p:nvSpPr>
          <p:spPr>
            <a:xfrm>
              <a:off x="4620696"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5"/>
            <p:cNvSpPr/>
            <p:nvPr/>
          </p:nvSpPr>
          <p:spPr>
            <a:xfrm>
              <a:off x="4634273"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5"/>
            <p:cNvSpPr/>
            <p:nvPr/>
          </p:nvSpPr>
          <p:spPr>
            <a:xfrm>
              <a:off x="4647850"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5"/>
            <p:cNvSpPr/>
            <p:nvPr/>
          </p:nvSpPr>
          <p:spPr>
            <a:xfrm>
              <a:off x="4661428"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5"/>
            <p:cNvSpPr/>
            <p:nvPr/>
          </p:nvSpPr>
          <p:spPr>
            <a:xfrm>
              <a:off x="4675004"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5"/>
            <p:cNvSpPr/>
            <p:nvPr/>
          </p:nvSpPr>
          <p:spPr>
            <a:xfrm>
              <a:off x="4688582"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
            <p:cNvSpPr/>
            <p:nvPr/>
          </p:nvSpPr>
          <p:spPr>
            <a:xfrm>
              <a:off x="4702159"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
            <p:cNvSpPr/>
            <p:nvPr/>
          </p:nvSpPr>
          <p:spPr>
            <a:xfrm>
              <a:off x="4715736"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5"/>
            <p:cNvSpPr/>
            <p:nvPr/>
          </p:nvSpPr>
          <p:spPr>
            <a:xfrm>
              <a:off x="4729313"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5"/>
            <p:cNvSpPr/>
            <p:nvPr/>
          </p:nvSpPr>
          <p:spPr>
            <a:xfrm>
              <a:off x="4742891"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5"/>
            <p:cNvSpPr/>
            <p:nvPr/>
          </p:nvSpPr>
          <p:spPr>
            <a:xfrm>
              <a:off x="4756467"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5"/>
            <p:cNvSpPr/>
            <p:nvPr/>
          </p:nvSpPr>
          <p:spPr>
            <a:xfrm>
              <a:off x="4770045"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5"/>
            <p:cNvSpPr/>
            <p:nvPr/>
          </p:nvSpPr>
          <p:spPr>
            <a:xfrm>
              <a:off x="4783623"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5"/>
            <p:cNvSpPr/>
            <p:nvPr/>
          </p:nvSpPr>
          <p:spPr>
            <a:xfrm>
              <a:off x="4796538" y="5427571"/>
              <a:ext cx="0" cy="100965"/>
            </a:xfrm>
            <a:custGeom>
              <a:rect b="b" l="l" r="r" t="t"/>
              <a:pathLst>
                <a:path extrusionOk="0" h="100964" w="120000">
                  <a:moveTo>
                    <a:pt x="0" y="0"/>
                  </a:moveTo>
                  <a:lnTo>
                    <a:pt x="0" y="10073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5"/>
            <p:cNvSpPr/>
            <p:nvPr/>
          </p:nvSpPr>
          <p:spPr>
            <a:xfrm>
              <a:off x="4608207" y="5420690"/>
              <a:ext cx="195580" cy="12065"/>
            </a:xfrm>
            <a:custGeom>
              <a:rect b="b" l="l" r="r" t="t"/>
              <a:pathLst>
                <a:path extrusionOk="0" h="12064" w="195579">
                  <a:moveTo>
                    <a:pt x="195021" y="0"/>
                  </a:moveTo>
                  <a:lnTo>
                    <a:pt x="0" y="0"/>
                  </a:lnTo>
                  <a:lnTo>
                    <a:pt x="0" y="11620"/>
                  </a:lnTo>
                  <a:lnTo>
                    <a:pt x="195021" y="11620"/>
                  </a:lnTo>
                  <a:lnTo>
                    <a:pt x="195021"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5"/>
            <p:cNvSpPr/>
            <p:nvPr/>
          </p:nvSpPr>
          <p:spPr>
            <a:xfrm>
              <a:off x="4608220" y="5420690"/>
              <a:ext cx="195580" cy="12065"/>
            </a:xfrm>
            <a:custGeom>
              <a:rect b="b" l="l" r="r" t="t"/>
              <a:pathLst>
                <a:path extrusionOk="0" h="12064" w="195579">
                  <a:moveTo>
                    <a:pt x="195008" y="11620"/>
                  </a:moveTo>
                  <a:lnTo>
                    <a:pt x="0" y="11620"/>
                  </a:lnTo>
                  <a:lnTo>
                    <a:pt x="0" y="0"/>
                  </a:lnTo>
                  <a:lnTo>
                    <a:pt x="195008" y="0"/>
                  </a:lnTo>
                  <a:lnTo>
                    <a:pt x="195008" y="1162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5"/>
            <p:cNvSpPr/>
            <p:nvPr/>
          </p:nvSpPr>
          <p:spPr>
            <a:xfrm>
              <a:off x="4608207" y="5522709"/>
              <a:ext cx="195580" cy="12065"/>
            </a:xfrm>
            <a:custGeom>
              <a:rect b="b" l="l" r="r" t="t"/>
              <a:pathLst>
                <a:path extrusionOk="0" h="12064" w="195579">
                  <a:moveTo>
                    <a:pt x="195021" y="0"/>
                  </a:moveTo>
                  <a:lnTo>
                    <a:pt x="0" y="0"/>
                  </a:lnTo>
                  <a:lnTo>
                    <a:pt x="0" y="11620"/>
                  </a:lnTo>
                  <a:lnTo>
                    <a:pt x="195021" y="11620"/>
                  </a:lnTo>
                  <a:lnTo>
                    <a:pt x="195021"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5"/>
            <p:cNvSpPr/>
            <p:nvPr/>
          </p:nvSpPr>
          <p:spPr>
            <a:xfrm>
              <a:off x="4608220" y="5522709"/>
              <a:ext cx="195580" cy="12065"/>
            </a:xfrm>
            <a:custGeom>
              <a:rect b="b" l="l" r="r" t="t"/>
              <a:pathLst>
                <a:path extrusionOk="0" h="12064" w="195579">
                  <a:moveTo>
                    <a:pt x="195008" y="11620"/>
                  </a:moveTo>
                  <a:lnTo>
                    <a:pt x="0" y="11620"/>
                  </a:lnTo>
                  <a:lnTo>
                    <a:pt x="0" y="0"/>
                  </a:lnTo>
                  <a:lnTo>
                    <a:pt x="195008" y="0"/>
                  </a:lnTo>
                  <a:lnTo>
                    <a:pt x="195008" y="1162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5"/>
            <p:cNvSpPr/>
            <p:nvPr/>
          </p:nvSpPr>
          <p:spPr>
            <a:xfrm>
              <a:off x="3332353" y="5591165"/>
              <a:ext cx="46990" cy="46990"/>
            </a:xfrm>
            <a:custGeom>
              <a:rect b="b" l="l" r="r" t="t"/>
              <a:pathLst>
                <a:path extrusionOk="0" h="46989" w="46989">
                  <a:moveTo>
                    <a:pt x="23253" y="0"/>
                  </a:moveTo>
                  <a:lnTo>
                    <a:pt x="14203" y="1825"/>
                  </a:lnTo>
                  <a:lnTo>
                    <a:pt x="6811" y="6805"/>
                  </a:lnTo>
                  <a:lnTo>
                    <a:pt x="1827" y="14192"/>
                  </a:lnTo>
                  <a:lnTo>
                    <a:pt x="0" y="23240"/>
                  </a:lnTo>
                  <a:lnTo>
                    <a:pt x="1827" y="32289"/>
                  </a:lnTo>
                  <a:lnTo>
                    <a:pt x="6811" y="39676"/>
                  </a:lnTo>
                  <a:lnTo>
                    <a:pt x="14203" y="44656"/>
                  </a:lnTo>
                  <a:lnTo>
                    <a:pt x="23253" y="46481"/>
                  </a:lnTo>
                  <a:lnTo>
                    <a:pt x="32296" y="44656"/>
                  </a:lnTo>
                  <a:lnTo>
                    <a:pt x="39684" y="39676"/>
                  </a:lnTo>
                  <a:lnTo>
                    <a:pt x="44667" y="32289"/>
                  </a:lnTo>
                  <a:lnTo>
                    <a:pt x="46494" y="23240"/>
                  </a:lnTo>
                  <a:lnTo>
                    <a:pt x="44667" y="14192"/>
                  </a:lnTo>
                  <a:lnTo>
                    <a:pt x="39684" y="6805"/>
                  </a:lnTo>
                  <a:lnTo>
                    <a:pt x="32296" y="1825"/>
                  </a:lnTo>
                  <a:lnTo>
                    <a:pt x="23253"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5"/>
            <p:cNvSpPr/>
            <p:nvPr/>
          </p:nvSpPr>
          <p:spPr>
            <a:xfrm>
              <a:off x="3332353" y="5591165"/>
              <a:ext cx="46990" cy="46990"/>
            </a:xfrm>
            <a:custGeom>
              <a:rect b="b" l="l" r="r" t="t"/>
              <a:pathLst>
                <a:path extrusionOk="0" h="46989" w="46989">
                  <a:moveTo>
                    <a:pt x="46494" y="23240"/>
                  </a:moveTo>
                  <a:lnTo>
                    <a:pt x="44667" y="32289"/>
                  </a:lnTo>
                  <a:lnTo>
                    <a:pt x="39684" y="39676"/>
                  </a:lnTo>
                  <a:lnTo>
                    <a:pt x="32296" y="44656"/>
                  </a:lnTo>
                  <a:lnTo>
                    <a:pt x="23253" y="46481"/>
                  </a:lnTo>
                  <a:lnTo>
                    <a:pt x="14203" y="44656"/>
                  </a:lnTo>
                  <a:lnTo>
                    <a:pt x="6811" y="39676"/>
                  </a:lnTo>
                  <a:lnTo>
                    <a:pt x="1827" y="32289"/>
                  </a:lnTo>
                  <a:lnTo>
                    <a:pt x="0" y="23240"/>
                  </a:lnTo>
                  <a:lnTo>
                    <a:pt x="1827" y="14192"/>
                  </a:lnTo>
                  <a:lnTo>
                    <a:pt x="6811" y="6805"/>
                  </a:lnTo>
                  <a:lnTo>
                    <a:pt x="14203" y="1825"/>
                  </a:lnTo>
                  <a:lnTo>
                    <a:pt x="23253" y="0"/>
                  </a:lnTo>
                  <a:lnTo>
                    <a:pt x="32296" y="1825"/>
                  </a:lnTo>
                  <a:lnTo>
                    <a:pt x="39684" y="6805"/>
                  </a:lnTo>
                  <a:lnTo>
                    <a:pt x="44667" y="14192"/>
                  </a:lnTo>
                  <a:lnTo>
                    <a:pt x="46494" y="2324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5"/>
            <p:cNvSpPr/>
            <p:nvPr/>
          </p:nvSpPr>
          <p:spPr>
            <a:xfrm>
              <a:off x="3563119" y="5591165"/>
              <a:ext cx="46990" cy="46990"/>
            </a:xfrm>
            <a:custGeom>
              <a:rect b="b" l="l" r="r" t="t"/>
              <a:pathLst>
                <a:path extrusionOk="0" h="46989" w="46989">
                  <a:moveTo>
                    <a:pt x="23253" y="0"/>
                  </a:moveTo>
                  <a:lnTo>
                    <a:pt x="14203" y="1825"/>
                  </a:lnTo>
                  <a:lnTo>
                    <a:pt x="6811" y="6805"/>
                  </a:lnTo>
                  <a:lnTo>
                    <a:pt x="1827" y="14192"/>
                  </a:lnTo>
                  <a:lnTo>
                    <a:pt x="0" y="23240"/>
                  </a:lnTo>
                  <a:lnTo>
                    <a:pt x="1827" y="32289"/>
                  </a:lnTo>
                  <a:lnTo>
                    <a:pt x="6811" y="39676"/>
                  </a:lnTo>
                  <a:lnTo>
                    <a:pt x="14203" y="44656"/>
                  </a:lnTo>
                  <a:lnTo>
                    <a:pt x="23253" y="46481"/>
                  </a:lnTo>
                  <a:lnTo>
                    <a:pt x="32301" y="44656"/>
                  </a:lnTo>
                  <a:lnTo>
                    <a:pt x="39689" y="39676"/>
                  </a:lnTo>
                  <a:lnTo>
                    <a:pt x="44668" y="32289"/>
                  </a:lnTo>
                  <a:lnTo>
                    <a:pt x="46494" y="23240"/>
                  </a:lnTo>
                  <a:lnTo>
                    <a:pt x="44668" y="14192"/>
                  </a:lnTo>
                  <a:lnTo>
                    <a:pt x="39689" y="6805"/>
                  </a:lnTo>
                  <a:lnTo>
                    <a:pt x="32301" y="1825"/>
                  </a:lnTo>
                  <a:lnTo>
                    <a:pt x="23253"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5"/>
            <p:cNvSpPr/>
            <p:nvPr/>
          </p:nvSpPr>
          <p:spPr>
            <a:xfrm>
              <a:off x="3563119" y="5591165"/>
              <a:ext cx="46990" cy="46990"/>
            </a:xfrm>
            <a:custGeom>
              <a:rect b="b" l="l" r="r" t="t"/>
              <a:pathLst>
                <a:path extrusionOk="0" h="46989" w="46989">
                  <a:moveTo>
                    <a:pt x="46494" y="23240"/>
                  </a:moveTo>
                  <a:lnTo>
                    <a:pt x="44668" y="32289"/>
                  </a:lnTo>
                  <a:lnTo>
                    <a:pt x="39689" y="39676"/>
                  </a:lnTo>
                  <a:lnTo>
                    <a:pt x="32301" y="44656"/>
                  </a:lnTo>
                  <a:lnTo>
                    <a:pt x="23253" y="46481"/>
                  </a:lnTo>
                  <a:lnTo>
                    <a:pt x="14203" y="44656"/>
                  </a:lnTo>
                  <a:lnTo>
                    <a:pt x="6811" y="39676"/>
                  </a:lnTo>
                  <a:lnTo>
                    <a:pt x="1827" y="32289"/>
                  </a:lnTo>
                  <a:lnTo>
                    <a:pt x="0" y="23240"/>
                  </a:lnTo>
                  <a:lnTo>
                    <a:pt x="1827" y="14192"/>
                  </a:lnTo>
                  <a:lnTo>
                    <a:pt x="6811" y="6805"/>
                  </a:lnTo>
                  <a:lnTo>
                    <a:pt x="14203" y="1825"/>
                  </a:lnTo>
                  <a:lnTo>
                    <a:pt x="23253" y="0"/>
                  </a:lnTo>
                  <a:lnTo>
                    <a:pt x="32301" y="1825"/>
                  </a:lnTo>
                  <a:lnTo>
                    <a:pt x="39689" y="6805"/>
                  </a:lnTo>
                  <a:lnTo>
                    <a:pt x="44668" y="14192"/>
                  </a:lnTo>
                  <a:lnTo>
                    <a:pt x="46494" y="2324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5"/>
            <p:cNvSpPr/>
            <p:nvPr/>
          </p:nvSpPr>
          <p:spPr>
            <a:xfrm>
              <a:off x="3790052" y="5591165"/>
              <a:ext cx="46990" cy="46990"/>
            </a:xfrm>
            <a:custGeom>
              <a:rect b="b" l="l" r="r" t="t"/>
              <a:pathLst>
                <a:path extrusionOk="0" h="46989" w="46989">
                  <a:moveTo>
                    <a:pt x="23253" y="0"/>
                  </a:moveTo>
                  <a:lnTo>
                    <a:pt x="14203" y="1825"/>
                  </a:lnTo>
                  <a:lnTo>
                    <a:pt x="6811" y="6805"/>
                  </a:lnTo>
                  <a:lnTo>
                    <a:pt x="1827" y="14192"/>
                  </a:lnTo>
                  <a:lnTo>
                    <a:pt x="0" y="23240"/>
                  </a:lnTo>
                  <a:lnTo>
                    <a:pt x="1827" y="32289"/>
                  </a:lnTo>
                  <a:lnTo>
                    <a:pt x="6811" y="39676"/>
                  </a:lnTo>
                  <a:lnTo>
                    <a:pt x="14203" y="44656"/>
                  </a:lnTo>
                  <a:lnTo>
                    <a:pt x="23253" y="46481"/>
                  </a:lnTo>
                  <a:lnTo>
                    <a:pt x="32301" y="44656"/>
                  </a:lnTo>
                  <a:lnTo>
                    <a:pt x="39689" y="39676"/>
                  </a:lnTo>
                  <a:lnTo>
                    <a:pt x="44668" y="32289"/>
                  </a:lnTo>
                  <a:lnTo>
                    <a:pt x="46494" y="23240"/>
                  </a:lnTo>
                  <a:lnTo>
                    <a:pt x="44668" y="14192"/>
                  </a:lnTo>
                  <a:lnTo>
                    <a:pt x="39689" y="6805"/>
                  </a:lnTo>
                  <a:lnTo>
                    <a:pt x="32301" y="1825"/>
                  </a:lnTo>
                  <a:lnTo>
                    <a:pt x="23253"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5"/>
            <p:cNvSpPr/>
            <p:nvPr/>
          </p:nvSpPr>
          <p:spPr>
            <a:xfrm>
              <a:off x="3790052" y="5591165"/>
              <a:ext cx="46990" cy="46990"/>
            </a:xfrm>
            <a:custGeom>
              <a:rect b="b" l="l" r="r" t="t"/>
              <a:pathLst>
                <a:path extrusionOk="0" h="46989" w="46989">
                  <a:moveTo>
                    <a:pt x="46494" y="23240"/>
                  </a:moveTo>
                  <a:lnTo>
                    <a:pt x="44668" y="32289"/>
                  </a:lnTo>
                  <a:lnTo>
                    <a:pt x="39689" y="39676"/>
                  </a:lnTo>
                  <a:lnTo>
                    <a:pt x="32301" y="44656"/>
                  </a:lnTo>
                  <a:lnTo>
                    <a:pt x="23253" y="46481"/>
                  </a:lnTo>
                  <a:lnTo>
                    <a:pt x="14203" y="44656"/>
                  </a:lnTo>
                  <a:lnTo>
                    <a:pt x="6811" y="39676"/>
                  </a:lnTo>
                  <a:lnTo>
                    <a:pt x="1827" y="32289"/>
                  </a:lnTo>
                  <a:lnTo>
                    <a:pt x="0" y="23240"/>
                  </a:lnTo>
                  <a:lnTo>
                    <a:pt x="1827" y="14192"/>
                  </a:lnTo>
                  <a:lnTo>
                    <a:pt x="6811" y="6805"/>
                  </a:lnTo>
                  <a:lnTo>
                    <a:pt x="14203" y="1825"/>
                  </a:lnTo>
                  <a:lnTo>
                    <a:pt x="23253" y="0"/>
                  </a:lnTo>
                  <a:lnTo>
                    <a:pt x="32301" y="1825"/>
                  </a:lnTo>
                  <a:lnTo>
                    <a:pt x="39689" y="6805"/>
                  </a:lnTo>
                  <a:lnTo>
                    <a:pt x="44668" y="14192"/>
                  </a:lnTo>
                  <a:lnTo>
                    <a:pt x="46494" y="2324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5"/>
            <p:cNvSpPr/>
            <p:nvPr/>
          </p:nvSpPr>
          <p:spPr>
            <a:xfrm>
              <a:off x="4746541" y="5256662"/>
              <a:ext cx="64769" cy="13335"/>
            </a:xfrm>
            <a:custGeom>
              <a:rect b="b" l="l" r="r" t="t"/>
              <a:pathLst>
                <a:path extrusionOk="0" h="13335" w="64770">
                  <a:moveTo>
                    <a:pt x="61391" y="0"/>
                  </a:moveTo>
                  <a:lnTo>
                    <a:pt x="2882" y="0"/>
                  </a:lnTo>
                  <a:lnTo>
                    <a:pt x="0" y="2882"/>
                  </a:lnTo>
                  <a:lnTo>
                    <a:pt x="0" y="10032"/>
                  </a:lnTo>
                  <a:lnTo>
                    <a:pt x="2882" y="12915"/>
                  </a:lnTo>
                  <a:lnTo>
                    <a:pt x="57835" y="12915"/>
                  </a:lnTo>
                  <a:lnTo>
                    <a:pt x="61391" y="12915"/>
                  </a:lnTo>
                  <a:lnTo>
                    <a:pt x="64274" y="10032"/>
                  </a:lnTo>
                  <a:lnTo>
                    <a:pt x="64274" y="2882"/>
                  </a:lnTo>
                  <a:lnTo>
                    <a:pt x="61391"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5"/>
            <p:cNvSpPr/>
            <p:nvPr/>
          </p:nvSpPr>
          <p:spPr>
            <a:xfrm>
              <a:off x="4746541" y="5256662"/>
              <a:ext cx="64769" cy="13335"/>
            </a:xfrm>
            <a:custGeom>
              <a:rect b="b" l="l" r="r" t="t"/>
              <a:pathLst>
                <a:path extrusionOk="0" h="13335" w="64770">
                  <a:moveTo>
                    <a:pt x="57835" y="12915"/>
                  </a:moveTo>
                  <a:lnTo>
                    <a:pt x="6438" y="12915"/>
                  </a:lnTo>
                  <a:lnTo>
                    <a:pt x="2882" y="12915"/>
                  </a:lnTo>
                  <a:lnTo>
                    <a:pt x="0" y="10032"/>
                  </a:lnTo>
                  <a:lnTo>
                    <a:pt x="0" y="6476"/>
                  </a:lnTo>
                  <a:lnTo>
                    <a:pt x="0" y="2882"/>
                  </a:lnTo>
                  <a:lnTo>
                    <a:pt x="2882" y="0"/>
                  </a:lnTo>
                  <a:lnTo>
                    <a:pt x="6438" y="0"/>
                  </a:lnTo>
                  <a:lnTo>
                    <a:pt x="57835" y="0"/>
                  </a:lnTo>
                  <a:lnTo>
                    <a:pt x="61391" y="0"/>
                  </a:lnTo>
                  <a:lnTo>
                    <a:pt x="64274" y="2882"/>
                  </a:lnTo>
                  <a:lnTo>
                    <a:pt x="64274" y="6438"/>
                  </a:lnTo>
                  <a:lnTo>
                    <a:pt x="64274" y="10032"/>
                  </a:lnTo>
                  <a:lnTo>
                    <a:pt x="61391" y="12915"/>
                  </a:lnTo>
                  <a:lnTo>
                    <a:pt x="57835" y="1291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5"/>
            <p:cNvSpPr/>
            <p:nvPr/>
          </p:nvSpPr>
          <p:spPr>
            <a:xfrm>
              <a:off x="4606536" y="5296179"/>
              <a:ext cx="13335" cy="109220"/>
            </a:xfrm>
            <a:custGeom>
              <a:rect b="b" l="l" r="r" t="t"/>
              <a:pathLst>
                <a:path extrusionOk="0" h="109220" w="13335">
                  <a:moveTo>
                    <a:pt x="10032" y="0"/>
                  </a:moveTo>
                  <a:lnTo>
                    <a:pt x="2882" y="0"/>
                  </a:lnTo>
                  <a:lnTo>
                    <a:pt x="0" y="2882"/>
                  </a:lnTo>
                  <a:lnTo>
                    <a:pt x="0" y="105905"/>
                  </a:lnTo>
                  <a:lnTo>
                    <a:pt x="2882" y="108788"/>
                  </a:lnTo>
                  <a:lnTo>
                    <a:pt x="10032" y="108788"/>
                  </a:lnTo>
                  <a:lnTo>
                    <a:pt x="12915" y="105905"/>
                  </a:lnTo>
                  <a:lnTo>
                    <a:pt x="12915" y="6438"/>
                  </a:lnTo>
                  <a:lnTo>
                    <a:pt x="12915" y="2882"/>
                  </a:lnTo>
                  <a:lnTo>
                    <a:pt x="10032"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5"/>
            <p:cNvSpPr/>
            <p:nvPr/>
          </p:nvSpPr>
          <p:spPr>
            <a:xfrm>
              <a:off x="4606536" y="5296179"/>
              <a:ext cx="13335" cy="109220"/>
            </a:xfrm>
            <a:custGeom>
              <a:rect b="b" l="l" r="r" t="t"/>
              <a:pathLst>
                <a:path extrusionOk="0" h="109220" w="13335">
                  <a:moveTo>
                    <a:pt x="12915" y="6438"/>
                  </a:moveTo>
                  <a:lnTo>
                    <a:pt x="12915" y="102349"/>
                  </a:lnTo>
                  <a:lnTo>
                    <a:pt x="12915" y="105905"/>
                  </a:lnTo>
                  <a:lnTo>
                    <a:pt x="10032" y="108788"/>
                  </a:lnTo>
                  <a:lnTo>
                    <a:pt x="6476" y="108788"/>
                  </a:lnTo>
                  <a:lnTo>
                    <a:pt x="2882" y="108788"/>
                  </a:lnTo>
                  <a:lnTo>
                    <a:pt x="0" y="105905"/>
                  </a:lnTo>
                  <a:lnTo>
                    <a:pt x="0" y="102349"/>
                  </a:lnTo>
                  <a:lnTo>
                    <a:pt x="0" y="6438"/>
                  </a:lnTo>
                  <a:lnTo>
                    <a:pt x="0" y="2882"/>
                  </a:lnTo>
                  <a:lnTo>
                    <a:pt x="2882" y="0"/>
                  </a:lnTo>
                  <a:lnTo>
                    <a:pt x="6451" y="0"/>
                  </a:lnTo>
                  <a:lnTo>
                    <a:pt x="10032" y="0"/>
                  </a:lnTo>
                  <a:lnTo>
                    <a:pt x="12915" y="2882"/>
                  </a:lnTo>
                  <a:lnTo>
                    <a:pt x="12915" y="643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5"/>
            <p:cNvSpPr/>
            <p:nvPr/>
          </p:nvSpPr>
          <p:spPr>
            <a:xfrm>
              <a:off x="4564329" y="5200256"/>
              <a:ext cx="109855" cy="111125"/>
            </a:xfrm>
            <a:custGeom>
              <a:rect b="b" l="l" r="r" t="t"/>
              <a:pathLst>
                <a:path extrusionOk="0" h="111125" w="109854">
                  <a:moveTo>
                    <a:pt x="109347" y="0"/>
                  </a:moveTo>
                  <a:lnTo>
                    <a:pt x="0" y="0"/>
                  </a:lnTo>
                  <a:lnTo>
                    <a:pt x="0" y="111074"/>
                  </a:lnTo>
                  <a:lnTo>
                    <a:pt x="109347" y="111074"/>
                  </a:lnTo>
                  <a:lnTo>
                    <a:pt x="109347"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5"/>
            <p:cNvSpPr/>
            <p:nvPr/>
          </p:nvSpPr>
          <p:spPr>
            <a:xfrm>
              <a:off x="4564329" y="5200256"/>
              <a:ext cx="109855" cy="111125"/>
            </a:xfrm>
            <a:custGeom>
              <a:rect b="b" l="l" r="r" t="t"/>
              <a:pathLst>
                <a:path extrusionOk="0" h="111125" w="109854">
                  <a:moveTo>
                    <a:pt x="109347" y="111074"/>
                  </a:moveTo>
                  <a:lnTo>
                    <a:pt x="0" y="111074"/>
                  </a:lnTo>
                  <a:lnTo>
                    <a:pt x="0" y="0"/>
                  </a:lnTo>
                  <a:lnTo>
                    <a:pt x="109347" y="0"/>
                  </a:lnTo>
                  <a:lnTo>
                    <a:pt x="109347" y="11107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5"/>
            <p:cNvSpPr/>
            <p:nvPr/>
          </p:nvSpPr>
          <p:spPr>
            <a:xfrm>
              <a:off x="4572554" y="5207010"/>
              <a:ext cx="94615" cy="94615"/>
            </a:xfrm>
            <a:custGeom>
              <a:rect b="b" l="l" r="r" t="t"/>
              <a:pathLst>
                <a:path extrusionOk="0" h="94614" w="94614">
                  <a:moveTo>
                    <a:pt x="47117" y="0"/>
                  </a:moveTo>
                  <a:lnTo>
                    <a:pt x="28776" y="3702"/>
                  </a:lnTo>
                  <a:lnTo>
                    <a:pt x="13800" y="13800"/>
                  </a:lnTo>
                  <a:lnTo>
                    <a:pt x="3702" y="28776"/>
                  </a:lnTo>
                  <a:lnTo>
                    <a:pt x="0" y="47117"/>
                  </a:lnTo>
                  <a:lnTo>
                    <a:pt x="3702" y="65457"/>
                  </a:lnTo>
                  <a:lnTo>
                    <a:pt x="13800" y="80433"/>
                  </a:lnTo>
                  <a:lnTo>
                    <a:pt x="28776" y="90531"/>
                  </a:lnTo>
                  <a:lnTo>
                    <a:pt x="47117" y="94234"/>
                  </a:lnTo>
                  <a:lnTo>
                    <a:pt x="65457" y="90531"/>
                  </a:lnTo>
                  <a:lnTo>
                    <a:pt x="80433" y="80433"/>
                  </a:lnTo>
                  <a:lnTo>
                    <a:pt x="90531" y="65457"/>
                  </a:lnTo>
                  <a:lnTo>
                    <a:pt x="94234" y="47117"/>
                  </a:lnTo>
                  <a:lnTo>
                    <a:pt x="90531" y="28776"/>
                  </a:lnTo>
                  <a:lnTo>
                    <a:pt x="80433" y="13800"/>
                  </a:lnTo>
                  <a:lnTo>
                    <a:pt x="65457" y="3702"/>
                  </a:lnTo>
                  <a:lnTo>
                    <a:pt x="47117"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5"/>
            <p:cNvSpPr/>
            <p:nvPr/>
          </p:nvSpPr>
          <p:spPr>
            <a:xfrm>
              <a:off x="4572554" y="5207010"/>
              <a:ext cx="94615" cy="94615"/>
            </a:xfrm>
            <a:custGeom>
              <a:rect b="b" l="l" r="r" t="t"/>
              <a:pathLst>
                <a:path extrusionOk="0" h="94614" w="94614">
                  <a:moveTo>
                    <a:pt x="94234" y="47117"/>
                  </a:moveTo>
                  <a:lnTo>
                    <a:pt x="90531" y="65457"/>
                  </a:lnTo>
                  <a:lnTo>
                    <a:pt x="80433" y="80433"/>
                  </a:lnTo>
                  <a:lnTo>
                    <a:pt x="65457" y="90531"/>
                  </a:lnTo>
                  <a:lnTo>
                    <a:pt x="47117" y="94234"/>
                  </a:lnTo>
                  <a:lnTo>
                    <a:pt x="28776" y="90531"/>
                  </a:lnTo>
                  <a:lnTo>
                    <a:pt x="13800" y="80433"/>
                  </a:lnTo>
                  <a:lnTo>
                    <a:pt x="3702" y="65457"/>
                  </a:lnTo>
                  <a:lnTo>
                    <a:pt x="0" y="47117"/>
                  </a:lnTo>
                  <a:lnTo>
                    <a:pt x="3702" y="28776"/>
                  </a:lnTo>
                  <a:lnTo>
                    <a:pt x="13800" y="13800"/>
                  </a:lnTo>
                  <a:lnTo>
                    <a:pt x="28776" y="3702"/>
                  </a:lnTo>
                  <a:lnTo>
                    <a:pt x="47117" y="0"/>
                  </a:lnTo>
                  <a:lnTo>
                    <a:pt x="65457" y="3702"/>
                  </a:lnTo>
                  <a:lnTo>
                    <a:pt x="80433" y="13800"/>
                  </a:lnTo>
                  <a:lnTo>
                    <a:pt x="90531" y="28776"/>
                  </a:lnTo>
                  <a:lnTo>
                    <a:pt x="94234" y="4711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5"/>
            <p:cNvSpPr/>
            <p:nvPr/>
          </p:nvSpPr>
          <p:spPr>
            <a:xfrm>
              <a:off x="4738624" y="5440692"/>
              <a:ext cx="39370" cy="74930"/>
            </a:xfrm>
            <a:custGeom>
              <a:rect b="b" l="l" r="r" t="t"/>
              <a:pathLst>
                <a:path extrusionOk="0" h="74929" w="39370">
                  <a:moveTo>
                    <a:pt x="39001" y="0"/>
                  </a:moveTo>
                  <a:lnTo>
                    <a:pt x="0" y="0"/>
                  </a:lnTo>
                  <a:lnTo>
                    <a:pt x="0" y="74904"/>
                  </a:lnTo>
                  <a:lnTo>
                    <a:pt x="39001" y="74904"/>
                  </a:lnTo>
                  <a:lnTo>
                    <a:pt x="39001"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5"/>
            <p:cNvSpPr/>
            <p:nvPr/>
          </p:nvSpPr>
          <p:spPr>
            <a:xfrm>
              <a:off x="4738624" y="5440692"/>
              <a:ext cx="39370" cy="74930"/>
            </a:xfrm>
            <a:custGeom>
              <a:rect b="b" l="l" r="r" t="t"/>
              <a:pathLst>
                <a:path extrusionOk="0" h="74929" w="39370">
                  <a:moveTo>
                    <a:pt x="39001" y="74904"/>
                  </a:moveTo>
                  <a:lnTo>
                    <a:pt x="0" y="74904"/>
                  </a:lnTo>
                  <a:lnTo>
                    <a:pt x="0" y="0"/>
                  </a:lnTo>
                  <a:lnTo>
                    <a:pt x="39001" y="0"/>
                  </a:lnTo>
                  <a:lnTo>
                    <a:pt x="39001" y="749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5"/>
            <p:cNvSpPr/>
            <p:nvPr/>
          </p:nvSpPr>
          <p:spPr>
            <a:xfrm>
              <a:off x="4808600" y="5429440"/>
              <a:ext cx="250190" cy="98425"/>
            </a:xfrm>
            <a:custGeom>
              <a:rect b="b" l="l" r="r" t="t"/>
              <a:pathLst>
                <a:path extrusionOk="0" h="98425" w="250189">
                  <a:moveTo>
                    <a:pt x="11772" y="97980"/>
                  </a:moveTo>
                  <a:lnTo>
                    <a:pt x="0" y="97980"/>
                  </a:lnTo>
                  <a:lnTo>
                    <a:pt x="0" y="0"/>
                  </a:lnTo>
                  <a:lnTo>
                    <a:pt x="11772" y="0"/>
                  </a:lnTo>
                  <a:lnTo>
                    <a:pt x="11772" y="97980"/>
                  </a:lnTo>
                  <a:close/>
                </a:path>
                <a:path extrusionOk="0" h="98425" w="250189">
                  <a:moveTo>
                    <a:pt x="35547" y="97980"/>
                  </a:moveTo>
                  <a:lnTo>
                    <a:pt x="23774" y="97980"/>
                  </a:lnTo>
                  <a:lnTo>
                    <a:pt x="23774" y="0"/>
                  </a:lnTo>
                  <a:lnTo>
                    <a:pt x="35547" y="0"/>
                  </a:lnTo>
                  <a:lnTo>
                    <a:pt x="35547" y="97980"/>
                  </a:lnTo>
                  <a:close/>
                </a:path>
                <a:path extrusionOk="0" h="98425" w="250189">
                  <a:moveTo>
                    <a:pt x="59334" y="97980"/>
                  </a:moveTo>
                  <a:lnTo>
                    <a:pt x="47561" y="97980"/>
                  </a:lnTo>
                  <a:lnTo>
                    <a:pt x="47561" y="0"/>
                  </a:lnTo>
                  <a:lnTo>
                    <a:pt x="59334" y="0"/>
                  </a:lnTo>
                  <a:lnTo>
                    <a:pt x="59334" y="97980"/>
                  </a:lnTo>
                  <a:close/>
                </a:path>
                <a:path extrusionOk="0" h="98425" w="250189">
                  <a:moveTo>
                    <a:pt x="202031" y="97980"/>
                  </a:moveTo>
                  <a:lnTo>
                    <a:pt x="190258" y="97980"/>
                  </a:lnTo>
                  <a:lnTo>
                    <a:pt x="190258" y="0"/>
                  </a:lnTo>
                  <a:lnTo>
                    <a:pt x="202031" y="0"/>
                  </a:lnTo>
                  <a:lnTo>
                    <a:pt x="202031" y="97980"/>
                  </a:lnTo>
                  <a:close/>
                </a:path>
                <a:path extrusionOk="0" h="98425" w="250189">
                  <a:moveTo>
                    <a:pt x="225818" y="97980"/>
                  </a:moveTo>
                  <a:lnTo>
                    <a:pt x="214045" y="97980"/>
                  </a:lnTo>
                  <a:lnTo>
                    <a:pt x="214045" y="0"/>
                  </a:lnTo>
                  <a:lnTo>
                    <a:pt x="225818" y="0"/>
                  </a:lnTo>
                  <a:lnTo>
                    <a:pt x="225818" y="97980"/>
                  </a:lnTo>
                  <a:close/>
                </a:path>
                <a:path extrusionOk="0" h="98425" w="250189">
                  <a:moveTo>
                    <a:pt x="249593" y="97980"/>
                  </a:moveTo>
                  <a:lnTo>
                    <a:pt x="237820" y="97980"/>
                  </a:lnTo>
                  <a:lnTo>
                    <a:pt x="237820" y="0"/>
                  </a:lnTo>
                  <a:lnTo>
                    <a:pt x="249593" y="0"/>
                  </a:lnTo>
                  <a:lnTo>
                    <a:pt x="249593" y="97980"/>
                  </a:lnTo>
                  <a:close/>
                </a:path>
                <a:path extrusionOk="0" h="98425" w="250189">
                  <a:moveTo>
                    <a:pt x="83121" y="97980"/>
                  </a:moveTo>
                  <a:lnTo>
                    <a:pt x="71348" y="97980"/>
                  </a:lnTo>
                  <a:lnTo>
                    <a:pt x="71348" y="0"/>
                  </a:lnTo>
                  <a:lnTo>
                    <a:pt x="83121" y="0"/>
                  </a:lnTo>
                  <a:lnTo>
                    <a:pt x="83121" y="97980"/>
                  </a:lnTo>
                  <a:close/>
                </a:path>
                <a:path extrusionOk="0" h="98425" w="250189">
                  <a:moveTo>
                    <a:pt x="106895" y="97980"/>
                  </a:moveTo>
                  <a:lnTo>
                    <a:pt x="95123" y="97980"/>
                  </a:lnTo>
                  <a:lnTo>
                    <a:pt x="95123" y="0"/>
                  </a:lnTo>
                  <a:lnTo>
                    <a:pt x="106895" y="0"/>
                  </a:lnTo>
                  <a:lnTo>
                    <a:pt x="106895" y="97980"/>
                  </a:lnTo>
                  <a:close/>
                </a:path>
                <a:path extrusionOk="0" h="98425" w="250189">
                  <a:moveTo>
                    <a:pt x="130683" y="97980"/>
                  </a:moveTo>
                  <a:lnTo>
                    <a:pt x="118910" y="97980"/>
                  </a:lnTo>
                  <a:lnTo>
                    <a:pt x="118910" y="0"/>
                  </a:lnTo>
                  <a:lnTo>
                    <a:pt x="130683" y="0"/>
                  </a:lnTo>
                  <a:lnTo>
                    <a:pt x="130683" y="97980"/>
                  </a:lnTo>
                  <a:close/>
                </a:path>
                <a:path extrusionOk="0" h="98425" w="250189">
                  <a:moveTo>
                    <a:pt x="154470" y="97980"/>
                  </a:moveTo>
                  <a:lnTo>
                    <a:pt x="142697" y="97980"/>
                  </a:lnTo>
                  <a:lnTo>
                    <a:pt x="142697" y="0"/>
                  </a:lnTo>
                  <a:lnTo>
                    <a:pt x="154470" y="0"/>
                  </a:lnTo>
                  <a:lnTo>
                    <a:pt x="154470" y="97980"/>
                  </a:lnTo>
                  <a:close/>
                </a:path>
                <a:path extrusionOk="0" h="98425" w="250189">
                  <a:moveTo>
                    <a:pt x="178244" y="97980"/>
                  </a:moveTo>
                  <a:lnTo>
                    <a:pt x="166471" y="97980"/>
                  </a:lnTo>
                  <a:lnTo>
                    <a:pt x="166471" y="0"/>
                  </a:lnTo>
                  <a:lnTo>
                    <a:pt x="178244" y="0"/>
                  </a:lnTo>
                  <a:lnTo>
                    <a:pt x="178244" y="9798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5"/>
            <p:cNvSpPr/>
            <p:nvPr/>
          </p:nvSpPr>
          <p:spPr>
            <a:xfrm>
              <a:off x="4808118" y="5420690"/>
              <a:ext cx="266065" cy="12065"/>
            </a:xfrm>
            <a:custGeom>
              <a:rect b="b" l="l" r="r" t="t"/>
              <a:pathLst>
                <a:path extrusionOk="0" h="12064" w="266064">
                  <a:moveTo>
                    <a:pt x="265607" y="0"/>
                  </a:moveTo>
                  <a:lnTo>
                    <a:pt x="0" y="0"/>
                  </a:lnTo>
                  <a:lnTo>
                    <a:pt x="0" y="11620"/>
                  </a:lnTo>
                  <a:lnTo>
                    <a:pt x="265607" y="11620"/>
                  </a:lnTo>
                  <a:lnTo>
                    <a:pt x="265607"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5"/>
            <p:cNvSpPr/>
            <p:nvPr/>
          </p:nvSpPr>
          <p:spPr>
            <a:xfrm>
              <a:off x="4808118" y="5420690"/>
              <a:ext cx="266065" cy="12065"/>
            </a:xfrm>
            <a:custGeom>
              <a:rect b="b" l="l" r="r" t="t"/>
              <a:pathLst>
                <a:path extrusionOk="0" h="12064" w="266064">
                  <a:moveTo>
                    <a:pt x="265620" y="11620"/>
                  </a:moveTo>
                  <a:lnTo>
                    <a:pt x="0" y="11620"/>
                  </a:lnTo>
                  <a:lnTo>
                    <a:pt x="0" y="0"/>
                  </a:lnTo>
                  <a:lnTo>
                    <a:pt x="265620" y="0"/>
                  </a:lnTo>
                  <a:lnTo>
                    <a:pt x="265620" y="1162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5"/>
            <p:cNvSpPr/>
            <p:nvPr/>
          </p:nvSpPr>
          <p:spPr>
            <a:xfrm>
              <a:off x="4808118" y="5522709"/>
              <a:ext cx="266065" cy="12065"/>
            </a:xfrm>
            <a:custGeom>
              <a:rect b="b" l="l" r="r" t="t"/>
              <a:pathLst>
                <a:path extrusionOk="0" h="12064" w="266064">
                  <a:moveTo>
                    <a:pt x="265607" y="0"/>
                  </a:moveTo>
                  <a:lnTo>
                    <a:pt x="0" y="0"/>
                  </a:lnTo>
                  <a:lnTo>
                    <a:pt x="0" y="11620"/>
                  </a:lnTo>
                  <a:lnTo>
                    <a:pt x="265607" y="11620"/>
                  </a:lnTo>
                  <a:lnTo>
                    <a:pt x="265607"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5"/>
            <p:cNvSpPr/>
            <p:nvPr/>
          </p:nvSpPr>
          <p:spPr>
            <a:xfrm>
              <a:off x="4808118" y="5522709"/>
              <a:ext cx="266065" cy="12065"/>
            </a:xfrm>
            <a:custGeom>
              <a:rect b="b" l="l" r="r" t="t"/>
              <a:pathLst>
                <a:path extrusionOk="0" h="12064" w="266064">
                  <a:moveTo>
                    <a:pt x="265620" y="11620"/>
                  </a:moveTo>
                  <a:lnTo>
                    <a:pt x="0" y="11620"/>
                  </a:lnTo>
                  <a:lnTo>
                    <a:pt x="0" y="0"/>
                  </a:lnTo>
                  <a:lnTo>
                    <a:pt x="265620" y="0"/>
                  </a:lnTo>
                  <a:lnTo>
                    <a:pt x="265620" y="1162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
            <p:cNvSpPr/>
            <p:nvPr/>
          </p:nvSpPr>
          <p:spPr>
            <a:xfrm>
              <a:off x="4981371" y="5440692"/>
              <a:ext cx="39370" cy="74930"/>
            </a:xfrm>
            <a:custGeom>
              <a:rect b="b" l="l" r="r" t="t"/>
              <a:pathLst>
                <a:path extrusionOk="0" h="74929" w="39370">
                  <a:moveTo>
                    <a:pt x="39001" y="0"/>
                  </a:moveTo>
                  <a:lnTo>
                    <a:pt x="0" y="0"/>
                  </a:lnTo>
                  <a:lnTo>
                    <a:pt x="0" y="74904"/>
                  </a:lnTo>
                  <a:lnTo>
                    <a:pt x="39001" y="74904"/>
                  </a:lnTo>
                  <a:lnTo>
                    <a:pt x="39001" y="0"/>
                  </a:lnTo>
                  <a:close/>
                </a:path>
              </a:pathLst>
            </a:custGeom>
            <a:solidFill>
              <a:srgbClr val="E0E1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5"/>
            <p:cNvSpPr/>
            <p:nvPr/>
          </p:nvSpPr>
          <p:spPr>
            <a:xfrm>
              <a:off x="4981371" y="5440692"/>
              <a:ext cx="39370" cy="74930"/>
            </a:xfrm>
            <a:custGeom>
              <a:rect b="b" l="l" r="r" t="t"/>
              <a:pathLst>
                <a:path extrusionOk="0" h="74929" w="39370">
                  <a:moveTo>
                    <a:pt x="39001" y="74904"/>
                  </a:moveTo>
                  <a:lnTo>
                    <a:pt x="0" y="74904"/>
                  </a:lnTo>
                  <a:lnTo>
                    <a:pt x="0" y="0"/>
                  </a:lnTo>
                  <a:lnTo>
                    <a:pt x="39001" y="0"/>
                  </a:lnTo>
                  <a:lnTo>
                    <a:pt x="39001" y="749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5"/>
            <p:cNvSpPr/>
            <p:nvPr/>
          </p:nvSpPr>
          <p:spPr>
            <a:xfrm>
              <a:off x="2820399" y="6461038"/>
              <a:ext cx="40005" cy="40005"/>
            </a:xfrm>
            <a:custGeom>
              <a:rect b="b" l="l" r="r" t="t"/>
              <a:pathLst>
                <a:path extrusionOk="0" h="40004" w="40005">
                  <a:moveTo>
                    <a:pt x="39624" y="0"/>
                  </a:moveTo>
                  <a:lnTo>
                    <a:pt x="0" y="0"/>
                  </a:lnTo>
                  <a:lnTo>
                    <a:pt x="3114" y="15422"/>
                  </a:lnTo>
                  <a:lnTo>
                    <a:pt x="11606" y="28017"/>
                  </a:lnTo>
                  <a:lnTo>
                    <a:pt x="24201" y="36509"/>
                  </a:lnTo>
                  <a:lnTo>
                    <a:pt x="39624" y="39624"/>
                  </a:lnTo>
                  <a:lnTo>
                    <a:pt x="3962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5"/>
            <p:cNvSpPr/>
            <p:nvPr/>
          </p:nvSpPr>
          <p:spPr>
            <a:xfrm>
              <a:off x="2820399" y="6461038"/>
              <a:ext cx="40005" cy="40005"/>
            </a:xfrm>
            <a:custGeom>
              <a:rect b="b" l="l" r="r" t="t"/>
              <a:pathLst>
                <a:path extrusionOk="0" h="40004" w="40005">
                  <a:moveTo>
                    <a:pt x="0" y="0"/>
                  </a:moveTo>
                  <a:lnTo>
                    <a:pt x="3114" y="15422"/>
                  </a:lnTo>
                  <a:lnTo>
                    <a:pt x="11606" y="28017"/>
                  </a:lnTo>
                  <a:lnTo>
                    <a:pt x="24201" y="36509"/>
                  </a:lnTo>
                  <a:lnTo>
                    <a:pt x="39624" y="39624"/>
                  </a:lnTo>
                  <a:lnTo>
                    <a:pt x="39624" y="0"/>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5"/>
            <p:cNvSpPr/>
            <p:nvPr/>
          </p:nvSpPr>
          <p:spPr>
            <a:xfrm>
              <a:off x="2780779" y="6461033"/>
              <a:ext cx="40005" cy="40005"/>
            </a:xfrm>
            <a:custGeom>
              <a:rect b="b" l="l" r="r" t="t"/>
              <a:pathLst>
                <a:path extrusionOk="0" h="40004" w="40005">
                  <a:moveTo>
                    <a:pt x="39624" y="0"/>
                  </a:moveTo>
                  <a:lnTo>
                    <a:pt x="0" y="0"/>
                  </a:lnTo>
                  <a:lnTo>
                    <a:pt x="0" y="39624"/>
                  </a:lnTo>
                  <a:lnTo>
                    <a:pt x="15422" y="36509"/>
                  </a:lnTo>
                  <a:lnTo>
                    <a:pt x="28017" y="28017"/>
                  </a:lnTo>
                  <a:lnTo>
                    <a:pt x="36509" y="15422"/>
                  </a:lnTo>
                  <a:lnTo>
                    <a:pt x="3962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5"/>
            <p:cNvSpPr/>
            <p:nvPr/>
          </p:nvSpPr>
          <p:spPr>
            <a:xfrm>
              <a:off x="2780779" y="6461033"/>
              <a:ext cx="40005" cy="40005"/>
            </a:xfrm>
            <a:custGeom>
              <a:rect b="b" l="l" r="r" t="t"/>
              <a:pathLst>
                <a:path extrusionOk="0" h="40004" w="40005">
                  <a:moveTo>
                    <a:pt x="0" y="39624"/>
                  </a:moveTo>
                  <a:lnTo>
                    <a:pt x="15422" y="36509"/>
                  </a:lnTo>
                  <a:lnTo>
                    <a:pt x="28017" y="28017"/>
                  </a:lnTo>
                  <a:lnTo>
                    <a:pt x="36509" y="15422"/>
                  </a:lnTo>
                  <a:lnTo>
                    <a:pt x="39624" y="0"/>
                  </a:lnTo>
                  <a:lnTo>
                    <a:pt x="0" y="0"/>
                  </a:lnTo>
                  <a:lnTo>
                    <a:pt x="0" y="396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6" name="Google Shape;556;p5"/>
            <p:cNvPicPr preferRelativeResize="0"/>
            <p:nvPr/>
          </p:nvPicPr>
          <p:blipFill rotWithShape="1">
            <a:blip r:embed="rId13">
              <a:alphaModFix/>
            </a:blip>
            <a:srcRect b="0" l="0" r="0" t="0"/>
            <a:stretch/>
          </p:blipFill>
          <p:spPr>
            <a:xfrm>
              <a:off x="1202239" y="6585185"/>
              <a:ext cx="315963" cy="129120"/>
            </a:xfrm>
            <a:prstGeom prst="rect">
              <a:avLst/>
            </a:prstGeom>
            <a:noFill/>
            <a:ln>
              <a:noFill/>
            </a:ln>
          </p:spPr>
        </p:pic>
        <p:pic>
          <p:nvPicPr>
            <p:cNvPr id="557" name="Google Shape;557;p5"/>
            <p:cNvPicPr preferRelativeResize="0"/>
            <p:nvPr/>
          </p:nvPicPr>
          <p:blipFill rotWithShape="1">
            <a:blip r:embed="rId14">
              <a:alphaModFix/>
            </a:blip>
            <a:srcRect b="0" l="0" r="0" t="0"/>
            <a:stretch/>
          </p:blipFill>
          <p:spPr>
            <a:xfrm>
              <a:off x="1202239" y="6755771"/>
              <a:ext cx="315963" cy="129123"/>
            </a:xfrm>
            <a:prstGeom prst="rect">
              <a:avLst/>
            </a:prstGeom>
            <a:noFill/>
            <a:ln>
              <a:noFill/>
            </a:ln>
          </p:spPr>
        </p:pic>
        <p:pic>
          <p:nvPicPr>
            <p:cNvPr id="558" name="Google Shape;558;p5"/>
            <p:cNvPicPr preferRelativeResize="0"/>
            <p:nvPr/>
          </p:nvPicPr>
          <p:blipFill rotWithShape="1">
            <a:blip r:embed="rId15">
              <a:alphaModFix/>
            </a:blip>
            <a:srcRect b="0" l="0" r="0" t="0"/>
            <a:stretch/>
          </p:blipFill>
          <p:spPr>
            <a:xfrm>
              <a:off x="2172575" y="5091229"/>
              <a:ext cx="153767" cy="89890"/>
            </a:xfrm>
            <a:prstGeom prst="rect">
              <a:avLst/>
            </a:prstGeom>
            <a:noFill/>
            <a:ln>
              <a:noFill/>
            </a:ln>
          </p:spPr>
        </p:pic>
        <p:pic>
          <p:nvPicPr>
            <p:cNvPr id="559" name="Google Shape;559;p5"/>
            <p:cNvPicPr preferRelativeResize="0"/>
            <p:nvPr/>
          </p:nvPicPr>
          <p:blipFill rotWithShape="1">
            <a:blip r:embed="rId16">
              <a:alphaModFix/>
            </a:blip>
            <a:srcRect b="0" l="0" r="0" t="0"/>
            <a:stretch/>
          </p:blipFill>
          <p:spPr>
            <a:xfrm>
              <a:off x="2465923" y="5442835"/>
              <a:ext cx="160689" cy="116439"/>
            </a:xfrm>
            <a:prstGeom prst="rect">
              <a:avLst/>
            </a:prstGeom>
            <a:noFill/>
            <a:ln>
              <a:noFill/>
            </a:ln>
          </p:spPr>
        </p:pic>
        <p:sp>
          <p:nvSpPr>
            <p:cNvPr id="560" name="Google Shape;560;p5"/>
            <p:cNvSpPr/>
            <p:nvPr/>
          </p:nvSpPr>
          <p:spPr>
            <a:xfrm>
              <a:off x="2780775" y="6127830"/>
              <a:ext cx="40005" cy="40005"/>
            </a:xfrm>
            <a:custGeom>
              <a:rect b="b" l="l" r="r" t="t"/>
              <a:pathLst>
                <a:path extrusionOk="0" h="40004" w="40005">
                  <a:moveTo>
                    <a:pt x="0" y="0"/>
                  </a:moveTo>
                  <a:lnTo>
                    <a:pt x="0" y="39624"/>
                  </a:lnTo>
                  <a:lnTo>
                    <a:pt x="39624" y="39624"/>
                  </a:lnTo>
                  <a:lnTo>
                    <a:pt x="36509" y="24201"/>
                  </a:lnTo>
                  <a:lnTo>
                    <a:pt x="28017" y="11606"/>
                  </a:lnTo>
                  <a:lnTo>
                    <a:pt x="15422" y="311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5"/>
            <p:cNvSpPr/>
            <p:nvPr/>
          </p:nvSpPr>
          <p:spPr>
            <a:xfrm>
              <a:off x="2780775" y="6127830"/>
              <a:ext cx="40005" cy="40005"/>
            </a:xfrm>
            <a:custGeom>
              <a:rect b="b" l="l" r="r" t="t"/>
              <a:pathLst>
                <a:path extrusionOk="0" h="40004" w="40005">
                  <a:moveTo>
                    <a:pt x="39624" y="39624"/>
                  </a:moveTo>
                  <a:lnTo>
                    <a:pt x="36509" y="24201"/>
                  </a:lnTo>
                  <a:lnTo>
                    <a:pt x="28017" y="11606"/>
                  </a:lnTo>
                  <a:lnTo>
                    <a:pt x="15422" y="3114"/>
                  </a:lnTo>
                  <a:lnTo>
                    <a:pt x="0" y="0"/>
                  </a:lnTo>
                  <a:lnTo>
                    <a:pt x="0" y="39624"/>
                  </a:lnTo>
                  <a:lnTo>
                    <a:pt x="39624" y="396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5"/>
            <p:cNvSpPr/>
            <p:nvPr/>
          </p:nvSpPr>
          <p:spPr>
            <a:xfrm>
              <a:off x="2820396" y="6127834"/>
              <a:ext cx="40005" cy="40005"/>
            </a:xfrm>
            <a:custGeom>
              <a:rect b="b" l="l" r="r" t="t"/>
              <a:pathLst>
                <a:path extrusionOk="0" h="40004" w="40005">
                  <a:moveTo>
                    <a:pt x="39624" y="0"/>
                  </a:moveTo>
                  <a:lnTo>
                    <a:pt x="24201" y="3114"/>
                  </a:lnTo>
                  <a:lnTo>
                    <a:pt x="11606" y="11606"/>
                  </a:lnTo>
                  <a:lnTo>
                    <a:pt x="3114" y="24201"/>
                  </a:lnTo>
                  <a:lnTo>
                    <a:pt x="0" y="39624"/>
                  </a:lnTo>
                  <a:lnTo>
                    <a:pt x="39624" y="39624"/>
                  </a:lnTo>
                  <a:lnTo>
                    <a:pt x="3962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5"/>
            <p:cNvSpPr/>
            <p:nvPr/>
          </p:nvSpPr>
          <p:spPr>
            <a:xfrm>
              <a:off x="2820396" y="6127834"/>
              <a:ext cx="40005" cy="40005"/>
            </a:xfrm>
            <a:custGeom>
              <a:rect b="b" l="l" r="r" t="t"/>
              <a:pathLst>
                <a:path extrusionOk="0" h="40004" w="40005">
                  <a:moveTo>
                    <a:pt x="39624" y="0"/>
                  </a:moveTo>
                  <a:lnTo>
                    <a:pt x="24201" y="3114"/>
                  </a:lnTo>
                  <a:lnTo>
                    <a:pt x="11606" y="11606"/>
                  </a:lnTo>
                  <a:lnTo>
                    <a:pt x="3114" y="24201"/>
                  </a:lnTo>
                  <a:lnTo>
                    <a:pt x="0" y="39624"/>
                  </a:lnTo>
                  <a:lnTo>
                    <a:pt x="39624" y="39624"/>
                  </a:lnTo>
                  <a:lnTo>
                    <a:pt x="3962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5"/>
            <p:cNvSpPr/>
            <p:nvPr/>
          </p:nvSpPr>
          <p:spPr>
            <a:xfrm>
              <a:off x="2780775" y="6127830"/>
              <a:ext cx="40005" cy="40005"/>
            </a:xfrm>
            <a:custGeom>
              <a:rect b="b" l="l" r="r" t="t"/>
              <a:pathLst>
                <a:path extrusionOk="0" h="40004" w="40005">
                  <a:moveTo>
                    <a:pt x="0" y="0"/>
                  </a:moveTo>
                  <a:lnTo>
                    <a:pt x="0" y="39624"/>
                  </a:lnTo>
                  <a:lnTo>
                    <a:pt x="39624" y="39624"/>
                  </a:lnTo>
                  <a:lnTo>
                    <a:pt x="36509" y="24201"/>
                  </a:lnTo>
                  <a:lnTo>
                    <a:pt x="28017" y="11606"/>
                  </a:lnTo>
                  <a:lnTo>
                    <a:pt x="15422" y="311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5"/>
            <p:cNvSpPr/>
            <p:nvPr/>
          </p:nvSpPr>
          <p:spPr>
            <a:xfrm>
              <a:off x="2780775" y="6127830"/>
              <a:ext cx="40005" cy="40005"/>
            </a:xfrm>
            <a:custGeom>
              <a:rect b="b" l="l" r="r" t="t"/>
              <a:pathLst>
                <a:path extrusionOk="0" h="40004" w="40005">
                  <a:moveTo>
                    <a:pt x="39624" y="39624"/>
                  </a:moveTo>
                  <a:lnTo>
                    <a:pt x="36509" y="24201"/>
                  </a:lnTo>
                  <a:lnTo>
                    <a:pt x="28017" y="11606"/>
                  </a:lnTo>
                  <a:lnTo>
                    <a:pt x="15422" y="3114"/>
                  </a:lnTo>
                  <a:lnTo>
                    <a:pt x="0" y="0"/>
                  </a:lnTo>
                  <a:lnTo>
                    <a:pt x="0" y="39624"/>
                  </a:lnTo>
                  <a:lnTo>
                    <a:pt x="39624" y="396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5"/>
            <p:cNvSpPr/>
            <p:nvPr/>
          </p:nvSpPr>
          <p:spPr>
            <a:xfrm>
              <a:off x="2820396" y="6127834"/>
              <a:ext cx="40005" cy="40005"/>
            </a:xfrm>
            <a:custGeom>
              <a:rect b="b" l="l" r="r" t="t"/>
              <a:pathLst>
                <a:path extrusionOk="0" h="40004" w="40005">
                  <a:moveTo>
                    <a:pt x="39624" y="0"/>
                  </a:moveTo>
                  <a:lnTo>
                    <a:pt x="24201" y="3114"/>
                  </a:lnTo>
                  <a:lnTo>
                    <a:pt x="11606" y="11606"/>
                  </a:lnTo>
                  <a:lnTo>
                    <a:pt x="3114" y="24201"/>
                  </a:lnTo>
                  <a:lnTo>
                    <a:pt x="0" y="39624"/>
                  </a:lnTo>
                  <a:lnTo>
                    <a:pt x="39624" y="39624"/>
                  </a:lnTo>
                  <a:lnTo>
                    <a:pt x="3962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5"/>
            <p:cNvSpPr/>
            <p:nvPr/>
          </p:nvSpPr>
          <p:spPr>
            <a:xfrm>
              <a:off x="2820396" y="6127834"/>
              <a:ext cx="40005" cy="40005"/>
            </a:xfrm>
            <a:custGeom>
              <a:rect b="b" l="l" r="r" t="t"/>
              <a:pathLst>
                <a:path extrusionOk="0" h="40004" w="40005">
                  <a:moveTo>
                    <a:pt x="39624" y="0"/>
                  </a:moveTo>
                  <a:lnTo>
                    <a:pt x="24201" y="3114"/>
                  </a:lnTo>
                  <a:lnTo>
                    <a:pt x="11606" y="11606"/>
                  </a:lnTo>
                  <a:lnTo>
                    <a:pt x="3114" y="24201"/>
                  </a:lnTo>
                  <a:lnTo>
                    <a:pt x="0" y="39624"/>
                  </a:lnTo>
                  <a:lnTo>
                    <a:pt x="39624" y="39624"/>
                  </a:lnTo>
                  <a:lnTo>
                    <a:pt x="3962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5"/>
            <p:cNvSpPr/>
            <p:nvPr/>
          </p:nvSpPr>
          <p:spPr>
            <a:xfrm>
              <a:off x="4112732" y="6127830"/>
              <a:ext cx="40005" cy="40005"/>
            </a:xfrm>
            <a:custGeom>
              <a:rect b="b" l="l" r="r" t="t"/>
              <a:pathLst>
                <a:path extrusionOk="0" h="40004" w="40004">
                  <a:moveTo>
                    <a:pt x="0" y="0"/>
                  </a:moveTo>
                  <a:lnTo>
                    <a:pt x="0" y="39624"/>
                  </a:lnTo>
                  <a:lnTo>
                    <a:pt x="39624" y="39624"/>
                  </a:lnTo>
                  <a:lnTo>
                    <a:pt x="36509" y="24201"/>
                  </a:lnTo>
                  <a:lnTo>
                    <a:pt x="28017" y="11606"/>
                  </a:lnTo>
                  <a:lnTo>
                    <a:pt x="15422" y="311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5"/>
            <p:cNvSpPr/>
            <p:nvPr/>
          </p:nvSpPr>
          <p:spPr>
            <a:xfrm>
              <a:off x="4112732" y="6127830"/>
              <a:ext cx="40005" cy="40005"/>
            </a:xfrm>
            <a:custGeom>
              <a:rect b="b" l="l" r="r" t="t"/>
              <a:pathLst>
                <a:path extrusionOk="0" h="40004" w="40004">
                  <a:moveTo>
                    <a:pt x="39624" y="39624"/>
                  </a:moveTo>
                  <a:lnTo>
                    <a:pt x="36509" y="24201"/>
                  </a:lnTo>
                  <a:lnTo>
                    <a:pt x="28017" y="11606"/>
                  </a:lnTo>
                  <a:lnTo>
                    <a:pt x="15422" y="3114"/>
                  </a:lnTo>
                  <a:lnTo>
                    <a:pt x="0" y="0"/>
                  </a:lnTo>
                  <a:lnTo>
                    <a:pt x="0" y="39624"/>
                  </a:lnTo>
                  <a:lnTo>
                    <a:pt x="39624" y="396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5"/>
            <p:cNvSpPr/>
            <p:nvPr/>
          </p:nvSpPr>
          <p:spPr>
            <a:xfrm>
              <a:off x="4152352" y="6127834"/>
              <a:ext cx="40005" cy="40005"/>
            </a:xfrm>
            <a:custGeom>
              <a:rect b="b" l="l" r="r" t="t"/>
              <a:pathLst>
                <a:path extrusionOk="0" h="40004" w="40004">
                  <a:moveTo>
                    <a:pt x="39624" y="0"/>
                  </a:moveTo>
                  <a:lnTo>
                    <a:pt x="24201" y="3114"/>
                  </a:lnTo>
                  <a:lnTo>
                    <a:pt x="11606" y="11606"/>
                  </a:lnTo>
                  <a:lnTo>
                    <a:pt x="3114" y="24201"/>
                  </a:lnTo>
                  <a:lnTo>
                    <a:pt x="0" y="39624"/>
                  </a:lnTo>
                  <a:lnTo>
                    <a:pt x="39624" y="39624"/>
                  </a:lnTo>
                  <a:lnTo>
                    <a:pt x="3962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5"/>
            <p:cNvSpPr/>
            <p:nvPr/>
          </p:nvSpPr>
          <p:spPr>
            <a:xfrm>
              <a:off x="4152352" y="6127834"/>
              <a:ext cx="40005" cy="40005"/>
            </a:xfrm>
            <a:custGeom>
              <a:rect b="b" l="l" r="r" t="t"/>
              <a:pathLst>
                <a:path extrusionOk="0" h="40004" w="40004">
                  <a:moveTo>
                    <a:pt x="39624" y="0"/>
                  </a:moveTo>
                  <a:lnTo>
                    <a:pt x="24201" y="3114"/>
                  </a:lnTo>
                  <a:lnTo>
                    <a:pt x="11606" y="11606"/>
                  </a:lnTo>
                  <a:lnTo>
                    <a:pt x="3114" y="24201"/>
                  </a:lnTo>
                  <a:lnTo>
                    <a:pt x="0" y="39624"/>
                  </a:lnTo>
                  <a:lnTo>
                    <a:pt x="39624" y="39624"/>
                  </a:lnTo>
                  <a:lnTo>
                    <a:pt x="3962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5"/>
            <p:cNvSpPr/>
            <p:nvPr/>
          </p:nvSpPr>
          <p:spPr>
            <a:xfrm>
              <a:off x="6156295" y="5859328"/>
              <a:ext cx="0" cy="308610"/>
            </a:xfrm>
            <a:custGeom>
              <a:rect b="b" l="l" r="r" t="t"/>
              <a:pathLst>
                <a:path extrusionOk="0" h="308610" w="120000">
                  <a:moveTo>
                    <a:pt x="0" y="0"/>
                  </a:moveTo>
                  <a:lnTo>
                    <a:pt x="0" y="308038"/>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5"/>
            <p:cNvSpPr/>
            <p:nvPr/>
          </p:nvSpPr>
          <p:spPr>
            <a:xfrm>
              <a:off x="3465050" y="5583111"/>
              <a:ext cx="3246120" cy="924560"/>
            </a:xfrm>
            <a:custGeom>
              <a:rect b="b" l="l" r="r" t="t"/>
              <a:pathLst>
                <a:path extrusionOk="0" h="924559" w="3246120">
                  <a:moveTo>
                    <a:pt x="2656941" y="291223"/>
                  </a:moveTo>
                  <a:lnTo>
                    <a:pt x="2700743" y="291223"/>
                  </a:lnTo>
                </a:path>
                <a:path extrusionOk="0" h="924559" w="3246120">
                  <a:moveTo>
                    <a:pt x="2656941" y="584250"/>
                  </a:moveTo>
                  <a:lnTo>
                    <a:pt x="2704617" y="584250"/>
                  </a:lnTo>
                </a:path>
                <a:path extrusionOk="0" h="924559" w="3246120">
                  <a:moveTo>
                    <a:pt x="622045" y="910805"/>
                  </a:moveTo>
                  <a:lnTo>
                    <a:pt x="0" y="910805"/>
                  </a:lnTo>
                </a:path>
                <a:path extrusionOk="0" h="924559" w="3246120">
                  <a:moveTo>
                    <a:pt x="607034" y="876490"/>
                  </a:moveTo>
                  <a:lnTo>
                    <a:pt x="607034" y="920305"/>
                  </a:lnTo>
                </a:path>
                <a:path extrusionOk="0" h="924559" w="3246120">
                  <a:moveTo>
                    <a:pt x="21081" y="876490"/>
                  </a:moveTo>
                  <a:lnTo>
                    <a:pt x="21081" y="920305"/>
                  </a:lnTo>
                </a:path>
                <a:path extrusionOk="0" h="924559" w="3246120">
                  <a:moveTo>
                    <a:pt x="314058" y="876490"/>
                  </a:moveTo>
                  <a:lnTo>
                    <a:pt x="314058" y="924178"/>
                  </a:lnTo>
                </a:path>
                <a:path extrusionOk="0" h="924559" w="3246120">
                  <a:moveTo>
                    <a:pt x="3245548" y="34315"/>
                  </a:moveTo>
                  <a:lnTo>
                    <a:pt x="2937509" y="34315"/>
                  </a:lnTo>
                </a:path>
                <a:path extrusionOk="0" h="924559" w="3246120">
                  <a:moveTo>
                    <a:pt x="3245548" y="0"/>
                  </a:moveTo>
                  <a:lnTo>
                    <a:pt x="3245548" y="43814"/>
                  </a:lnTo>
                </a:path>
                <a:path extrusionOk="0" h="924559" w="3246120">
                  <a:moveTo>
                    <a:pt x="2952521" y="0"/>
                  </a:moveTo>
                  <a:lnTo>
                    <a:pt x="2952521" y="47688"/>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5"/>
            <p:cNvSpPr/>
            <p:nvPr/>
          </p:nvSpPr>
          <p:spPr>
            <a:xfrm>
              <a:off x="4342790" y="4680534"/>
              <a:ext cx="2386965" cy="1509395"/>
            </a:xfrm>
            <a:custGeom>
              <a:rect b="b" l="l" r="r" t="t"/>
              <a:pathLst>
                <a:path extrusionOk="0" h="1509395" w="2386965">
                  <a:moveTo>
                    <a:pt x="43929" y="1464868"/>
                  </a:moveTo>
                  <a:lnTo>
                    <a:pt x="0" y="1464868"/>
                  </a:lnTo>
                  <a:lnTo>
                    <a:pt x="0" y="1508810"/>
                  </a:lnTo>
                  <a:lnTo>
                    <a:pt x="43929" y="1508810"/>
                  </a:lnTo>
                  <a:lnTo>
                    <a:pt x="43929" y="1464868"/>
                  </a:lnTo>
                  <a:close/>
                </a:path>
                <a:path extrusionOk="0" h="1509395" w="2386965">
                  <a:moveTo>
                    <a:pt x="44577" y="0"/>
                  </a:moveTo>
                  <a:lnTo>
                    <a:pt x="647" y="0"/>
                  </a:lnTo>
                  <a:lnTo>
                    <a:pt x="647" y="43929"/>
                  </a:lnTo>
                  <a:lnTo>
                    <a:pt x="44577" y="43929"/>
                  </a:lnTo>
                  <a:lnTo>
                    <a:pt x="44577" y="0"/>
                  </a:lnTo>
                  <a:close/>
                </a:path>
                <a:path extrusionOk="0" h="1509395" w="2386965">
                  <a:moveTo>
                    <a:pt x="336207" y="0"/>
                  </a:moveTo>
                  <a:lnTo>
                    <a:pt x="292277" y="0"/>
                  </a:lnTo>
                  <a:lnTo>
                    <a:pt x="292277" y="43929"/>
                  </a:lnTo>
                  <a:lnTo>
                    <a:pt x="336207" y="43929"/>
                  </a:lnTo>
                  <a:lnTo>
                    <a:pt x="336207" y="0"/>
                  </a:lnTo>
                  <a:close/>
                </a:path>
                <a:path extrusionOk="0" h="1509395" w="2386965">
                  <a:moveTo>
                    <a:pt x="336804" y="1464868"/>
                  </a:moveTo>
                  <a:lnTo>
                    <a:pt x="292874" y="1464868"/>
                  </a:lnTo>
                  <a:lnTo>
                    <a:pt x="292874" y="1508810"/>
                  </a:lnTo>
                  <a:lnTo>
                    <a:pt x="336804" y="1508810"/>
                  </a:lnTo>
                  <a:lnTo>
                    <a:pt x="336804" y="1464868"/>
                  </a:lnTo>
                  <a:close/>
                </a:path>
                <a:path extrusionOk="0" h="1509395" w="2386965">
                  <a:moveTo>
                    <a:pt x="336804" y="1171841"/>
                  </a:moveTo>
                  <a:lnTo>
                    <a:pt x="292874" y="1171841"/>
                  </a:lnTo>
                  <a:lnTo>
                    <a:pt x="292874" y="1215771"/>
                  </a:lnTo>
                  <a:lnTo>
                    <a:pt x="336804" y="1215771"/>
                  </a:lnTo>
                  <a:lnTo>
                    <a:pt x="336804" y="1171841"/>
                  </a:lnTo>
                  <a:close/>
                </a:path>
                <a:path extrusionOk="0" h="1509395" w="2386965">
                  <a:moveTo>
                    <a:pt x="336804" y="293471"/>
                  </a:moveTo>
                  <a:lnTo>
                    <a:pt x="292874" y="293471"/>
                  </a:lnTo>
                  <a:lnTo>
                    <a:pt x="292874" y="337400"/>
                  </a:lnTo>
                  <a:lnTo>
                    <a:pt x="336804" y="337400"/>
                  </a:lnTo>
                  <a:lnTo>
                    <a:pt x="336804" y="293471"/>
                  </a:lnTo>
                  <a:close/>
                </a:path>
                <a:path extrusionOk="0" h="1509395" w="2386965">
                  <a:moveTo>
                    <a:pt x="629678" y="1464868"/>
                  </a:moveTo>
                  <a:lnTo>
                    <a:pt x="585749" y="1464868"/>
                  </a:lnTo>
                  <a:lnTo>
                    <a:pt x="585749" y="1508810"/>
                  </a:lnTo>
                  <a:lnTo>
                    <a:pt x="629678" y="1508810"/>
                  </a:lnTo>
                  <a:lnTo>
                    <a:pt x="629678" y="1464868"/>
                  </a:lnTo>
                  <a:close/>
                </a:path>
                <a:path extrusionOk="0" h="1509395" w="2386965">
                  <a:moveTo>
                    <a:pt x="629678" y="1171841"/>
                  </a:moveTo>
                  <a:lnTo>
                    <a:pt x="585749" y="1171841"/>
                  </a:lnTo>
                  <a:lnTo>
                    <a:pt x="585749" y="1215771"/>
                  </a:lnTo>
                  <a:lnTo>
                    <a:pt x="629678" y="1215771"/>
                  </a:lnTo>
                  <a:lnTo>
                    <a:pt x="629678" y="1171841"/>
                  </a:lnTo>
                  <a:close/>
                </a:path>
                <a:path extrusionOk="0" h="1509395" w="2386965">
                  <a:moveTo>
                    <a:pt x="630262" y="0"/>
                  </a:moveTo>
                  <a:lnTo>
                    <a:pt x="586333" y="0"/>
                  </a:lnTo>
                  <a:lnTo>
                    <a:pt x="586333" y="43929"/>
                  </a:lnTo>
                  <a:lnTo>
                    <a:pt x="630262" y="43929"/>
                  </a:lnTo>
                  <a:lnTo>
                    <a:pt x="630262" y="0"/>
                  </a:lnTo>
                  <a:close/>
                </a:path>
                <a:path extrusionOk="0" h="1509395" w="2386965">
                  <a:moveTo>
                    <a:pt x="922540" y="1464868"/>
                  </a:moveTo>
                  <a:lnTo>
                    <a:pt x="878611" y="1464868"/>
                  </a:lnTo>
                  <a:lnTo>
                    <a:pt x="878611" y="1508810"/>
                  </a:lnTo>
                  <a:lnTo>
                    <a:pt x="922540" y="1508810"/>
                  </a:lnTo>
                  <a:lnTo>
                    <a:pt x="922540" y="1464868"/>
                  </a:lnTo>
                  <a:close/>
                </a:path>
                <a:path extrusionOk="0" h="1509395" w="2386965">
                  <a:moveTo>
                    <a:pt x="922540" y="1171841"/>
                  </a:moveTo>
                  <a:lnTo>
                    <a:pt x="878611" y="1171841"/>
                  </a:lnTo>
                  <a:lnTo>
                    <a:pt x="878611" y="1215771"/>
                  </a:lnTo>
                  <a:lnTo>
                    <a:pt x="922540" y="1215771"/>
                  </a:lnTo>
                  <a:lnTo>
                    <a:pt x="922540" y="1171841"/>
                  </a:lnTo>
                  <a:close/>
                </a:path>
                <a:path extrusionOk="0" h="1509395" w="2386965">
                  <a:moveTo>
                    <a:pt x="922540" y="878814"/>
                  </a:moveTo>
                  <a:lnTo>
                    <a:pt x="878611" y="878814"/>
                  </a:lnTo>
                  <a:lnTo>
                    <a:pt x="878611" y="922743"/>
                  </a:lnTo>
                  <a:lnTo>
                    <a:pt x="922540" y="922743"/>
                  </a:lnTo>
                  <a:lnTo>
                    <a:pt x="922540" y="878814"/>
                  </a:lnTo>
                  <a:close/>
                </a:path>
                <a:path extrusionOk="0" h="1509395" w="2386965">
                  <a:moveTo>
                    <a:pt x="922540" y="293471"/>
                  </a:moveTo>
                  <a:lnTo>
                    <a:pt x="878611" y="293471"/>
                  </a:lnTo>
                  <a:lnTo>
                    <a:pt x="878611" y="337400"/>
                  </a:lnTo>
                  <a:lnTo>
                    <a:pt x="922540" y="337400"/>
                  </a:lnTo>
                  <a:lnTo>
                    <a:pt x="922540" y="293471"/>
                  </a:lnTo>
                  <a:close/>
                </a:path>
                <a:path extrusionOk="0" h="1509395" w="2386965">
                  <a:moveTo>
                    <a:pt x="922578" y="0"/>
                  </a:moveTo>
                  <a:lnTo>
                    <a:pt x="878649" y="0"/>
                  </a:lnTo>
                  <a:lnTo>
                    <a:pt x="878649" y="43929"/>
                  </a:lnTo>
                  <a:lnTo>
                    <a:pt x="922578" y="43929"/>
                  </a:lnTo>
                  <a:lnTo>
                    <a:pt x="922578" y="0"/>
                  </a:lnTo>
                  <a:close/>
                </a:path>
                <a:path extrusionOk="0" h="1509395" w="2386965">
                  <a:moveTo>
                    <a:pt x="1215415" y="878814"/>
                  </a:moveTo>
                  <a:lnTo>
                    <a:pt x="1171486" y="878814"/>
                  </a:lnTo>
                  <a:lnTo>
                    <a:pt x="1171486" y="922743"/>
                  </a:lnTo>
                  <a:lnTo>
                    <a:pt x="1215415" y="922743"/>
                  </a:lnTo>
                  <a:lnTo>
                    <a:pt x="1215415" y="878814"/>
                  </a:lnTo>
                  <a:close/>
                </a:path>
                <a:path extrusionOk="0" h="1509395" w="2386965">
                  <a:moveTo>
                    <a:pt x="1215415" y="585787"/>
                  </a:moveTo>
                  <a:lnTo>
                    <a:pt x="1171486" y="585787"/>
                  </a:lnTo>
                  <a:lnTo>
                    <a:pt x="1171486" y="629716"/>
                  </a:lnTo>
                  <a:lnTo>
                    <a:pt x="1215415" y="629716"/>
                  </a:lnTo>
                  <a:lnTo>
                    <a:pt x="1215415" y="585787"/>
                  </a:lnTo>
                  <a:close/>
                </a:path>
                <a:path extrusionOk="0" h="1509395" w="2386965">
                  <a:moveTo>
                    <a:pt x="1215415" y="293471"/>
                  </a:moveTo>
                  <a:lnTo>
                    <a:pt x="1171486" y="293471"/>
                  </a:lnTo>
                  <a:lnTo>
                    <a:pt x="1171486" y="337400"/>
                  </a:lnTo>
                  <a:lnTo>
                    <a:pt x="1215415" y="337400"/>
                  </a:lnTo>
                  <a:lnTo>
                    <a:pt x="1215415" y="293471"/>
                  </a:lnTo>
                  <a:close/>
                </a:path>
                <a:path extrusionOk="0" h="1509395" w="2386965">
                  <a:moveTo>
                    <a:pt x="1215605" y="0"/>
                  </a:moveTo>
                  <a:lnTo>
                    <a:pt x="1171676" y="0"/>
                  </a:lnTo>
                  <a:lnTo>
                    <a:pt x="1171676" y="43929"/>
                  </a:lnTo>
                  <a:lnTo>
                    <a:pt x="1215605" y="43929"/>
                  </a:lnTo>
                  <a:lnTo>
                    <a:pt x="1215605" y="0"/>
                  </a:lnTo>
                  <a:close/>
                </a:path>
                <a:path extrusionOk="0" h="1509395" w="2386965">
                  <a:moveTo>
                    <a:pt x="1508290" y="1464868"/>
                  </a:moveTo>
                  <a:lnTo>
                    <a:pt x="1464360" y="1464868"/>
                  </a:lnTo>
                  <a:lnTo>
                    <a:pt x="1464360" y="1508810"/>
                  </a:lnTo>
                  <a:lnTo>
                    <a:pt x="1508290" y="1508810"/>
                  </a:lnTo>
                  <a:lnTo>
                    <a:pt x="1508290" y="1464868"/>
                  </a:lnTo>
                  <a:close/>
                </a:path>
                <a:path extrusionOk="0" h="1509395" w="2386965">
                  <a:moveTo>
                    <a:pt x="1508290" y="878814"/>
                  </a:moveTo>
                  <a:lnTo>
                    <a:pt x="1464360" y="878814"/>
                  </a:lnTo>
                  <a:lnTo>
                    <a:pt x="1464360" y="922743"/>
                  </a:lnTo>
                  <a:lnTo>
                    <a:pt x="1508290" y="922743"/>
                  </a:lnTo>
                  <a:lnTo>
                    <a:pt x="1508290" y="878814"/>
                  </a:lnTo>
                  <a:close/>
                </a:path>
                <a:path extrusionOk="0" h="1509395" w="2386965">
                  <a:moveTo>
                    <a:pt x="1508633" y="0"/>
                  </a:moveTo>
                  <a:lnTo>
                    <a:pt x="1464703" y="0"/>
                  </a:lnTo>
                  <a:lnTo>
                    <a:pt x="1464703" y="43929"/>
                  </a:lnTo>
                  <a:lnTo>
                    <a:pt x="1508633" y="43929"/>
                  </a:lnTo>
                  <a:lnTo>
                    <a:pt x="1508633" y="0"/>
                  </a:lnTo>
                  <a:close/>
                </a:path>
                <a:path extrusionOk="0" h="1509395" w="2386965">
                  <a:moveTo>
                    <a:pt x="1801164" y="1464868"/>
                  </a:moveTo>
                  <a:lnTo>
                    <a:pt x="1757235" y="1464868"/>
                  </a:lnTo>
                  <a:lnTo>
                    <a:pt x="1757235" y="1508810"/>
                  </a:lnTo>
                  <a:lnTo>
                    <a:pt x="1801164" y="1508810"/>
                  </a:lnTo>
                  <a:lnTo>
                    <a:pt x="1801164" y="1464868"/>
                  </a:lnTo>
                  <a:close/>
                </a:path>
                <a:path extrusionOk="0" h="1509395" w="2386965">
                  <a:moveTo>
                    <a:pt x="1801164" y="1171841"/>
                  </a:moveTo>
                  <a:lnTo>
                    <a:pt x="1757235" y="1171841"/>
                  </a:lnTo>
                  <a:lnTo>
                    <a:pt x="1757235" y="1215771"/>
                  </a:lnTo>
                  <a:lnTo>
                    <a:pt x="1801164" y="1215771"/>
                  </a:lnTo>
                  <a:lnTo>
                    <a:pt x="1801164" y="1171841"/>
                  </a:lnTo>
                  <a:close/>
                </a:path>
                <a:path extrusionOk="0" h="1509395" w="2386965">
                  <a:moveTo>
                    <a:pt x="1801164" y="878814"/>
                  </a:moveTo>
                  <a:lnTo>
                    <a:pt x="1757235" y="878814"/>
                  </a:lnTo>
                  <a:lnTo>
                    <a:pt x="1757235" y="922743"/>
                  </a:lnTo>
                  <a:lnTo>
                    <a:pt x="1801164" y="922743"/>
                  </a:lnTo>
                  <a:lnTo>
                    <a:pt x="1801164" y="878814"/>
                  </a:lnTo>
                  <a:close/>
                </a:path>
                <a:path extrusionOk="0" h="1509395" w="2386965">
                  <a:moveTo>
                    <a:pt x="1801164" y="585787"/>
                  </a:moveTo>
                  <a:lnTo>
                    <a:pt x="1757235" y="585787"/>
                  </a:lnTo>
                  <a:lnTo>
                    <a:pt x="1757235" y="629716"/>
                  </a:lnTo>
                  <a:lnTo>
                    <a:pt x="1801164" y="629716"/>
                  </a:lnTo>
                  <a:lnTo>
                    <a:pt x="1801164" y="585787"/>
                  </a:lnTo>
                  <a:close/>
                </a:path>
                <a:path extrusionOk="0" h="1509395" w="2386965">
                  <a:moveTo>
                    <a:pt x="1801164" y="293471"/>
                  </a:moveTo>
                  <a:lnTo>
                    <a:pt x="1757235" y="293471"/>
                  </a:lnTo>
                  <a:lnTo>
                    <a:pt x="1757235" y="337400"/>
                  </a:lnTo>
                  <a:lnTo>
                    <a:pt x="1801164" y="337400"/>
                  </a:lnTo>
                  <a:lnTo>
                    <a:pt x="1801164" y="293471"/>
                  </a:lnTo>
                  <a:close/>
                </a:path>
                <a:path extrusionOk="0" h="1509395" w="2386965">
                  <a:moveTo>
                    <a:pt x="1801660" y="0"/>
                  </a:moveTo>
                  <a:lnTo>
                    <a:pt x="1757730" y="0"/>
                  </a:lnTo>
                  <a:lnTo>
                    <a:pt x="1757730" y="43929"/>
                  </a:lnTo>
                  <a:lnTo>
                    <a:pt x="1801660" y="43929"/>
                  </a:lnTo>
                  <a:lnTo>
                    <a:pt x="1801660" y="0"/>
                  </a:lnTo>
                  <a:close/>
                </a:path>
                <a:path extrusionOk="0" h="1509395" w="2386965">
                  <a:moveTo>
                    <a:pt x="2094039" y="878814"/>
                  </a:moveTo>
                  <a:lnTo>
                    <a:pt x="2050110" y="878814"/>
                  </a:lnTo>
                  <a:lnTo>
                    <a:pt x="2050110" y="922743"/>
                  </a:lnTo>
                  <a:lnTo>
                    <a:pt x="2094039" y="922743"/>
                  </a:lnTo>
                  <a:lnTo>
                    <a:pt x="2094039" y="878814"/>
                  </a:lnTo>
                  <a:close/>
                </a:path>
                <a:path extrusionOk="0" h="1509395" w="2386965">
                  <a:moveTo>
                    <a:pt x="2094687" y="0"/>
                  </a:moveTo>
                  <a:lnTo>
                    <a:pt x="2050757" y="0"/>
                  </a:lnTo>
                  <a:lnTo>
                    <a:pt x="2050757" y="43929"/>
                  </a:lnTo>
                  <a:lnTo>
                    <a:pt x="2094687" y="43929"/>
                  </a:lnTo>
                  <a:lnTo>
                    <a:pt x="2094687" y="0"/>
                  </a:lnTo>
                  <a:close/>
                </a:path>
                <a:path extrusionOk="0" h="1509395" w="2386965">
                  <a:moveTo>
                    <a:pt x="2386317" y="0"/>
                  </a:moveTo>
                  <a:lnTo>
                    <a:pt x="2342388" y="0"/>
                  </a:lnTo>
                  <a:lnTo>
                    <a:pt x="2342388" y="43929"/>
                  </a:lnTo>
                  <a:lnTo>
                    <a:pt x="2386317" y="43929"/>
                  </a:lnTo>
                  <a:lnTo>
                    <a:pt x="2386317" y="0"/>
                  </a:lnTo>
                  <a:close/>
                </a:path>
                <a:path extrusionOk="0" h="1509395" w="2386965">
                  <a:moveTo>
                    <a:pt x="2386901" y="878814"/>
                  </a:moveTo>
                  <a:lnTo>
                    <a:pt x="2342985" y="878814"/>
                  </a:lnTo>
                  <a:lnTo>
                    <a:pt x="2342985" y="922743"/>
                  </a:lnTo>
                  <a:lnTo>
                    <a:pt x="2386901" y="922743"/>
                  </a:lnTo>
                  <a:lnTo>
                    <a:pt x="2386901" y="878814"/>
                  </a:lnTo>
                  <a:close/>
                </a:path>
                <a:path extrusionOk="0" h="1509395" w="2386965">
                  <a:moveTo>
                    <a:pt x="2386901" y="585787"/>
                  </a:moveTo>
                  <a:lnTo>
                    <a:pt x="2342985" y="585787"/>
                  </a:lnTo>
                  <a:lnTo>
                    <a:pt x="2342985" y="629716"/>
                  </a:lnTo>
                  <a:lnTo>
                    <a:pt x="2386901" y="629716"/>
                  </a:lnTo>
                  <a:lnTo>
                    <a:pt x="2386901" y="585787"/>
                  </a:lnTo>
                  <a:close/>
                </a:path>
                <a:path extrusionOk="0" h="1509395" w="2386965">
                  <a:moveTo>
                    <a:pt x="2386901" y="293471"/>
                  </a:moveTo>
                  <a:lnTo>
                    <a:pt x="2342985" y="293471"/>
                  </a:lnTo>
                  <a:lnTo>
                    <a:pt x="2342985" y="337400"/>
                  </a:lnTo>
                  <a:lnTo>
                    <a:pt x="2386901" y="337400"/>
                  </a:lnTo>
                  <a:lnTo>
                    <a:pt x="2386901" y="293471"/>
                  </a:lnTo>
                  <a:close/>
                </a:path>
              </a:pathLst>
            </a:custGeom>
            <a:solidFill>
              <a:srgbClr val="6B6C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5"/>
            <p:cNvSpPr/>
            <p:nvPr/>
          </p:nvSpPr>
          <p:spPr>
            <a:xfrm>
              <a:off x="4697131" y="6127830"/>
              <a:ext cx="40005" cy="40005"/>
            </a:xfrm>
            <a:custGeom>
              <a:rect b="b" l="l" r="r" t="t"/>
              <a:pathLst>
                <a:path extrusionOk="0" h="40004" w="40004">
                  <a:moveTo>
                    <a:pt x="0" y="0"/>
                  </a:moveTo>
                  <a:lnTo>
                    <a:pt x="0" y="39624"/>
                  </a:lnTo>
                  <a:lnTo>
                    <a:pt x="39624" y="39624"/>
                  </a:lnTo>
                  <a:lnTo>
                    <a:pt x="36509" y="24201"/>
                  </a:lnTo>
                  <a:lnTo>
                    <a:pt x="28017" y="11606"/>
                  </a:lnTo>
                  <a:lnTo>
                    <a:pt x="15422" y="311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5"/>
            <p:cNvSpPr/>
            <p:nvPr/>
          </p:nvSpPr>
          <p:spPr>
            <a:xfrm>
              <a:off x="4697131" y="6127830"/>
              <a:ext cx="40005" cy="40005"/>
            </a:xfrm>
            <a:custGeom>
              <a:rect b="b" l="l" r="r" t="t"/>
              <a:pathLst>
                <a:path extrusionOk="0" h="40004" w="40004">
                  <a:moveTo>
                    <a:pt x="39624" y="39624"/>
                  </a:moveTo>
                  <a:lnTo>
                    <a:pt x="36509" y="24201"/>
                  </a:lnTo>
                  <a:lnTo>
                    <a:pt x="28017" y="11606"/>
                  </a:lnTo>
                  <a:lnTo>
                    <a:pt x="15422" y="3114"/>
                  </a:lnTo>
                  <a:lnTo>
                    <a:pt x="0" y="0"/>
                  </a:lnTo>
                  <a:lnTo>
                    <a:pt x="0" y="39624"/>
                  </a:lnTo>
                  <a:lnTo>
                    <a:pt x="39624" y="396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5"/>
            <p:cNvSpPr/>
            <p:nvPr/>
          </p:nvSpPr>
          <p:spPr>
            <a:xfrm>
              <a:off x="4736752" y="6127834"/>
              <a:ext cx="40005" cy="40005"/>
            </a:xfrm>
            <a:custGeom>
              <a:rect b="b" l="l" r="r" t="t"/>
              <a:pathLst>
                <a:path extrusionOk="0" h="40004" w="40004">
                  <a:moveTo>
                    <a:pt x="39624" y="0"/>
                  </a:moveTo>
                  <a:lnTo>
                    <a:pt x="24201" y="3114"/>
                  </a:lnTo>
                  <a:lnTo>
                    <a:pt x="11606" y="11606"/>
                  </a:lnTo>
                  <a:lnTo>
                    <a:pt x="3114" y="24201"/>
                  </a:lnTo>
                  <a:lnTo>
                    <a:pt x="0" y="39624"/>
                  </a:lnTo>
                  <a:lnTo>
                    <a:pt x="39624" y="39624"/>
                  </a:lnTo>
                  <a:lnTo>
                    <a:pt x="3962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5"/>
            <p:cNvSpPr/>
            <p:nvPr/>
          </p:nvSpPr>
          <p:spPr>
            <a:xfrm>
              <a:off x="4736752" y="6127834"/>
              <a:ext cx="40005" cy="40005"/>
            </a:xfrm>
            <a:custGeom>
              <a:rect b="b" l="l" r="r" t="t"/>
              <a:pathLst>
                <a:path extrusionOk="0" h="40004" w="40004">
                  <a:moveTo>
                    <a:pt x="39624" y="0"/>
                  </a:moveTo>
                  <a:lnTo>
                    <a:pt x="24201" y="3114"/>
                  </a:lnTo>
                  <a:lnTo>
                    <a:pt x="11606" y="11606"/>
                  </a:lnTo>
                  <a:lnTo>
                    <a:pt x="3114" y="24201"/>
                  </a:lnTo>
                  <a:lnTo>
                    <a:pt x="0" y="39624"/>
                  </a:lnTo>
                  <a:lnTo>
                    <a:pt x="39624" y="39624"/>
                  </a:lnTo>
                  <a:lnTo>
                    <a:pt x="3962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5"/>
            <p:cNvSpPr/>
            <p:nvPr/>
          </p:nvSpPr>
          <p:spPr>
            <a:xfrm>
              <a:off x="2938336" y="6127830"/>
              <a:ext cx="40005" cy="40005"/>
            </a:xfrm>
            <a:custGeom>
              <a:rect b="b" l="l" r="r" t="t"/>
              <a:pathLst>
                <a:path extrusionOk="0" h="40004" w="40005">
                  <a:moveTo>
                    <a:pt x="0" y="0"/>
                  </a:moveTo>
                  <a:lnTo>
                    <a:pt x="0" y="39624"/>
                  </a:lnTo>
                  <a:lnTo>
                    <a:pt x="39624" y="39624"/>
                  </a:lnTo>
                  <a:lnTo>
                    <a:pt x="36509" y="24201"/>
                  </a:lnTo>
                  <a:lnTo>
                    <a:pt x="28017" y="11606"/>
                  </a:lnTo>
                  <a:lnTo>
                    <a:pt x="15422" y="311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5"/>
            <p:cNvSpPr/>
            <p:nvPr/>
          </p:nvSpPr>
          <p:spPr>
            <a:xfrm>
              <a:off x="2938336" y="6127830"/>
              <a:ext cx="40005" cy="40005"/>
            </a:xfrm>
            <a:custGeom>
              <a:rect b="b" l="l" r="r" t="t"/>
              <a:pathLst>
                <a:path extrusionOk="0" h="40004" w="40005">
                  <a:moveTo>
                    <a:pt x="39624" y="39624"/>
                  </a:moveTo>
                  <a:lnTo>
                    <a:pt x="36509" y="24201"/>
                  </a:lnTo>
                  <a:lnTo>
                    <a:pt x="28017" y="11606"/>
                  </a:lnTo>
                  <a:lnTo>
                    <a:pt x="15422" y="3114"/>
                  </a:lnTo>
                  <a:lnTo>
                    <a:pt x="0" y="0"/>
                  </a:lnTo>
                  <a:lnTo>
                    <a:pt x="0" y="39624"/>
                  </a:lnTo>
                  <a:lnTo>
                    <a:pt x="39624" y="396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5"/>
            <p:cNvSpPr/>
            <p:nvPr/>
          </p:nvSpPr>
          <p:spPr>
            <a:xfrm>
              <a:off x="2977958" y="6127834"/>
              <a:ext cx="40005" cy="40005"/>
            </a:xfrm>
            <a:custGeom>
              <a:rect b="b" l="l" r="r" t="t"/>
              <a:pathLst>
                <a:path extrusionOk="0" h="40004" w="40005">
                  <a:moveTo>
                    <a:pt x="39624" y="0"/>
                  </a:moveTo>
                  <a:lnTo>
                    <a:pt x="24201" y="3114"/>
                  </a:lnTo>
                  <a:lnTo>
                    <a:pt x="11606" y="11606"/>
                  </a:lnTo>
                  <a:lnTo>
                    <a:pt x="3114" y="24201"/>
                  </a:lnTo>
                  <a:lnTo>
                    <a:pt x="0" y="39624"/>
                  </a:lnTo>
                  <a:lnTo>
                    <a:pt x="39624" y="39624"/>
                  </a:lnTo>
                  <a:lnTo>
                    <a:pt x="3962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5"/>
            <p:cNvSpPr/>
            <p:nvPr/>
          </p:nvSpPr>
          <p:spPr>
            <a:xfrm>
              <a:off x="2977958" y="6127834"/>
              <a:ext cx="40005" cy="40005"/>
            </a:xfrm>
            <a:custGeom>
              <a:rect b="b" l="l" r="r" t="t"/>
              <a:pathLst>
                <a:path extrusionOk="0" h="40004" w="40005">
                  <a:moveTo>
                    <a:pt x="39624" y="0"/>
                  </a:moveTo>
                  <a:lnTo>
                    <a:pt x="24201" y="3114"/>
                  </a:lnTo>
                  <a:lnTo>
                    <a:pt x="11606" y="11606"/>
                  </a:lnTo>
                  <a:lnTo>
                    <a:pt x="3114" y="24201"/>
                  </a:lnTo>
                  <a:lnTo>
                    <a:pt x="0" y="39624"/>
                  </a:lnTo>
                  <a:lnTo>
                    <a:pt x="39624" y="39624"/>
                  </a:lnTo>
                  <a:lnTo>
                    <a:pt x="3962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5"/>
            <p:cNvSpPr/>
            <p:nvPr/>
          </p:nvSpPr>
          <p:spPr>
            <a:xfrm>
              <a:off x="6783069" y="4949964"/>
              <a:ext cx="304165" cy="262255"/>
            </a:xfrm>
            <a:custGeom>
              <a:rect b="b" l="l" r="r" t="t"/>
              <a:pathLst>
                <a:path extrusionOk="0" h="262254" w="304165">
                  <a:moveTo>
                    <a:pt x="304050" y="261670"/>
                  </a:moveTo>
                  <a:lnTo>
                    <a:pt x="0" y="261670"/>
                  </a:lnTo>
                  <a:lnTo>
                    <a:pt x="0" y="0"/>
                  </a:lnTo>
                  <a:lnTo>
                    <a:pt x="304050" y="0"/>
                  </a:lnTo>
                  <a:lnTo>
                    <a:pt x="304050" y="261670"/>
                  </a:lnTo>
                  <a:close/>
                </a:path>
              </a:pathLst>
            </a:custGeom>
            <a:noFill/>
            <a:ln cap="flat" cmpd="sng" w="9525">
              <a:solidFill>
                <a:srgbClr val="97999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84" name="Google Shape;584;p5"/>
            <p:cNvPicPr preferRelativeResize="0"/>
            <p:nvPr/>
          </p:nvPicPr>
          <p:blipFill rotWithShape="1">
            <a:blip r:embed="rId17">
              <a:alphaModFix/>
            </a:blip>
            <a:srcRect b="0" l="0" r="0" t="0"/>
            <a:stretch/>
          </p:blipFill>
          <p:spPr>
            <a:xfrm>
              <a:off x="6945503" y="4978603"/>
              <a:ext cx="105156" cy="206641"/>
            </a:xfrm>
            <a:prstGeom prst="rect">
              <a:avLst/>
            </a:prstGeom>
            <a:noFill/>
            <a:ln>
              <a:noFill/>
            </a:ln>
          </p:spPr>
        </p:pic>
        <p:pic>
          <p:nvPicPr>
            <p:cNvPr id="585" name="Google Shape;585;p5"/>
            <p:cNvPicPr preferRelativeResize="0"/>
            <p:nvPr/>
          </p:nvPicPr>
          <p:blipFill rotWithShape="1">
            <a:blip r:embed="rId18">
              <a:alphaModFix/>
            </a:blip>
            <a:srcRect b="0" l="0" r="0" t="0"/>
            <a:stretch/>
          </p:blipFill>
          <p:spPr>
            <a:xfrm>
              <a:off x="6944827" y="4977921"/>
              <a:ext cx="106514" cy="208000"/>
            </a:xfrm>
            <a:prstGeom prst="rect">
              <a:avLst/>
            </a:prstGeom>
            <a:noFill/>
            <a:ln>
              <a:noFill/>
            </a:ln>
          </p:spPr>
        </p:pic>
        <p:pic>
          <p:nvPicPr>
            <p:cNvPr id="586" name="Google Shape;586;p5"/>
            <p:cNvPicPr preferRelativeResize="0"/>
            <p:nvPr/>
          </p:nvPicPr>
          <p:blipFill rotWithShape="1">
            <a:blip r:embed="rId17">
              <a:alphaModFix/>
            </a:blip>
            <a:srcRect b="0" l="0" r="0" t="0"/>
            <a:stretch/>
          </p:blipFill>
          <p:spPr>
            <a:xfrm>
              <a:off x="6816953" y="4978603"/>
              <a:ext cx="105156" cy="206641"/>
            </a:xfrm>
            <a:prstGeom prst="rect">
              <a:avLst/>
            </a:prstGeom>
            <a:noFill/>
            <a:ln>
              <a:noFill/>
            </a:ln>
          </p:spPr>
        </p:pic>
        <p:pic>
          <p:nvPicPr>
            <p:cNvPr id="587" name="Google Shape;587;p5"/>
            <p:cNvPicPr preferRelativeResize="0"/>
            <p:nvPr/>
          </p:nvPicPr>
          <p:blipFill rotWithShape="1">
            <a:blip r:embed="rId19">
              <a:alphaModFix/>
            </a:blip>
            <a:srcRect b="0" l="0" r="0" t="0"/>
            <a:stretch/>
          </p:blipFill>
          <p:spPr>
            <a:xfrm>
              <a:off x="6816276" y="4977921"/>
              <a:ext cx="106514" cy="208000"/>
            </a:xfrm>
            <a:prstGeom prst="rect">
              <a:avLst/>
            </a:prstGeom>
            <a:noFill/>
            <a:ln>
              <a:noFill/>
            </a:ln>
          </p:spPr>
        </p:pic>
        <p:sp>
          <p:nvSpPr>
            <p:cNvPr id="588" name="Google Shape;588;p5"/>
            <p:cNvSpPr/>
            <p:nvPr/>
          </p:nvSpPr>
          <p:spPr>
            <a:xfrm>
              <a:off x="7113689" y="4949964"/>
              <a:ext cx="304165" cy="262255"/>
            </a:xfrm>
            <a:custGeom>
              <a:rect b="b" l="l" r="r" t="t"/>
              <a:pathLst>
                <a:path extrusionOk="0" h="262254" w="304165">
                  <a:moveTo>
                    <a:pt x="304050" y="261670"/>
                  </a:moveTo>
                  <a:lnTo>
                    <a:pt x="0" y="261670"/>
                  </a:lnTo>
                  <a:lnTo>
                    <a:pt x="0" y="0"/>
                  </a:lnTo>
                  <a:lnTo>
                    <a:pt x="304050" y="0"/>
                  </a:lnTo>
                  <a:lnTo>
                    <a:pt x="304050" y="261670"/>
                  </a:lnTo>
                  <a:close/>
                </a:path>
              </a:pathLst>
            </a:custGeom>
            <a:noFill/>
            <a:ln cap="flat" cmpd="sng" w="9525">
              <a:solidFill>
                <a:srgbClr val="97999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89" name="Google Shape;589;p5"/>
            <p:cNvPicPr preferRelativeResize="0"/>
            <p:nvPr/>
          </p:nvPicPr>
          <p:blipFill rotWithShape="1">
            <a:blip r:embed="rId17">
              <a:alphaModFix/>
            </a:blip>
            <a:srcRect b="0" l="0" r="0" t="0"/>
            <a:stretch/>
          </p:blipFill>
          <p:spPr>
            <a:xfrm>
              <a:off x="7276134" y="4978603"/>
              <a:ext cx="105156" cy="206641"/>
            </a:xfrm>
            <a:prstGeom prst="rect">
              <a:avLst/>
            </a:prstGeom>
            <a:noFill/>
            <a:ln>
              <a:noFill/>
            </a:ln>
          </p:spPr>
        </p:pic>
        <p:pic>
          <p:nvPicPr>
            <p:cNvPr id="590" name="Google Shape;590;p5"/>
            <p:cNvPicPr preferRelativeResize="0"/>
            <p:nvPr/>
          </p:nvPicPr>
          <p:blipFill rotWithShape="1">
            <a:blip r:embed="rId20">
              <a:alphaModFix/>
            </a:blip>
            <a:srcRect b="0" l="0" r="0" t="0"/>
            <a:stretch/>
          </p:blipFill>
          <p:spPr>
            <a:xfrm>
              <a:off x="7275447" y="4977921"/>
              <a:ext cx="106514" cy="208000"/>
            </a:xfrm>
            <a:prstGeom prst="rect">
              <a:avLst/>
            </a:prstGeom>
            <a:noFill/>
            <a:ln>
              <a:noFill/>
            </a:ln>
          </p:spPr>
        </p:pic>
        <p:pic>
          <p:nvPicPr>
            <p:cNvPr id="591" name="Google Shape;591;p5"/>
            <p:cNvPicPr preferRelativeResize="0"/>
            <p:nvPr/>
          </p:nvPicPr>
          <p:blipFill rotWithShape="1">
            <a:blip r:embed="rId17">
              <a:alphaModFix/>
            </a:blip>
            <a:srcRect b="0" l="0" r="0" t="0"/>
            <a:stretch/>
          </p:blipFill>
          <p:spPr>
            <a:xfrm>
              <a:off x="7147585" y="4978603"/>
              <a:ext cx="105143" cy="206641"/>
            </a:xfrm>
            <a:prstGeom prst="rect">
              <a:avLst/>
            </a:prstGeom>
            <a:noFill/>
            <a:ln>
              <a:noFill/>
            </a:ln>
          </p:spPr>
        </p:pic>
        <p:pic>
          <p:nvPicPr>
            <p:cNvPr id="592" name="Google Shape;592;p5"/>
            <p:cNvPicPr preferRelativeResize="0"/>
            <p:nvPr/>
          </p:nvPicPr>
          <p:blipFill rotWithShape="1">
            <a:blip r:embed="rId21">
              <a:alphaModFix/>
            </a:blip>
            <a:srcRect b="0" l="0" r="0" t="0"/>
            <a:stretch/>
          </p:blipFill>
          <p:spPr>
            <a:xfrm>
              <a:off x="7146898" y="4977921"/>
              <a:ext cx="106514" cy="208000"/>
            </a:xfrm>
            <a:prstGeom prst="rect">
              <a:avLst/>
            </a:prstGeom>
            <a:noFill/>
            <a:ln>
              <a:noFill/>
            </a:ln>
          </p:spPr>
        </p:pic>
        <p:sp>
          <p:nvSpPr>
            <p:cNvPr id="593" name="Google Shape;593;p5"/>
            <p:cNvSpPr/>
            <p:nvPr/>
          </p:nvSpPr>
          <p:spPr>
            <a:xfrm>
              <a:off x="6783069" y="5239258"/>
              <a:ext cx="304165" cy="262255"/>
            </a:xfrm>
            <a:custGeom>
              <a:rect b="b" l="l" r="r" t="t"/>
              <a:pathLst>
                <a:path extrusionOk="0" h="262254" w="304165">
                  <a:moveTo>
                    <a:pt x="304050" y="261670"/>
                  </a:moveTo>
                  <a:lnTo>
                    <a:pt x="0" y="261670"/>
                  </a:lnTo>
                  <a:lnTo>
                    <a:pt x="0" y="0"/>
                  </a:lnTo>
                  <a:lnTo>
                    <a:pt x="304050" y="0"/>
                  </a:lnTo>
                  <a:lnTo>
                    <a:pt x="304050" y="261670"/>
                  </a:lnTo>
                  <a:close/>
                </a:path>
              </a:pathLst>
            </a:custGeom>
            <a:noFill/>
            <a:ln cap="flat" cmpd="sng" w="9525">
              <a:solidFill>
                <a:srgbClr val="97999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4" name="Google Shape;594;p5"/>
            <p:cNvPicPr preferRelativeResize="0"/>
            <p:nvPr/>
          </p:nvPicPr>
          <p:blipFill rotWithShape="1">
            <a:blip r:embed="rId17">
              <a:alphaModFix/>
            </a:blip>
            <a:srcRect b="0" l="0" r="0" t="0"/>
            <a:stretch/>
          </p:blipFill>
          <p:spPr>
            <a:xfrm>
              <a:off x="6945503" y="5267896"/>
              <a:ext cx="105156" cy="206641"/>
            </a:xfrm>
            <a:prstGeom prst="rect">
              <a:avLst/>
            </a:prstGeom>
            <a:noFill/>
            <a:ln>
              <a:noFill/>
            </a:ln>
          </p:spPr>
        </p:pic>
        <p:pic>
          <p:nvPicPr>
            <p:cNvPr id="595" name="Google Shape;595;p5"/>
            <p:cNvPicPr preferRelativeResize="0"/>
            <p:nvPr/>
          </p:nvPicPr>
          <p:blipFill rotWithShape="1">
            <a:blip r:embed="rId22">
              <a:alphaModFix/>
            </a:blip>
            <a:srcRect b="0" l="0" r="0" t="0"/>
            <a:stretch/>
          </p:blipFill>
          <p:spPr>
            <a:xfrm>
              <a:off x="6944827" y="5267228"/>
              <a:ext cx="106514" cy="207987"/>
            </a:xfrm>
            <a:prstGeom prst="rect">
              <a:avLst/>
            </a:prstGeom>
            <a:noFill/>
            <a:ln>
              <a:noFill/>
            </a:ln>
          </p:spPr>
        </p:pic>
        <p:pic>
          <p:nvPicPr>
            <p:cNvPr id="596" name="Google Shape;596;p5"/>
            <p:cNvPicPr preferRelativeResize="0"/>
            <p:nvPr/>
          </p:nvPicPr>
          <p:blipFill rotWithShape="1">
            <a:blip r:embed="rId17">
              <a:alphaModFix/>
            </a:blip>
            <a:srcRect b="0" l="0" r="0" t="0"/>
            <a:stretch/>
          </p:blipFill>
          <p:spPr>
            <a:xfrm>
              <a:off x="6816953" y="5267896"/>
              <a:ext cx="105156" cy="206641"/>
            </a:xfrm>
            <a:prstGeom prst="rect">
              <a:avLst/>
            </a:prstGeom>
            <a:noFill/>
            <a:ln>
              <a:noFill/>
            </a:ln>
          </p:spPr>
        </p:pic>
        <p:pic>
          <p:nvPicPr>
            <p:cNvPr id="597" name="Google Shape;597;p5"/>
            <p:cNvPicPr preferRelativeResize="0"/>
            <p:nvPr/>
          </p:nvPicPr>
          <p:blipFill rotWithShape="1">
            <a:blip r:embed="rId22">
              <a:alphaModFix/>
            </a:blip>
            <a:srcRect b="0" l="0" r="0" t="0"/>
            <a:stretch/>
          </p:blipFill>
          <p:spPr>
            <a:xfrm>
              <a:off x="6816276" y="5267228"/>
              <a:ext cx="106514" cy="207987"/>
            </a:xfrm>
            <a:prstGeom prst="rect">
              <a:avLst/>
            </a:prstGeom>
            <a:noFill/>
            <a:ln>
              <a:noFill/>
            </a:ln>
          </p:spPr>
        </p:pic>
        <p:sp>
          <p:nvSpPr>
            <p:cNvPr id="598" name="Google Shape;598;p5"/>
            <p:cNvSpPr/>
            <p:nvPr/>
          </p:nvSpPr>
          <p:spPr>
            <a:xfrm>
              <a:off x="7113689" y="5239258"/>
              <a:ext cx="304165" cy="262255"/>
            </a:xfrm>
            <a:custGeom>
              <a:rect b="b" l="l" r="r" t="t"/>
              <a:pathLst>
                <a:path extrusionOk="0" h="262254" w="304165">
                  <a:moveTo>
                    <a:pt x="304050" y="261670"/>
                  </a:moveTo>
                  <a:lnTo>
                    <a:pt x="0" y="261670"/>
                  </a:lnTo>
                  <a:lnTo>
                    <a:pt x="0" y="0"/>
                  </a:lnTo>
                  <a:lnTo>
                    <a:pt x="304050" y="0"/>
                  </a:lnTo>
                  <a:lnTo>
                    <a:pt x="304050" y="261670"/>
                  </a:lnTo>
                  <a:close/>
                </a:path>
              </a:pathLst>
            </a:custGeom>
            <a:noFill/>
            <a:ln cap="flat" cmpd="sng" w="9525">
              <a:solidFill>
                <a:srgbClr val="97999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9" name="Google Shape;599;p5"/>
            <p:cNvPicPr preferRelativeResize="0"/>
            <p:nvPr/>
          </p:nvPicPr>
          <p:blipFill rotWithShape="1">
            <a:blip r:embed="rId17">
              <a:alphaModFix/>
            </a:blip>
            <a:srcRect b="0" l="0" r="0" t="0"/>
            <a:stretch/>
          </p:blipFill>
          <p:spPr>
            <a:xfrm>
              <a:off x="7276134" y="5267896"/>
              <a:ext cx="105156" cy="206641"/>
            </a:xfrm>
            <a:prstGeom prst="rect">
              <a:avLst/>
            </a:prstGeom>
            <a:noFill/>
            <a:ln>
              <a:noFill/>
            </a:ln>
          </p:spPr>
        </p:pic>
        <p:pic>
          <p:nvPicPr>
            <p:cNvPr id="600" name="Google Shape;600;p5"/>
            <p:cNvPicPr preferRelativeResize="0"/>
            <p:nvPr/>
          </p:nvPicPr>
          <p:blipFill rotWithShape="1">
            <a:blip r:embed="rId23">
              <a:alphaModFix/>
            </a:blip>
            <a:srcRect b="0" l="0" r="0" t="0"/>
            <a:stretch/>
          </p:blipFill>
          <p:spPr>
            <a:xfrm>
              <a:off x="7275447" y="5267228"/>
              <a:ext cx="106514" cy="207987"/>
            </a:xfrm>
            <a:prstGeom prst="rect">
              <a:avLst/>
            </a:prstGeom>
            <a:noFill/>
            <a:ln>
              <a:noFill/>
            </a:ln>
          </p:spPr>
        </p:pic>
        <p:pic>
          <p:nvPicPr>
            <p:cNvPr id="601" name="Google Shape;601;p5"/>
            <p:cNvPicPr preferRelativeResize="0"/>
            <p:nvPr/>
          </p:nvPicPr>
          <p:blipFill rotWithShape="1">
            <a:blip r:embed="rId17">
              <a:alphaModFix/>
            </a:blip>
            <a:srcRect b="0" l="0" r="0" t="0"/>
            <a:stretch/>
          </p:blipFill>
          <p:spPr>
            <a:xfrm>
              <a:off x="7147585" y="5267896"/>
              <a:ext cx="105143" cy="206641"/>
            </a:xfrm>
            <a:prstGeom prst="rect">
              <a:avLst/>
            </a:prstGeom>
            <a:noFill/>
            <a:ln>
              <a:noFill/>
            </a:ln>
          </p:spPr>
        </p:pic>
        <p:pic>
          <p:nvPicPr>
            <p:cNvPr id="602" name="Google Shape;602;p5"/>
            <p:cNvPicPr preferRelativeResize="0"/>
            <p:nvPr/>
          </p:nvPicPr>
          <p:blipFill rotWithShape="1">
            <a:blip r:embed="rId23">
              <a:alphaModFix/>
            </a:blip>
            <a:srcRect b="0" l="0" r="0" t="0"/>
            <a:stretch/>
          </p:blipFill>
          <p:spPr>
            <a:xfrm>
              <a:off x="7146898" y="5267228"/>
              <a:ext cx="106514" cy="207987"/>
            </a:xfrm>
            <a:prstGeom prst="rect">
              <a:avLst/>
            </a:prstGeom>
            <a:noFill/>
            <a:ln>
              <a:noFill/>
            </a:ln>
          </p:spPr>
        </p:pic>
        <p:pic>
          <p:nvPicPr>
            <p:cNvPr id="603" name="Google Shape;603;p5"/>
            <p:cNvPicPr preferRelativeResize="0"/>
            <p:nvPr/>
          </p:nvPicPr>
          <p:blipFill rotWithShape="1">
            <a:blip r:embed="rId24">
              <a:alphaModFix/>
            </a:blip>
            <a:srcRect b="0" l="0" r="0" t="0"/>
            <a:stretch/>
          </p:blipFill>
          <p:spPr>
            <a:xfrm>
              <a:off x="7123701" y="5797391"/>
              <a:ext cx="142825" cy="348423"/>
            </a:xfrm>
            <a:prstGeom prst="rect">
              <a:avLst/>
            </a:prstGeom>
            <a:noFill/>
            <a:ln>
              <a:noFill/>
            </a:ln>
          </p:spPr>
        </p:pic>
        <p:pic>
          <p:nvPicPr>
            <p:cNvPr id="604" name="Google Shape;604;p5"/>
            <p:cNvPicPr preferRelativeResize="0"/>
            <p:nvPr/>
          </p:nvPicPr>
          <p:blipFill rotWithShape="1">
            <a:blip r:embed="rId25">
              <a:alphaModFix/>
            </a:blip>
            <a:srcRect b="0" l="0" r="0" t="0"/>
            <a:stretch/>
          </p:blipFill>
          <p:spPr>
            <a:xfrm>
              <a:off x="2574366" y="5426626"/>
              <a:ext cx="65214" cy="85458"/>
            </a:xfrm>
            <a:prstGeom prst="rect">
              <a:avLst/>
            </a:prstGeom>
            <a:noFill/>
            <a:ln>
              <a:noFill/>
            </a:ln>
          </p:spPr>
        </p:pic>
      </p:grpSp>
      <p:sp>
        <p:nvSpPr>
          <p:cNvPr id="605" name="Google Shape;605;p5"/>
          <p:cNvSpPr txBox="1"/>
          <p:nvPr/>
        </p:nvSpPr>
        <p:spPr>
          <a:xfrm>
            <a:off x="2409788" y="6267555"/>
            <a:ext cx="16319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Office</a:t>
            </a:r>
            <a:endParaRPr b="0" i="0" sz="400" u="none" cap="none" strike="noStrike">
              <a:solidFill>
                <a:srgbClr val="000000"/>
              </a:solidFill>
              <a:latin typeface="Arial"/>
              <a:ea typeface="Arial"/>
              <a:cs typeface="Arial"/>
              <a:sym typeface="Arial"/>
            </a:endParaRPr>
          </a:p>
        </p:txBody>
      </p:sp>
      <p:grpSp>
        <p:nvGrpSpPr>
          <p:cNvPr id="606" name="Google Shape;606;p5"/>
          <p:cNvGrpSpPr/>
          <p:nvPr/>
        </p:nvGrpSpPr>
        <p:grpSpPr>
          <a:xfrm>
            <a:off x="1143165" y="4531664"/>
            <a:ext cx="8332255" cy="2315648"/>
            <a:chOff x="1143165" y="4531664"/>
            <a:chExt cx="8332255" cy="2315648"/>
          </a:xfrm>
        </p:grpSpPr>
        <p:sp>
          <p:nvSpPr>
            <p:cNvPr id="607" name="Google Shape;607;p5"/>
            <p:cNvSpPr/>
            <p:nvPr/>
          </p:nvSpPr>
          <p:spPr>
            <a:xfrm>
              <a:off x="1195688" y="4558302"/>
              <a:ext cx="5464175" cy="0"/>
            </a:xfrm>
            <a:custGeom>
              <a:rect b="b" l="l" r="r" t="t"/>
              <a:pathLst>
                <a:path extrusionOk="0" h="120000" w="5464175">
                  <a:moveTo>
                    <a:pt x="0" y="0"/>
                  </a:moveTo>
                  <a:lnTo>
                    <a:pt x="546387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5"/>
            <p:cNvSpPr/>
            <p:nvPr/>
          </p:nvSpPr>
          <p:spPr>
            <a:xfrm>
              <a:off x="1143165" y="4531664"/>
              <a:ext cx="5568950" cy="53340"/>
            </a:xfrm>
            <a:custGeom>
              <a:rect b="b" l="l" r="r" t="t"/>
              <a:pathLst>
                <a:path extrusionOk="0" h="53339" w="5568950">
                  <a:moveTo>
                    <a:pt x="73215" y="0"/>
                  </a:moveTo>
                  <a:lnTo>
                    <a:pt x="0" y="26644"/>
                  </a:lnTo>
                  <a:lnTo>
                    <a:pt x="73215" y="53289"/>
                  </a:lnTo>
                  <a:lnTo>
                    <a:pt x="52514" y="26644"/>
                  </a:lnTo>
                  <a:lnTo>
                    <a:pt x="73215" y="0"/>
                  </a:lnTo>
                  <a:close/>
                </a:path>
                <a:path extrusionOk="0" h="53339" w="5568950">
                  <a:moveTo>
                    <a:pt x="5568899" y="26644"/>
                  </a:moveTo>
                  <a:lnTo>
                    <a:pt x="5495683" y="0"/>
                  </a:lnTo>
                  <a:lnTo>
                    <a:pt x="5516384" y="26644"/>
                  </a:lnTo>
                  <a:lnTo>
                    <a:pt x="5495683" y="53289"/>
                  </a:lnTo>
                  <a:lnTo>
                    <a:pt x="5568899" y="2664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
            <p:cNvSpPr/>
            <p:nvPr/>
          </p:nvSpPr>
          <p:spPr>
            <a:xfrm>
              <a:off x="7723841" y="5778112"/>
              <a:ext cx="1083945" cy="0"/>
            </a:xfrm>
            <a:custGeom>
              <a:rect b="b" l="l" r="r" t="t"/>
              <a:pathLst>
                <a:path extrusionOk="0" h="120000" w="1083945">
                  <a:moveTo>
                    <a:pt x="0" y="0"/>
                  </a:moveTo>
                  <a:lnTo>
                    <a:pt x="10835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
            <p:cNvSpPr/>
            <p:nvPr/>
          </p:nvSpPr>
          <p:spPr>
            <a:xfrm>
              <a:off x="8807400" y="5778112"/>
              <a:ext cx="668020" cy="0"/>
            </a:xfrm>
            <a:custGeom>
              <a:rect b="b" l="l" r="r" t="t"/>
              <a:pathLst>
                <a:path extrusionOk="0" h="120000" w="668020">
                  <a:moveTo>
                    <a:pt x="0" y="0"/>
                  </a:moveTo>
                  <a:lnTo>
                    <a:pt x="6678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5"/>
            <p:cNvSpPr/>
            <p:nvPr/>
          </p:nvSpPr>
          <p:spPr>
            <a:xfrm>
              <a:off x="7723841" y="5962313"/>
              <a:ext cx="1083945" cy="0"/>
            </a:xfrm>
            <a:custGeom>
              <a:rect b="b" l="l" r="r" t="t"/>
              <a:pathLst>
                <a:path extrusionOk="0" h="120000" w="1083945">
                  <a:moveTo>
                    <a:pt x="0" y="0"/>
                  </a:moveTo>
                  <a:lnTo>
                    <a:pt x="10835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5"/>
            <p:cNvSpPr/>
            <p:nvPr/>
          </p:nvSpPr>
          <p:spPr>
            <a:xfrm>
              <a:off x="8807400" y="5962313"/>
              <a:ext cx="668020" cy="0"/>
            </a:xfrm>
            <a:custGeom>
              <a:rect b="b" l="l" r="r" t="t"/>
              <a:pathLst>
                <a:path extrusionOk="0" h="120000" w="668020">
                  <a:moveTo>
                    <a:pt x="0" y="0"/>
                  </a:moveTo>
                  <a:lnTo>
                    <a:pt x="6678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5"/>
            <p:cNvSpPr/>
            <p:nvPr/>
          </p:nvSpPr>
          <p:spPr>
            <a:xfrm>
              <a:off x="7723841" y="6294712"/>
              <a:ext cx="1083945" cy="0"/>
            </a:xfrm>
            <a:custGeom>
              <a:rect b="b" l="l" r="r" t="t"/>
              <a:pathLst>
                <a:path extrusionOk="0" h="120000" w="1083945">
                  <a:moveTo>
                    <a:pt x="0" y="0"/>
                  </a:moveTo>
                  <a:lnTo>
                    <a:pt x="10835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5"/>
            <p:cNvSpPr/>
            <p:nvPr/>
          </p:nvSpPr>
          <p:spPr>
            <a:xfrm>
              <a:off x="8807400" y="6294712"/>
              <a:ext cx="668020" cy="0"/>
            </a:xfrm>
            <a:custGeom>
              <a:rect b="b" l="l" r="r" t="t"/>
              <a:pathLst>
                <a:path extrusionOk="0" h="120000" w="668020">
                  <a:moveTo>
                    <a:pt x="0" y="0"/>
                  </a:moveTo>
                  <a:lnTo>
                    <a:pt x="6678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
            <p:cNvSpPr/>
            <p:nvPr/>
          </p:nvSpPr>
          <p:spPr>
            <a:xfrm>
              <a:off x="7723841" y="6478912"/>
              <a:ext cx="1083945" cy="0"/>
            </a:xfrm>
            <a:custGeom>
              <a:rect b="b" l="l" r="r" t="t"/>
              <a:pathLst>
                <a:path extrusionOk="0" h="120000" w="1083945">
                  <a:moveTo>
                    <a:pt x="0" y="0"/>
                  </a:moveTo>
                  <a:lnTo>
                    <a:pt x="10835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8807400" y="6478912"/>
              <a:ext cx="668020" cy="0"/>
            </a:xfrm>
            <a:custGeom>
              <a:rect b="b" l="l" r="r" t="t"/>
              <a:pathLst>
                <a:path extrusionOk="0" h="120000" w="668020">
                  <a:moveTo>
                    <a:pt x="0" y="0"/>
                  </a:moveTo>
                  <a:lnTo>
                    <a:pt x="6678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7723841" y="6663113"/>
              <a:ext cx="1083945" cy="0"/>
            </a:xfrm>
            <a:custGeom>
              <a:rect b="b" l="l" r="r" t="t"/>
              <a:pathLst>
                <a:path extrusionOk="0" h="120000" w="1083945">
                  <a:moveTo>
                    <a:pt x="0" y="0"/>
                  </a:moveTo>
                  <a:lnTo>
                    <a:pt x="10835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8807400" y="6663113"/>
              <a:ext cx="668020" cy="0"/>
            </a:xfrm>
            <a:custGeom>
              <a:rect b="b" l="l" r="r" t="t"/>
              <a:pathLst>
                <a:path extrusionOk="0" h="120000" w="668020">
                  <a:moveTo>
                    <a:pt x="0" y="0"/>
                  </a:moveTo>
                  <a:lnTo>
                    <a:pt x="6678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7723841" y="6847312"/>
              <a:ext cx="1083945" cy="0"/>
            </a:xfrm>
            <a:custGeom>
              <a:rect b="b" l="l" r="r" t="t"/>
              <a:pathLst>
                <a:path extrusionOk="0" h="120000" w="1083945">
                  <a:moveTo>
                    <a:pt x="0" y="0"/>
                  </a:moveTo>
                  <a:lnTo>
                    <a:pt x="10835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8807400" y="6847312"/>
              <a:ext cx="668020" cy="0"/>
            </a:xfrm>
            <a:custGeom>
              <a:rect b="b" l="l" r="r" t="t"/>
              <a:pathLst>
                <a:path extrusionOk="0" h="120000" w="668020">
                  <a:moveTo>
                    <a:pt x="0" y="0"/>
                  </a:moveTo>
                  <a:lnTo>
                    <a:pt x="6678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1" name="Google Shape;621;p5"/>
          <p:cNvSpPr txBox="1"/>
          <p:nvPr/>
        </p:nvSpPr>
        <p:spPr>
          <a:xfrm>
            <a:off x="7783141" y="5828269"/>
            <a:ext cx="47307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Building area</a:t>
            </a:r>
            <a:endParaRPr b="0" i="0" sz="600" u="none" cap="none" strike="noStrike">
              <a:solidFill>
                <a:srgbClr val="000000"/>
              </a:solidFill>
              <a:latin typeface="Arial"/>
              <a:ea typeface="Arial"/>
              <a:cs typeface="Arial"/>
              <a:sym typeface="Arial"/>
            </a:endParaRPr>
          </a:p>
        </p:txBody>
      </p:sp>
      <p:sp>
        <p:nvSpPr>
          <p:cNvPr id="622" name="Google Shape;622;p5"/>
          <p:cNvSpPr txBox="1"/>
          <p:nvPr/>
        </p:nvSpPr>
        <p:spPr>
          <a:xfrm>
            <a:off x="8913314" y="5828269"/>
            <a:ext cx="37211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2,700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623" name="Google Shape;623;p5"/>
          <p:cNvSpPr txBox="1"/>
          <p:nvPr/>
        </p:nvSpPr>
        <p:spPr>
          <a:xfrm>
            <a:off x="7783141" y="6012469"/>
            <a:ext cx="664210"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Main building structure</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Firewall structure</a:t>
            </a:r>
            <a:endParaRPr b="0" i="0" sz="600" u="none" cap="none" strike="noStrike">
              <a:solidFill>
                <a:srgbClr val="000000"/>
              </a:solidFill>
              <a:latin typeface="Arial"/>
              <a:ea typeface="Arial"/>
              <a:cs typeface="Arial"/>
              <a:sym typeface="Arial"/>
            </a:endParaRPr>
          </a:p>
        </p:txBody>
      </p:sp>
      <p:sp>
        <p:nvSpPr>
          <p:cNvPr id="624" name="Google Shape;624;p5"/>
          <p:cNvSpPr txBox="1"/>
          <p:nvPr/>
        </p:nvSpPr>
        <p:spPr>
          <a:xfrm>
            <a:off x="8866733" y="6012469"/>
            <a:ext cx="470534"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HR-construct</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R-construct</a:t>
            </a:r>
            <a:endParaRPr b="0" i="0" sz="600" u="none" cap="none" strike="noStrike">
              <a:solidFill>
                <a:srgbClr val="000000"/>
              </a:solidFill>
              <a:latin typeface="Arial"/>
              <a:ea typeface="Arial"/>
              <a:cs typeface="Arial"/>
              <a:sym typeface="Arial"/>
            </a:endParaRPr>
          </a:p>
        </p:txBody>
      </p:sp>
      <p:sp>
        <p:nvSpPr>
          <p:cNvPr id="625" name="Google Shape;625;p5"/>
          <p:cNvSpPr txBox="1"/>
          <p:nvPr/>
        </p:nvSpPr>
        <p:spPr>
          <a:xfrm>
            <a:off x="7783169" y="6344853"/>
            <a:ext cx="5035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Ceiling height</a:t>
            </a:r>
            <a:endParaRPr b="0" i="0" sz="600" u="none" cap="none" strike="noStrike">
              <a:solidFill>
                <a:srgbClr val="000000"/>
              </a:solidFill>
              <a:latin typeface="Arial"/>
              <a:ea typeface="Arial"/>
              <a:cs typeface="Arial"/>
              <a:sym typeface="Arial"/>
            </a:endParaRPr>
          </a:p>
        </p:txBody>
      </p:sp>
      <p:sp>
        <p:nvSpPr>
          <p:cNvPr id="626" name="Google Shape;626;p5"/>
          <p:cNvSpPr txBox="1"/>
          <p:nvPr/>
        </p:nvSpPr>
        <p:spPr>
          <a:xfrm>
            <a:off x="9046336" y="6344853"/>
            <a:ext cx="15430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9 m</a:t>
            </a:r>
            <a:endParaRPr b="0" i="0" sz="600" u="none" cap="none" strike="noStrike">
              <a:solidFill>
                <a:srgbClr val="000000"/>
              </a:solidFill>
              <a:latin typeface="Arial"/>
              <a:ea typeface="Arial"/>
              <a:cs typeface="Arial"/>
              <a:sym typeface="Arial"/>
            </a:endParaRPr>
          </a:p>
        </p:txBody>
      </p:sp>
      <p:sp>
        <p:nvSpPr>
          <p:cNvPr id="627" name="Google Shape;627;p5"/>
          <p:cNvSpPr txBox="1"/>
          <p:nvPr/>
        </p:nvSpPr>
        <p:spPr>
          <a:xfrm>
            <a:off x="7783169" y="6529029"/>
            <a:ext cx="5613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Oil storage tank</a:t>
            </a:r>
            <a:endParaRPr b="0" i="0" sz="600" u="none" cap="none" strike="noStrike">
              <a:solidFill>
                <a:srgbClr val="000000"/>
              </a:solidFill>
              <a:latin typeface="Arial"/>
              <a:ea typeface="Arial"/>
              <a:cs typeface="Arial"/>
              <a:sym typeface="Arial"/>
            </a:endParaRPr>
          </a:p>
        </p:txBody>
      </p:sp>
      <p:sp>
        <p:nvSpPr>
          <p:cNvPr id="628" name="Google Shape;628;p5"/>
          <p:cNvSpPr txBox="1"/>
          <p:nvPr/>
        </p:nvSpPr>
        <p:spPr>
          <a:xfrm>
            <a:off x="8974708" y="6529029"/>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8 </a:t>
            </a:r>
            <a:endParaRPr b="0" i="0" sz="600" u="none" cap="none" strike="noStrike">
              <a:solidFill>
                <a:srgbClr val="000000"/>
              </a:solidFill>
              <a:latin typeface="Arial"/>
              <a:ea typeface="Arial"/>
              <a:cs typeface="Arial"/>
              <a:sym typeface="Arial"/>
            </a:endParaRPr>
          </a:p>
        </p:txBody>
      </p:sp>
      <p:sp>
        <p:nvSpPr>
          <p:cNvPr id="629" name="Google Shape;629;p5"/>
          <p:cNvSpPr txBox="1"/>
          <p:nvPr/>
        </p:nvSpPr>
        <p:spPr>
          <a:xfrm>
            <a:off x="7783141" y="6713269"/>
            <a:ext cx="6394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Water storage tank</a:t>
            </a:r>
            <a:endParaRPr b="0" i="0" sz="600" u="none" cap="none" strike="noStrike">
              <a:solidFill>
                <a:srgbClr val="000000"/>
              </a:solidFill>
              <a:latin typeface="Arial"/>
              <a:ea typeface="Arial"/>
              <a:cs typeface="Arial"/>
              <a:sym typeface="Arial"/>
            </a:endParaRPr>
          </a:p>
        </p:txBody>
      </p:sp>
      <p:sp>
        <p:nvSpPr>
          <p:cNvPr id="630" name="Google Shape;630;p5"/>
          <p:cNvSpPr txBox="1"/>
          <p:nvPr/>
        </p:nvSpPr>
        <p:spPr>
          <a:xfrm>
            <a:off x="8974700" y="6713269"/>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2 </a:t>
            </a:r>
            <a:endParaRPr b="0" i="0" sz="600" u="none" cap="none" strike="noStrike">
              <a:solidFill>
                <a:srgbClr val="000000"/>
              </a:solidFill>
              <a:latin typeface="Arial"/>
              <a:ea typeface="Arial"/>
              <a:cs typeface="Arial"/>
              <a:sym typeface="Arial"/>
            </a:endParaRPr>
          </a:p>
        </p:txBody>
      </p:sp>
      <p:sp>
        <p:nvSpPr>
          <p:cNvPr id="631" name="Google Shape;631;p5"/>
          <p:cNvSpPr txBox="1"/>
          <p:nvPr/>
        </p:nvSpPr>
        <p:spPr>
          <a:xfrm>
            <a:off x="3714318" y="4459732"/>
            <a:ext cx="381000" cy="72390"/>
          </a:xfrm>
          <a:prstGeom prst="rect">
            <a:avLst/>
          </a:prstGeom>
          <a:solidFill>
            <a:srgbClr val="FFFFFF"/>
          </a:solidFill>
          <a:ln>
            <a:noFill/>
          </a:ln>
        </p:spPr>
        <p:txBody>
          <a:bodyPr anchorCtr="0" anchor="t" bIns="0" lIns="0" spcFirstLastPara="1" rIns="0" wrap="square" tIns="0">
            <a:spAutoFit/>
          </a:bodyPr>
          <a:lstStyle/>
          <a:p>
            <a:pPr indent="0" lvl="0" marL="102870" marR="0" rtl="0" algn="l">
              <a:lnSpc>
                <a:spcPct val="103636"/>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95 m</a:t>
            </a:r>
            <a:endParaRPr b="0" i="0" sz="550" u="none" cap="none" strike="noStrike">
              <a:solidFill>
                <a:srgbClr val="000000"/>
              </a:solidFill>
              <a:latin typeface="Arial"/>
              <a:ea typeface="Arial"/>
              <a:cs typeface="Arial"/>
              <a:sym typeface="Arial"/>
            </a:endParaRPr>
          </a:p>
        </p:txBody>
      </p:sp>
      <p:grpSp>
        <p:nvGrpSpPr>
          <p:cNvPr id="632" name="Google Shape;632;p5"/>
          <p:cNvGrpSpPr/>
          <p:nvPr/>
        </p:nvGrpSpPr>
        <p:grpSpPr>
          <a:xfrm>
            <a:off x="899426" y="4698060"/>
            <a:ext cx="72390" cy="1774189"/>
            <a:chOff x="899426" y="4698060"/>
            <a:chExt cx="72390" cy="1774189"/>
          </a:xfrm>
        </p:grpSpPr>
        <p:sp>
          <p:nvSpPr>
            <p:cNvPr id="633" name="Google Shape;633;p5"/>
            <p:cNvSpPr/>
            <p:nvPr/>
          </p:nvSpPr>
          <p:spPr>
            <a:xfrm>
              <a:off x="938565" y="4750559"/>
              <a:ext cx="0" cy="1669414"/>
            </a:xfrm>
            <a:custGeom>
              <a:rect b="b" l="l" r="r" t="t"/>
              <a:pathLst>
                <a:path extrusionOk="0" h="1669414" w="120000">
                  <a:moveTo>
                    <a:pt x="0" y="1024765"/>
                  </a:moveTo>
                  <a:lnTo>
                    <a:pt x="0" y="1668792"/>
                  </a:lnTo>
                </a:path>
                <a:path extrusionOk="0" h="1669414" w="120000">
                  <a:moveTo>
                    <a:pt x="0" y="0"/>
                  </a:moveTo>
                  <a:lnTo>
                    <a:pt x="0" y="644032"/>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911910" y="4698060"/>
              <a:ext cx="53340" cy="1774189"/>
            </a:xfrm>
            <a:custGeom>
              <a:rect b="b" l="l" r="r" t="t"/>
              <a:pathLst>
                <a:path extrusionOk="0" h="1774189" w="53340">
                  <a:moveTo>
                    <a:pt x="53289" y="1700593"/>
                  </a:moveTo>
                  <a:lnTo>
                    <a:pt x="26644" y="1721294"/>
                  </a:lnTo>
                  <a:lnTo>
                    <a:pt x="0" y="1700593"/>
                  </a:lnTo>
                  <a:lnTo>
                    <a:pt x="26644" y="1773809"/>
                  </a:lnTo>
                  <a:lnTo>
                    <a:pt x="53289" y="1700593"/>
                  </a:lnTo>
                  <a:close/>
                </a:path>
                <a:path extrusionOk="0" h="1774189" w="53340">
                  <a:moveTo>
                    <a:pt x="53289" y="73215"/>
                  </a:moveTo>
                  <a:lnTo>
                    <a:pt x="26644" y="0"/>
                  </a:lnTo>
                  <a:lnTo>
                    <a:pt x="0" y="73215"/>
                  </a:lnTo>
                  <a:lnTo>
                    <a:pt x="26644" y="52514"/>
                  </a:lnTo>
                  <a:lnTo>
                    <a:pt x="53289" y="7321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899426" y="5394591"/>
              <a:ext cx="72390" cy="381000"/>
            </a:xfrm>
            <a:custGeom>
              <a:rect b="b" l="l" r="r" t="t"/>
              <a:pathLst>
                <a:path extrusionOk="0" h="381000" w="72390">
                  <a:moveTo>
                    <a:pt x="72174" y="0"/>
                  </a:moveTo>
                  <a:lnTo>
                    <a:pt x="0" y="0"/>
                  </a:lnTo>
                  <a:lnTo>
                    <a:pt x="0" y="380733"/>
                  </a:lnTo>
                  <a:lnTo>
                    <a:pt x="72174" y="380733"/>
                  </a:lnTo>
                  <a:lnTo>
                    <a:pt x="7217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6" name="Google Shape;636;p5"/>
          <p:cNvSpPr txBox="1"/>
          <p:nvPr/>
        </p:nvSpPr>
        <p:spPr>
          <a:xfrm rot="-5400000">
            <a:off x="827621" y="5523451"/>
            <a:ext cx="199390" cy="123189"/>
          </a:xfrm>
          <a:prstGeom prst="rect">
            <a:avLst/>
          </a:prstGeom>
          <a:noFill/>
          <a:ln>
            <a:noFill/>
          </a:ln>
        </p:spPr>
        <p:txBody>
          <a:bodyPr anchorCtr="0" anchor="t" bIns="0" lIns="0" spcFirstLastPara="1" rIns="0" wrap="square" tIns="27300">
            <a:spAutoFit/>
          </a:bodyPr>
          <a:lstStyle/>
          <a:p>
            <a:pPr indent="0" lvl="0" marL="12700" marR="0" rtl="0" algn="l">
              <a:lnSpc>
                <a:spcPct val="100000"/>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30 m</a:t>
            </a:r>
            <a:endParaRPr b="0" i="0" sz="550" u="none" cap="none" strike="noStrike">
              <a:solidFill>
                <a:srgbClr val="000000"/>
              </a:solidFill>
              <a:latin typeface="Arial"/>
              <a:ea typeface="Arial"/>
              <a:cs typeface="Arial"/>
              <a:sym typeface="Arial"/>
            </a:endParaRPr>
          </a:p>
        </p:txBody>
      </p:sp>
      <p:sp>
        <p:nvSpPr>
          <p:cNvPr id="637" name="Google Shape;637;p5"/>
          <p:cNvSpPr/>
          <p:nvPr/>
        </p:nvSpPr>
        <p:spPr>
          <a:xfrm>
            <a:off x="710755" y="783382"/>
            <a:ext cx="2058670" cy="312420"/>
          </a:xfrm>
          <a:custGeom>
            <a:rect b="b" l="l" r="r" t="t"/>
            <a:pathLst>
              <a:path extrusionOk="0" h="312419" w="2058670">
                <a:moveTo>
                  <a:pt x="2058047" y="0"/>
                </a:moveTo>
                <a:lnTo>
                  <a:pt x="0" y="0"/>
                </a:lnTo>
                <a:lnTo>
                  <a:pt x="135001" y="312267"/>
                </a:lnTo>
                <a:lnTo>
                  <a:pt x="2058047" y="312267"/>
                </a:lnTo>
                <a:lnTo>
                  <a:pt x="205804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
          <p:cNvSpPr txBox="1"/>
          <p:nvPr/>
        </p:nvSpPr>
        <p:spPr>
          <a:xfrm>
            <a:off x="1086112" y="1088241"/>
            <a:ext cx="1628775" cy="4368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700"/>
              <a:buFont typeface="Arial"/>
              <a:buNone/>
            </a:pPr>
            <a:r>
              <a:rPr b="0" i="0" lang="en-US" sz="2700" u="none" cap="none" strike="noStrike">
                <a:solidFill>
                  <a:srgbClr val="231F20"/>
                </a:solidFill>
                <a:latin typeface="Verdana"/>
                <a:ea typeface="Verdana"/>
                <a:cs typeface="Verdana"/>
                <a:sym typeface="Verdana"/>
              </a:rPr>
              <a:t>UR</a:t>
            </a:r>
            <a:r>
              <a:rPr b="0" i="0" lang="en-US" sz="2700" u="none" cap="none" strike="noStrike">
                <a:solidFill>
                  <a:srgbClr val="696A6D"/>
                </a:solidFill>
                <a:latin typeface="Verdana"/>
                <a:ea typeface="Verdana"/>
                <a:cs typeface="Verdana"/>
                <a:sym typeface="Verdana"/>
              </a:rPr>
              <a:t>C</a:t>
            </a:r>
            <a:r>
              <a:rPr b="0" i="0" lang="en-US" sz="2700" u="none" cap="none" strike="noStrike">
                <a:solidFill>
                  <a:srgbClr val="231F20"/>
                </a:solidFill>
                <a:latin typeface="Verdana"/>
                <a:ea typeface="Verdana"/>
                <a:cs typeface="Verdana"/>
                <a:sym typeface="Verdana"/>
              </a:rPr>
              <a:t>-400</a:t>
            </a:r>
            <a:endParaRPr b="0" i="0" sz="2700" u="none" cap="none" strike="noStrike">
              <a:solidFill>
                <a:srgbClr val="000000"/>
              </a:solidFill>
              <a:latin typeface="Verdana"/>
              <a:ea typeface="Verdana"/>
              <a:cs typeface="Verdana"/>
              <a:sym typeface="Verdana"/>
            </a:endParaRPr>
          </a:p>
        </p:txBody>
      </p:sp>
      <p:grpSp>
        <p:nvGrpSpPr>
          <p:cNvPr id="639" name="Google Shape;639;p5"/>
          <p:cNvGrpSpPr/>
          <p:nvPr/>
        </p:nvGrpSpPr>
        <p:grpSpPr>
          <a:xfrm>
            <a:off x="1383639" y="778751"/>
            <a:ext cx="1500683" cy="1122680"/>
            <a:chOff x="1383639" y="778751"/>
            <a:chExt cx="1500683" cy="1122680"/>
          </a:xfrm>
        </p:grpSpPr>
        <p:sp>
          <p:nvSpPr>
            <p:cNvPr id="640" name="Google Shape;640;p5"/>
            <p:cNvSpPr/>
            <p:nvPr/>
          </p:nvSpPr>
          <p:spPr>
            <a:xfrm>
              <a:off x="2811297" y="778751"/>
              <a:ext cx="73025" cy="1122680"/>
            </a:xfrm>
            <a:custGeom>
              <a:rect b="b" l="l" r="r" t="t"/>
              <a:pathLst>
                <a:path extrusionOk="0" h="1122680" w="73025">
                  <a:moveTo>
                    <a:pt x="72948" y="0"/>
                  </a:moveTo>
                  <a:lnTo>
                    <a:pt x="0" y="0"/>
                  </a:lnTo>
                  <a:lnTo>
                    <a:pt x="0" y="1122057"/>
                  </a:lnTo>
                  <a:lnTo>
                    <a:pt x="72948" y="1122057"/>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1" name="Google Shape;641;p5"/>
            <p:cNvPicPr preferRelativeResize="0"/>
            <p:nvPr/>
          </p:nvPicPr>
          <p:blipFill rotWithShape="1">
            <a:blip r:embed="rId26">
              <a:alphaModFix/>
            </a:blip>
            <a:srcRect b="0" l="0" r="0" t="0"/>
            <a:stretch/>
          </p:blipFill>
          <p:spPr>
            <a:xfrm>
              <a:off x="1383639" y="1531658"/>
              <a:ext cx="286283" cy="284949"/>
            </a:xfrm>
            <a:prstGeom prst="rect">
              <a:avLst/>
            </a:prstGeom>
            <a:noFill/>
            <a:ln>
              <a:noFill/>
            </a:ln>
          </p:spPr>
        </p:pic>
        <p:sp>
          <p:nvSpPr>
            <p:cNvPr id="642" name="Google Shape;642;p5"/>
            <p:cNvSpPr/>
            <p:nvPr/>
          </p:nvSpPr>
          <p:spPr>
            <a:xfrm>
              <a:off x="1383643"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3" name="Google Shape;643;p5"/>
            <p:cNvPicPr preferRelativeResize="0"/>
            <p:nvPr/>
          </p:nvPicPr>
          <p:blipFill rotWithShape="1">
            <a:blip r:embed="rId27">
              <a:alphaModFix/>
            </a:blip>
            <a:srcRect b="0" l="0" r="0" t="0"/>
            <a:stretch/>
          </p:blipFill>
          <p:spPr>
            <a:xfrm>
              <a:off x="1468994" y="1589524"/>
              <a:ext cx="116585" cy="140601"/>
            </a:xfrm>
            <a:prstGeom prst="rect">
              <a:avLst/>
            </a:prstGeom>
            <a:noFill/>
            <a:ln>
              <a:noFill/>
            </a:ln>
          </p:spPr>
        </p:pic>
      </p:grpSp>
      <p:sp>
        <p:nvSpPr>
          <p:cNvPr id="644" name="Google Shape;644;p5"/>
          <p:cNvSpPr txBox="1"/>
          <p:nvPr/>
        </p:nvSpPr>
        <p:spPr>
          <a:xfrm>
            <a:off x="1412256" y="1730846"/>
            <a:ext cx="2406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GENERAL</a:t>
            </a:r>
            <a:endParaRPr b="0" i="0" sz="350" u="none" cap="none" strike="noStrike">
              <a:solidFill>
                <a:srgbClr val="000000"/>
              </a:solidFill>
              <a:latin typeface="Arial"/>
              <a:ea typeface="Arial"/>
              <a:cs typeface="Arial"/>
              <a:sym typeface="Arial"/>
            </a:endParaRPr>
          </a:p>
        </p:txBody>
      </p:sp>
      <p:grpSp>
        <p:nvGrpSpPr>
          <p:cNvPr id="645" name="Google Shape;645;p5"/>
          <p:cNvGrpSpPr/>
          <p:nvPr/>
        </p:nvGrpSpPr>
        <p:grpSpPr>
          <a:xfrm>
            <a:off x="2070849" y="1531658"/>
            <a:ext cx="286396" cy="286391"/>
            <a:chOff x="2070849" y="1531658"/>
            <a:chExt cx="286396" cy="286391"/>
          </a:xfrm>
        </p:grpSpPr>
        <p:pic>
          <p:nvPicPr>
            <p:cNvPr id="646" name="Google Shape;646;p5"/>
            <p:cNvPicPr preferRelativeResize="0"/>
            <p:nvPr/>
          </p:nvPicPr>
          <p:blipFill rotWithShape="1">
            <a:blip r:embed="rId26">
              <a:alphaModFix/>
            </a:blip>
            <a:srcRect b="0" l="0" r="0" t="0"/>
            <a:stretch/>
          </p:blipFill>
          <p:spPr>
            <a:xfrm>
              <a:off x="2070849" y="1531658"/>
              <a:ext cx="286296" cy="284949"/>
            </a:xfrm>
            <a:prstGeom prst="rect">
              <a:avLst/>
            </a:prstGeom>
            <a:noFill/>
            <a:ln>
              <a:noFill/>
            </a:ln>
          </p:spPr>
        </p:pic>
        <p:sp>
          <p:nvSpPr>
            <p:cNvPr id="647" name="Google Shape;647;p5"/>
            <p:cNvSpPr/>
            <p:nvPr/>
          </p:nvSpPr>
          <p:spPr>
            <a:xfrm>
              <a:off x="2070860"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8" name="Google Shape;648;p5"/>
            <p:cNvPicPr preferRelativeResize="0"/>
            <p:nvPr/>
          </p:nvPicPr>
          <p:blipFill rotWithShape="1">
            <a:blip r:embed="rId28">
              <a:alphaModFix/>
            </a:blip>
            <a:srcRect b="0" l="0" r="0" t="0"/>
            <a:stretch/>
          </p:blipFill>
          <p:spPr>
            <a:xfrm>
              <a:off x="2144589" y="1589524"/>
              <a:ext cx="138849" cy="140601"/>
            </a:xfrm>
            <a:prstGeom prst="rect">
              <a:avLst/>
            </a:prstGeom>
            <a:noFill/>
            <a:ln>
              <a:noFill/>
            </a:ln>
          </p:spPr>
        </p:pic>
      </p:grpSp>
      <p:sp>
        <p:nvSpPr>
          <p:cNvPr id="649" name="Google Shape;649;p5"/>
          <p:cNvSpPr txBox="1"/>
          <p:nvPr/>
        </p:nvSpPr>
        <p:spPr>
          <a:xfrm>
            <a:off x="2120447" y="1730846"/>
            <a:ext cx="18732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META L</a:t>
            </a:r>
            <a:endParaRPr b="0" i="0" sz="350" u="none" cap="none" strike="noStrike">
              <a:solidFill>
                <a:srgbClr val="000000"/>
              </a:solidFill>
              <a:latin typeface="Arial"/>
              <a:ea typeface="Arial"/>
              <a:cs typeface="Arial"/>
              <a:sym typeface="Arial"/>
            </a:endParaRPr>
          </a:p>
        </p:txBody>
      </p:sp>
      <p:grpSp>
        <p:nvGrpSpPr>
          <p:cNvPr id="650" name="Google Shape;650;p5"/>
          <p:cNvGrpSpPr/>
          <p:nvPr/>
        </p:nvGrpSpPr>
        <p:grpSpPr>
          <a:xfrm>
            <a:off x="2414460" y="1531658"/>
            <a:ext cx="286393" cy="286391"/>
            <a:chOff x="2414460" y="1531658"/>
            <a:chExt cx="286393" cy="286391"/>
          </a:xfrm>
        </p:grpSpPr>
        <p:pic>
          <p:nvPicPr>
            <p:cNvPr id="651" name="Google Shape;651;p5"/>
            <p:cNvPicPr preferRelativeResize="0"/>
            <p:nvPr/>
          </p:nvPicPr>
          <p:blipFill rotWithShape="1">
            <a:blip r:embed="rId26">
              <a:alphaModFix/>
            </a:blip>
            <a:srcRect b="0" l="0" r="0" t="0"/>
            <a:stretch/>
          </p:blipFill>
          <p:spPr>
            <a:xfrm>
              <a:off x="2414460" y="1531658"/>
              <a:ext cx="286283" cy="284949"/>
            </a:xfrm>
            <a:prstGeom prst="rect">
              <a:avLst/>
            </a:prstGeom>
            <a:noFill/>
            <a:ln>
              <a:noFill/>
            </a:ln>
          </p:spPr>
        </p:pic>
        <p:sp>
          <p:nvSpPr>
            <p:cNvPr id="652" name="Google Shape;652;p5"/>
            <p:cNvSpPr/>
            <p:nvPr/>
          </p:nvSpPr>
          <p:spPr>
            <a:xfrm>
              <a:off x="2414468"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3" name="Google Shape;653;p5"/>
            <p:cNvPicPr preferRelativeResize="0"/>
            <p:nvPr/>
          </p:nvPicPr>
          <p:blipFill rotWithShape="1">
            <a:blip r:embed="rId29">
              <a:alphaModFix/>
            </a:blip>
            <a:srcRect b="0" l="0" r="0" t="0"/>
            <a:stretch/>
          </p:blipFill>
          <p:spPr>
            <a:xfrm>
              <a:off x="2496982" y="1586586"/>
              <a:ext cx="121272" cy="146469"/>
            </a:xfrm>
            <a:prstGeom prst="rect">
              <a:avLst/>
            </a:prstGeom>
            <a:noFill/>
            <a:ln>
              <a:noFill/>
            </a:ln>
          </p:spPr>
        </p:pic>
      </p:grpSp>
      <p:sp>
        <p:nvSpPr>
          <p:cNvPr id="654" name="Google Shape;654;p5"/>
          <p:cNvSpPr txBox="1"/>
          <p:nvPr/>
        </p:nvSpPr>
        <p:spPr>
          <a:xfrm>
            <a:off x="2433095" y="1730846"/>
            <a:ext cx="26479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ORGANICS</a:t>
            </a:r>
            <a:endParaRPr b="0" i="0" sz="350" u="none" cap="none" strike="noStrike">
              <a:solidFill>
                <a:srgbClr val="000000"/>
              </a:solidFill>
              <a:latin typeface="Arial"/>
              <a:ea typeface="Arial"/>
              <a:cs typeface="Arial"/>
              <a:sym typeface="Arial"/>
            </a:endParaRPr>
          </a:p>
        </p:txBody>
      </p:sp>
      <p:grpSp>
        <p:nvGrpSpPr>
          <p:cNvPr id="655" name="Google Shape;655;p5"/>
          <p:cNvGrpSpPr/>
          <p:nvPr/>
        </p:nvGrpSpPr>
        <p:grpSpPr>
          <a:xfrm>
            <a:off x="1725381" y="1531671"/>
            <a:ext cx="288290" cy="5023548"/>
            <a:chOff x="1725381" y="1531671"/>
            <a:chExt cx="288290" cy="5023548"/>
          </a:xfrm>
        </p:grpSpPr>
        <p:pic>
          <p:nvPicPr>
            <p:cNvPr id="656" name="Google Shape;656;p5"/>
            <p:cNvPicPr preferRelativeResize="0"/>
            <p:nvPr/>
          </p:nvPicPr>
          <p:blipFill rotWithShape="1">
            <a:blip r:embed="rId30">
              <a:alphaModFix/>
            </a:blip>
            <a:srcRect b="0" l="0" r="0" t="0"/>
            <a:stretch/>
          </p:blipFill>
          <p:spPr>
            <a:xfrm>
              <a:off x="1725383" y="1531671"/>
              <a:ext cx="288150" cy="286778"/>
            </a:xfrm>
            <a:prstGeom prst="rect">
              <a:avLst/>
            </a:prstGeom>
            <a:noFill/>
            <a:ln>
              <a:noFill/>
            </a:ln>
          </p:spPr>
        </p:pic>
        <p:sp>
          <p:nvSpPr>
            <p:cNvPr id="657" name="Google Shape;657;p5"/>
            <p:cNvSpPr/>
            <p:nvPr/>
          </p:nvSpPr>
          <p:spPr>
            <a:xfrm>
              <a:off x="1725381" y="1531672"/>
              <a:ext cx="288290" cy="288290"/>
            </a:xfrm>
            <a:custGeom>
              <a:rect b="b" l="l" r="r" t="t"/>
              <a:pathLst>
                <a:path extrusionOk="0" h="288289" w="288289">
                  <a:moveTo>
                    <a:pt x="237502" y="0"/>
                  </a:moveTo>
                  <a:lnTo>
                    <a:pt x="50647" y="0"/>
                  </a:lnTo>
                  <a:lnTo>
                    <a:pt x="30936" y="3979"/>
                  </a:lnTo>
                  <a:lnTo>
                    <a:pt x="14836" y="14832"/>
                  </a:lnTo>
                  <a:lnTo>
                    <a:pt x="3981" y="30930"/>
                  </a:lnTo>
                  <a:lnTo>
                    <a:pt x="0" y="50647"/>
                  </a:lnTo>
                  <a:lnTo>
                    <a:pt x="0" y="237502"/>
                  </a:lnTo>
                  <a:lnTo>
                    <a:pt x="3981" y="257212"/>
                  </a:lnTo>
                  <a:lnTo>
                    <a:pt x="14836" y="273307"/>
                  </a:lnTo>
                  <a:lnTo>
                    <a:pt x="30936" y="284158"/>
                  </a:lnTo>
                  <a:lnTo>
                    <a:pt x="50647" y="288137"/>
                  </a:lnTo>
                  <a:lnTo>
                    <a:pt x="237502" y="288137"/>
                  </a:lnTo>
                  <a:lnTo>
                    <a:pt x="257214" y="284158"/>
                  </a:lnTo>
                  <a:lnTo>
                    <a:pt x="273313" y="273307"/>
                  </a:lnTo>
                  <a:lnTo>
                    <a:pt x="284169" y="257212"/>
                  </a:lnTo>
                  <a:lnTo>
                    <a:pt x="288150" y="237502"/>
                  </a:lnTo>
                  <a:lnTo>
                    <a:pt x="288150" y="50647"/>
                  </a:lnTo>
                  <a:lnTo>
                    <a:pt x="284169" y="30930"/>
                  </a:lnTo>
                  <a:lnTo>
                    <a:pt x="273313" y="14832"/>
                  </a:lnTo>
                  <a:lnTo>
                    <a:pt x="257214" y="3979"/>
                  </a:lnTo>
                  <a:lnTo>
                    <a:pt x="237502"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1771209" y="1757627"/>
              <a:ext cx="24765" cy="32384"/>
            </a:xfrm>
            <a:custGeom>
              <a:rect b="b" l="l" r="r" t="t"/>
              <a:pathLst>
                <a:path extrusionOk="0" h="32385" w="24764">
                  <a:moveTo>
                    <a:pt x="14274" y="0"/>
                  </a:moveTo>
                  <a:lnTo>
                    <a:pt x="0" y="0"/>
                  </a:lnTo>
                  <a:lnTo>
                    <a:pt x="0" y="31965"/>
                  </a:lnTo>
                  <a:lnTo>
                    <a:pt x="6451" y="31965"/>
                  </a:lnTo>
                  <a:lnTo>
                    <a:pt x="6451" y="19900"/>
                  </a:lnTo>
                  <a:lnTo>
                    <a:pt x="13576" y="19900"/>
                  </a:lnTo>
                  <a:lnTo>
                    <a:pt x="23577" y="14477"/>
                  </a:lnTo>
                  <a:lnTo>
                    <a:pt x="6451" y="14477"/>
                  </a:lnTo>
                  <a:lnTo>
                    <a:pt x="6451" y="5397"/>
                  </a:lnTo>
                  <a:lnTo>
                    <a:pt x="23920" y="5397"/>
                  </a:lnTo>
                  <a:lnTo>
                    <a:pt x="23863" y="5206"/>
                  </a:lnTo>
                  <a:lnTo>
                    <a:pt x="21399" y="1993"/>
                  </a:lnTo>
                  <a:lnTo>
                    <a:pt x="19862" y="952"/>
                  </a:lnTo>
                  <a:lnTo>
                    <a:pt x="16840" y="152"/>
                  </a:lnTo>
                  <a:lnTo>
                    <a:pt x="14274" y="0"/>
                  </a:lnTo>
                  <a:close/>
                </a:path>
                <a:path extrusionOk="0" h="32385" w="24764">
                  <a:moveTo>
                    <a:pt x="23920" y="5397"/>
                  </a:moveTo>
                  <a:lnTo>
                    <a:pt x="11899" y="5397"/>
                  </a:lnTo>
                  <a:lnTo>
                    <a:pt x="13449" y="5473"/>
                  </a:lnTo>
                  <a:lnTo>
                    <a:pt x="15265" y="5803"/>
                  </a:lnTo>
                  <a:lnTo>
                    <a:pt x="16129" y="6286"/>
                  </a:lnTo>
                  <a:lnTo>
                    <a:pt x="17500" y="7797"/>
                  </a:lnTo>
                  <a:lnTo>
                    <a:pt x="17843" y="8750"/>
                  </a:lnTo>
                  <a:lnTo>
                    <a:pt x="17843" y="10858"/>
                  </a:lnTo>
                  <a:lnTo>
                    <a:pt x="12522" y="14477"/>
                  </a:lnTo>
                  <a:lnTo>
                    <a:pt x="23577" y="14477"/>
                  </a:lnTo>
                  <a:lnTo>
                    <a:pt x="24130" y="13436"/>
                  </a:lnTo>
                  <a:lnTo>
                    <a:pt x="24485" y="11798"/>
                  </a:lnTo>
                  <a:lnTo>
                    <a:pt x="24485" y="7289"/>
                  </a:lnTo>
                  <a:lnTo>
                    <a:pt x="23920" y="5397"/>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1798942" y="1757082"/>
              <a:ext cx="172085" cy="33655"/>
            </a:xfrm>
            <a:custGeom>
              <a:rect b="b" l="l" r="r" t="t"/>
              <a:pathLst>
                <a:path extrusionOk="0" h="33655" w="172085">
                  <a:moveTo>
                    <a:pt x="53695" y="32512"/>
                  </a:moveTo>
                  <a:lnTo>
                    <a:pt x="50787" y="25247"/>
                  </a:lnTo>
                  <a:lnTo>
                    <a:pt x="48628" y="19862"/>
                  </a:lnTo>
                  <a:lnTo>
                    <a:pt x="43878" y="8001"/>
                  </a:lnTo>
                  <a:lnTo>
                    <a:pt x="41821" y="2870"/>
                  </a:lnTo>
                  <a:lnTo>
                    <a:pt x="41821" y="19862"/>
                  </a:lnTo>
                  <a:lnTo>
                    <a:pt x="33096" y="19862"/>
                  </a:lnTo>
                  <a:lnTo>
                    <a:pt x="37414" y="8001"/>
                  </a:lnTo>
                  <a:lnTo>
                    <a:pt x="41821" y="19862"/>
                  </a:lnTo>
                  <a:lnTo>
                    <a:pt x="41821" y="2870"/>
                  </a:lnTo>
                  <a:lnTo>
                    <a:pt x="40894" y="546"/>
                  </a:lnTo>
                  <a:lnTo>
                    <a:pt x="34074" y="546"/>
                  </a:lnTo>
                  <a:lnTo>
                    <a:pt x="22504" y="30238"/>
                  </a:lnTo>
                  <a:lnTo>
                    <a:pt x="22504" y="27127"/>
                  </a:lnTo>
                  <a:lnTo>
                    <a:pt x="6451" y="27127"/>
                  </a:lnTo>
                  <a:lnTo>
                    <a:pt x="6451" y="800"/>
                  </a:lnTo>
                  <a:lnTo>
                    <a:pt x="0" y="800"/>
                  </a:lnTo>
                  <a:lnTo>
                    <a:pt x="0" y="32512"/>
                  </a:lnTo>
                  <a:lnTo>
                    <a:pt x="21615" y="32512"/>
                  </a:lnTo>
                  <a:lnTo>
                    <a:pt x="22504" y="32512"/>
                  </a:lnTo>
                  <a:lnTo>
                    <a:pt x="28473" y="32512"/>
                  </a:lnTo>
                  <a:lnTo>
                    <a:pt x="31102" y="25247"/>
                  </a:lnTo>
                  <a:lnTo>
                    <a:pt x="43878" y="25247"/>
                  </a:lnTo>
                  <a:lnTo>
                    <a:pt x="46672" y="32512"/>
                  </a:lnTo>
                  <a:lnTo>
                    <a:pt x="53695" y="32512"/>
                  </a:lnTo>
                  <a:close/>
                </a:path>
                <a:path extrusionOk="0" h="33655" w="172085">
                  <a:moveTo>
                    <a:pt x="79248" y="21183"/>
                  </a:moveTo>
                  <a:lnTo>
                    <a:pt x="64325" y="11811"/>
                  </a:lnTo>
                  <a:lnTo>
                    <a:pt x="62357" y="11099"/>
                  </a:lnTo>
                  <a:lnTo>
                    <a:pt x="60896" y="9880"/>
                  </a:lnTo>
                  <a:lnTo>
                    <a:pt x="60579" y="9232"/>
                  </a:lnTo>
                  <a:lnTo>
                    <a:pt x="60579" y="7645"/>
                  </a:lnTo>
                  <a:lnTo>
                    <a:pt x="60921" y="6985"/>
                  </a:lnTo>
                  <a:lnTo>
                    <a:pt x="62661" y="5727"/>
                  </a:lnTo>
                  <a:lnTo>
                    <a:pt x="64135" y="5334"/>
                  </a:lnTo>
                  <a:lnTo>
                    <a:pt x="67830" y="5334"/>
                  </a:lnTo>
                  <a:lnTo>
                    <a:pt x="69189" y="5702"/>
                  </a:lnTo>
                  <a:lnTo>
                    <a:pt x="71018" y="7137"/>
                  </a:lnTo>
                  <a:lnTo>
                    <a:pt x="71602" y="8318"/>
                  </a:lnTo>
                  <a:lnTo>
                    <a:pt x="71882" y="9956"/>
                  </a:lnTo>
                  <a:lnTo>
                    <a:pt x="78333" y="9677"/>
                  </a:lnTo>
                  <a:lnTo>
                    <a:pt x="78232" y="6743"/>
                  </a:lnTo>
                  <a:lnTo>
                    <a:pt x="77165" y="4394"/>
                  </a:lnTo>
                  <a:lnTo>
                    <a:pt x="73101" y="876"/>
                  </a:lnTo>
                  <a:lnTo>
                    <a:pt x="70091" y="0"/>
                  </a:lnTo>
                  <a:lnTo>
                    <a:pt x="63627" y="0"/>
                  </a:lnTo>
                  <a:lnTo>
                    <a:pt x="54406" y="7289"/>
                  </a:lnTo>
                  <a:lnTo>
                    <a:pt x="54406" y="11442"/>
                  </a:lnTo>
                  <a:lnTo>
                    <a:pt x="55384" y="13589"/>
                  </a:lnTo>
                  <a:lnTo>
                    <a:pt x="58750" y="16598"/>
                  </a:lnTo>
                  <a:lnTo>
                    <a:pt x="61175" y="17653"/>
                  </a:lnTo>
                  <a:lnTo>
                    <a:pt x="69049" y="19646"/>
                  </a:lnTo>
                  <a:lnTo>
                    <a:pt x="70904" y="20307"/>
                  </a:lnTo>
                  <a:lnTo>
                    <a:pt x="71678" y="20764"/>
                  </a:lnTo>
                  <a:lnTo>
                    <a:pt x="72580" y="21818"/>
                  </a:lnTo>
                  <a:lnTo>
                    <a:pt x="72796" y="22466"/>
                  </a:lnTo>
                  <a:lnTo>
                    <a:pt x="72796" y="24396"/>
                  </a:lnTo>
                  <a:lnTo>
                    <a:pt x="72263" y="25425"/>
                  </a:lnTo>
                  <a:lnTo>
                    <a:pt x="70154" y="27190"/>
                  </a:lnTo>
                  <a:lnTo>
                    <a:pt x="68592" y="27622"/>
                  </a:lnTo>
                  <a:lnTo>
                    <a:pt x="64554" y="27622"/>
                  </a:lnTo>
                  <a:lnTo>
                    <a:pt x="62992" y="27139"/>
                  </a:lnTo>
                  <a:lnTo>
                    <a:pt x="60680" y="25158"/>
                  </a:lnTo>
                  <a:lnTo>
                    <a:pt x="59918" y="23609"/>
                  </a:lnTo>
                  <a:lnTo>
                    <a:pt x="59537" y="21501"/>
                  </a:lnTo>
                  <a:lnTo>
                    <a:pt x="53251" y="22110"/>
                  </a:lnTo>
                  <a:lnTo>
                    <a:pt x="53682" y="25692"/>
                  </a:lnTo>
                  <a:lnTo>
                    <a:pt x="54965" y="28409"/>
                  </a:lnTo>
                  <a:lnTo>
                    <a:pt x="59309" y="32143"/>
                  </a:lnTo>
                  <a:lnTo>
                    <a:pt x="62407" y="33083"/>
                  </a:lnTo>
                  <a:lnTo>
                    <a:pt x="69227" y="33083"/>
                  </a:lnTo>
                  <a:lnTo>
                    <a:pt x="79248" y="25031"/>
                  </a:lnTo>
                  <a:lnTo>
                    <a:pt x="79248" y="21183"/>
                  </a:lnTo>
                  <a:close/>
                </a:path>
                <a:path extrusionOk="0" h="33655" w="172085">
                  <a:moveTo>
                    <a:pt x="105575" y="546"/>
                  </a:moveTo>
                  <a:lnTo>
                    <a:pt x="80162" y="546"/>
                  </a:lnTo>
                  <a:lnTo>
                    <a:pt x="80162" y="5943"/>
                  </a:lnTo>
                  <a:lnTo>
                    <a:pt x="89649" y="5943"/>
                  </a:lnTo>
                  <a:lnTo>
                    <a:pt x="89649" y="32512"/>
                  </a:lnTo>
                  <a:lnTo>
                    <a:pt x="96100" y="32512"/>
                  </a:lnTo>
                  <a:lnTo>
                    <a:pt x="96100" y="5943"/>
                  </a:lnTo>
                  <a:lnTo>
                    <a:pt x="105575" y="5943"/>
                  </a:lnTo>
                  <a:lnTo>
                    <a:pt x="105575" y="546"/>
                  </a:lnTo>
                  <a:close/>
                </a:path>
                <a:path extrusionOk="0" h="33655" w="172085">
                  <a:moveTo>
                    <a:pt x="113766" y="546"/>
                  </a:moveTo>
                  <a:lnTo>
                    <a:pt x="107302" y="546"/>
                  </a:lnTo>
                  <a:lnTo>
                    <a:pt x="107302" y="32512"/>
                  </a:lnTo>
                  <a:lnTo>
                    <a:pt x="113766" y="32512"/>
                  </a:lnTo>
                  <a:lnTo>
                    <a:pt x="113766" y="546"/>
                  </a:lnTo>
                  <a:close/>
                </a:path>
                <a:path extrusionOk="0" h="33655" w="172085">
                  <a:moveTo>
                    <a:pt x="144373" y="22745"/>
                  </a:moveTo>
                  <a:lnTo>
                    <a:pt x="138125" y="20764"/>
                  </a:lnTo>
                  <a:lnTo>
                    <a:pt x="137579" y="23101"/>
                  </a:lnTo>
                  <a:lnTo>
                    <a:pt x="136690" y="24815"/>
                  </a:lnTo>
                  <a:lnTo>
                    <a:pt x="134226" y="27000"/>
                  </a:lnTo>
                  <a:lnTo>
                    <a:pt x="132753" y="27546"/>
                  </a:lnTo>
                  <a:lnTo>
                    <a:pt x="128714" y="27546"/>
                  </a:lnTo>
                  <a:lnTo>
                    <a:pt x="126822" y="26682"/>
                  </a:lnTo>
                  <a:lnTo>
                    <a:pt x="123913" y="23253"/>
                  </a:lnTo>
                  <a:lnTo>
                    <a:pt x="123177" y="20383"/>
                  </a:lnTo>
                  <a:lnTo>
                    <a:pt x="123177" y="12534"/>
                  </a:lnTo>
                  <a:lnTo>
                    <a:pt x="123926" y="9779"/>
                  </a:lnTo>
                  <a:lnTo>
                    <a:pt x="126873" y="6375"/>
                  </a:lnTo>
                  <a:lnTo>
                    <a:pt x="128803" y="5524"/>
                  </a:lnTo>
                  <a:lnTo>
                    <a:pt x="132880" y="5524"/>
                  </a:lnTo>
                  <a:lnTo>
                    <a:pt x="134340" y="5994"/>
                  </a:lnTo>
                  <a:lnTo>
                    <a:pt x="136740" y="7924"/>
                  </a:lnTo>
                  <a:lnTo>
                    <a:pt x="137528" y="9232"/>
                  </a:lnTo>
                  <a:lnTo>
                    <a:pt x="137909" y="10883"/>
                  </a:lnTo>
                  <a:lnTo>
                    <a:pt x="144297" y="9359"/>
                  </a:lnTo>
                  <a:lnTo>
                    <a:pt x="143573" y="6794"/>
                  </a:lnTo>
                  <a:lnTo>
                    <a:pt x="142481" y="4838"/>
                  </a:lnTo>
                  <a:lnTo>
                    <a:pt x="138582" y="1155"/>
                  </a:lnTo>
                  <a:lnTo>
                    <a:pt x="135407" y="0"/>
                  </a:lnTo>
                  <a:lnTo>
                    <a:pt x="127012" y="0"/>
                  </a:lnTo>
                  <a:lnTo>
                    <a:pt x="123393" y="1473"/>
                  </a:lnTo>
                  <a:lnTo>
                    <a:pt x="117906" y="7366"/>
                  </a:lnTo>
                  <a:lnTo>
                    <a:pt x="116535" y="11493"/>
                  </a:lnTo>
                  <a:lnTo>
                    <a:pt x="116535" y="21844"/>
                  </a:lnTo>
                  <a:lnTo>
                    <a:pt x="117894" y="25806"/>
                  </a:lnTo>
                  <a:lnTo>
                    <a:pt x="123367" y="31610"/>
                  </a:lnTo>
                  <a:lnTo>
                    <a:pt x="126860" y="33070"/>
                  </a:lnTo>
                  <a:lnTo>
                    <a:pt x="134531" y="33070"/>
                  </a:lnTo>
                  <a:lnTo>
                    <a:pt x="137363" y="32219"/>
                  </a:lnTo>
                  <a:lnTo>
                    <a:pt x="141820" y="28829"/>
                  </a:lnTo>
                  <a:lnTo>
                    <a:pt x="143421" y="26238"/>
                  </a:lnTo>
                  <a:lnTo>
                    <a:pt x="144373" y="22745"/>
                  </a:lnTo>
                  <a:close/>
                </a:path>
                <a:path extrusionOk="0" h="33655" w="172085">
                  <a:moveTo>
                    <a:pt x="172059" y="21183"/>
                  </a:moveTo>
                  <a:lnTo>
                    <a:pt x="157137" y="11811"/>
                  </a:lnTo>
                  <a:lnTo>
                    <a:pt x="155155" y="11099"/>
                  </a:lnTo>
                  <a:lnTo>
                    <a:pt x="153708" y="9880"/>
                  </a:lnTo>
                  <a:lnTo>
                    <a:pt x="153390" y="9232"/>
                  </a:lnTo>
                  <a:lnTo>
                    <a:pt x="153390" y="7645"/>
                  </a:lnTo>
                  <a:lnTo>
                    <a:pt x="153733" y="6985"/>
                  </a:lnTo>
                  <a:lnTo>
                    <a:pt x="155473" y="5727"/>
                  </a:lnTo>
                  <a:lnTo>
                    <a:pt x="156946" y="5334"/>
                  </a:lnTo>
                  <a:lnTo>
                    <a:pt x="160642" y="5334"/>
                  </a:lnTo>
                  <a:lnTo>
                    <a:pt x="162001" y="5702"/>
                  </a:lnTo>
                  <a:lnTo>
                    <a:pt x="163817" y="7137"/>
                  </a:lnTo>
                  <a:lnTo>
                    <a:pt x="164414" y="8318"/>
                  </a:lnTo>
                  <a:lnTo>
                    <a:pt x="164680" y="9956"/>
                  </a:lnTo>
                  <a:lnTo>
                    <a:pt x="171145" y="9677"/>
                  </a:lnTo>
                  <a:lnTo>
                    <a:pt x="171043" y="6743"/>
                  </a:lnTo>
                  <a:lnTo>
                    <a:pt x="169976" y="4394"/>
                  </a:lnTo>
                  <a:lnTo>
                    <a:pt x="165912" y="876"/>
                  </a:lnTo>
                  <a:lnTo>
                    <a:pt x="162902" y="0"/>
                  </a:lnTo>
                  <a:lnTo>
                    <a:pt x="156425" y="0"/>
                  </a:lnTo>
                  <a:lnTo>
                    <a:pt x="147218" y="7289"/>
                  </a:lnTo>
                  <a:lnTo>
                    <a:pt x="147218" y="11442"/>
                  </a:lnTo>
                  <a:lnTo>
                    <a:pt x="148196" y="13589"/>
                  </a:lnTo>
                  <a:lnTo>
                    <a:pt x="151561" y="16598"/>
                  </a:lnTo>
                  <a:lnTo>
                    <a:pt x="153987" y="17653"/>
                  </a:lnTo>
                  <a:lnTo>
                    <a:pt x="161861" y="19646"/>
                  </a:lnTo>
                  <a:lnTo>
                    <a:pt x="163715" y="20307"/>
                  </a:lnTo>
                  <a:lnTo>
                    <a:pt x="164490" y="20764"/>
                  </a:lnTo>
                  <a:lnTo>
                    <a:pt x="165379" y="21818"/>
                  </a:lnTo>
                  <a:lnTo>
                    <a:pt x="165608" y="22466"/>
                  </a:lnTo>
                  <a:lnTo>
                    <a:pt x="165608" y="24396"/>
                  </a:lnTo>
                  <a:lnTo>
                    <a:pt x="165074" y="25425"/>
                  </a:lnTo>
                  <a:lnTo>
                    <a:pt x="162966" y="27190"/>
                  </a:lnTo>
                  <a:lnTo>
                    <a:pt x="161404" y="27622"/>
                  </a:lnTo>
                  <a:lnTo>
                    <a:pt x="157365" y="27622"/>
                  </a:lnTo>
                  <a:lnTo>
                    <a:pt x="155803" y="27139"/>
                  </a:lnTo>
                  <a:lnTo>
                    <a:pt x="153492" y="25158"/>
                  </a:lnTo>
                  <a:lnTo>
                    <a:pt x="152717" y="23609"/>
                  </a:lnTo>
                  <a:lnTo>
                    <a:pt x="152349" y="21501"/>
                  </a:lnTo>
                  <a:lnTo>
                    <a:pt x="146062" y="22110"/>
                  </a:lnTo>
                  <a:lnTo>
                    <a:pt x="146481" y="25692"/>
                  </a:lnTo>
                  <a:lnTo>
                    <a:pt x="147777" y="28409"/>
                  </a:lnTo>
                  <a:lnTo>
                    <a:pt x="152107" y="32143"/>
                  </a:lnTo>
                  <a:lnTo>
                    <a:pt x="155219" y="33083"/>
                  </a:lnTo>
                  <a:lnTo>
                    <a:pt x="162039" y="33083"/>
                  </a:lnTo>
                  <a:lnTo>
                    <a:pt x="172059" y="25031"/>
                  </a:lnTo>
                  <a:lnTo>
                    <a:pt x="172059" y="2118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0" name="Google Shape;660;p5"/>
            <p:cNvPicPr preferRelativeResize="0"/>
            <p:nvPr/>
          </p:nvPicPr>
          <p:blipFill rotWithShape="1">
            <a:blip r:embed="rId31">
              <a:alphaModFix/>
            </a:blip>
            <a:srcRect b="0" l="0" r="0" t="0"/>
            <a:stretch/>
          </p:blipFill>
          <p:spPr>
            <a:xfrm>
              <a:off x="1813766" y="1589840"/>
              <a:ext cx="113601" cy="141516"/>
            </a:xfrm>
            <a:prstGeom prst="rect">
              <a:avLst/>
            </a:prstGeom>
            <a:noFill/>
            <a:ln>
              <a:noFill/>
            </a:ln>
          </p:spPr>
        </p:pic>
        <p:sp>
          <p:nvSpPr>
            <p:cNvPr id="661" name="Google Shape;661;p5"/>
            <p:cNvSpPr/>
            <p:nvPr/>
          </p:nvSpPr>
          <p:spPr>
            <a:xfrm>
              <a:off x="1819783" y="6388849"/>
              <a:ext cx="99060" cy="166370"/>
            </a:xfrm>
            <a:custGeom>
              <a:rect b="b" l="l" r="r" t="t"/>
              <a:pathLst>
                <a:path extrusionOk="0" h="166370" w="99060">
                  <a:moveTo>
                    <a:pt x="27444" y="162166"/>
                  </a:moveTo>
                  <a:lnTo>
                    <a:pt x="9791" y="162166"/>
                  </a:lnTo>
                  <a:lnTo>
                    <a:pt x="9791" y="145834"/>
                  </a:lnTo>
                  <a:lnTo>
                    <a:pt x="25501" y="145834"/>
                  </a:lnTo>
                  <a:lnTo>
                    <a:pt x="25501" y="142024"/>
                  </a:lnTo>
                  <a:lnTo>
                    <a:pt x="9791" y="142024"/>
                  </a:lnTo>
                  <a:lnTo>
                    <a:pt x="9791" y="127736"/>
                  </a:lnTo>
                  <a:lnTo>
                    <a:pt x="26504" y="127736"/>
                  </a:lnTo>
                  <a:lnTo>
                    <a:pt x="26504" y="123863"/>
                  </a:lnTo>
                  <a:lnTo>
                    <a:pt x="5194" y="123863"/>
                  </a:lnTo>
                  <a:lnTo>
                    <a:pt x="5194" y="166039"/>
                  </a:lnTo>
                  <a:lnTo>
                    <a:pt x="27444" y="166039"/>
                  </a:lnTo>
                  <a:lnTo>
                    <a:pt x="27444" y="162166"/>
                  </a:lnTo>
                  <a:close/>
                </a:path>
                <a:path extrusionOk="0" h="166370" w="99060">
                  <a:moveTo>
                    <a:pt x="63969" y="123863"/>
                  </a:moveTo>
                  <a:lnTo>
                    <a:pt x="59601" y="123863"/>
                  </a:lnTo>
                  <a:lnTo>
                    <a:pt x="59601" y="148882"/>
                  </a:lnTo>
                  <a:lnTo>
                    <a:pt x="59702" y="153924"/>
                  </a:lnTo>
                  <a:lnTo>
                    <a:pt x="60147" y="159791"/>
                  </a:lnTo>
                  <a:lnTo>
                    <a:pt x="58102" y="155473"/>
                  </a:lnTo>
                  <a:lnTo>
                    <a:pt x="55664" y="151091"/>
                  </a:lnTo>
                  <a:lnTo>
                    <a:pt x="52679" y="146062"/>
                  </a:lnTo>
                  <a:lnTo>
                    <a:pt x="39065" y="123863"/>
                  </a:lnTo>
                  <a:lnTo>
                    <a:pt x="34251" y="123863"/>
                  </a:lnTo>
                  <a:lnTo>
                    <a:pt x="34251" y="166039"/>
                  </a:lnTo>
                  <a:lnTo>
                    <a:pt x="38569" y="166039"/>
                  </a:lnTo>
                  <a:lnTo>
                    <a:pt x="38506" y="135216"/>
                  </a:lnTo>
                  <a:lnTo>
                    <a:pt x="38125" y="129844"/>
                  </a:lnTo>
                  <a:lnTo>
                    <a:pt x="38341" y="129794"/>
                  </a:lnTo>
                  <a:lnTo>
                    <a:pt x="40398" y="134442"/>
                  </a:lnTo>
                  <a:lnTo>
                    <a:pt x="43103" y="139141"/>
                  </a:lnTo>
                  <a:lnTo>
                    <a:pt x="59372" y="166039"/>
                  </a:lnTo>
                  <a:lnTo>
                    <a:pt x="63969" y="166039"/>
                  </a:lnTo>
                  <a:lnTo>
                    <a:pt x="63969" y="123863"/>
                  </a:lnTo>
                  <a:close/>
                </a:path>
                <a:path extrusionOk="0" h="166370" w="99060">
                  <a:moveTo>
                    <a:pt x="98056" y="123926"/>
                  </a:moveTo>
                  <a:lnTo>
                    <a:pt x="68618" y="123926"/>
                  </a:lnTo>
                  <a:lnTo>
                    <a:pt x="68618" y="127800"/>
                  </a:lnTo>
                  <a:lnTo>
                    <a:pt x="81013" y="127800"/>
                  </a:lnTo>
                  <a:lnTo>
                    <a:pt x="81013" y="166039"/>
                  </a:lnTo>
                  <a:lnTo>
                    <a:pt x="85610" y="166039"/>
                  </a:lnTo>
                  <a:lnTo>
                    <a:pt x="85610" y="127800"/>
                  </a:lnTo>
                  <a:lnTo>
                    <a:pt x="98056" y="127800"/>
                  </a:lnTo>
                  <a:lnTo>
                    <a:pt x="98056" y="123926"/>
                  </a:lnTo>
                  <a:close/>
                </a:path>
                <a:path extrusionOk="0" h="166370" w="99060">
                  <a:moveTo>
                    <a:pt x="98450" y="85255"/>
                  </a:moveTo>
                  <a:lnTo>
                    <a:pt x="49225" y="0"/>
                  </a:lnTo>
                  <a:lnTo>
                    <a:pt x="0" y="85255"/>
                  </a:lnTo>
                  <a:lnTo>
                    <a:pt x="98450" y="8525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2" name="Google Shape;662;p5"/>
          <p:cNvSpPr txBox="1"/>
          <p:nvPr/>
        </p:nvSpPr>
        <p:spPr>
          <a:xfrm>
            <a:off x="2111300" y="823676"/>
            <a:ext cx="58547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8ED8F8"/>
                </a:solidFill>
                <a:latin typeface="Arial"/>
                <a:ea typeface="Arial"/>
                <a:cs typeface="Arial"/>
                <a:sym typeface="Arial"/>
              </a:rPr>
              <a:t>Continuous</a:t>
            </a:r>
            <a:endParaRPr b="0" i="0" sz="800" u="none" cap="none" strike="noStrike">
              <a:solidFill>
                <a:srgbClr val="000000"/>
              </a:solidFill>
              <a:latin typeface="Arial"/>
              <a:ea typeface="Arial"/>
              <a:cs typeface="Arial"/>
              <a:sym typeface="Arial"/>
            </a:endParaRPr>
          </a:p>
        </p:txBody>
      </p:sp>
      <p:sp>
        <p:nvSpPr>
          <p:cNvPr id="663" name="Google Shape;663;p5"/>
          <p:cNvSpPr txBox="1"/>
          <p:nvPr/>
        </p:nvSpPr>
        <p:spPr>
          <a:xfrm>
            <a:off x="1355031" y="790910"/>
            <a:ext cx="114998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40 </a:t>
            </a:r>
            <a:r>
              <a:rPr b="1" i="0" lang="en-US" sz="1800" u="none" cap="none" strike="noStrike">
                <a:solidFill>
                  <a:srgbClr val="8ED8F8"/>
                </a:solidFill>
                <a:latin typeface="Arial"/>
                <a:ea typeface="Arial"/>
                <a:cs typeface="Arial"/>
                <a:sym typeface="Arial"/>
              </a:rPr>
              <a:t>ton </a:t>
            </a:r>
            <a:r>
              <a:rPr b="1" baseline="30000" i="0" lang="en-US" sz="1200" u="none" cap="none" strike="noStrike">
                <a:solidFill>
                  <a:srgbClr val="8ED8F8"/>
                </a:solidFill>
                <a:latin typeface="Arial"/>
                <a:ea typeface="Arial"/>
                <a:cs typeface="Arial"/>
                <a:sym typeface="Arial"/>
              </a:rPr>
              <a:t>Process</a:t>
            </a:r>
            <a:endParaRPr b="0" baseline="30000" i="0" sz="1200" u="none" cap="none" strike="noStrike">
              <a:solidFill>
                <a:srgbClr val="000000"/>
              </a:solidFill>
              <a:latin typeface="Arial"/>
              <a:ea typeface="Arial"/>
              <a:cs typeface="Arial"/>
              <a:sym typeface="Arial"/>
            </a:endParaRPr>
          </a:p>
        </p:txBody>
      </p:sp>
      <p:sp>
        <p:nvSpPr>
          <p:cNvPr id="664" name="Google Shape;664;p5"/>
          <p:cNvSpPr txBox="1"/>
          <p:nvPr/>
        </p:nvSpPr>
        <p:spPr>
          <a:xfrm>
            <a:off x="1529740" y="5521000"/>
            <a:ext cx="49339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Waste storage place</a:t>
            </a:r>
            <a:endParaRPr b="0" i="0" sz="400" u="none" cap="none" strike="noStrike">
              <a:solidFill>
                <a:srgbClr val="000000"/>
              </a:solidFill>
              <a:latin typeface="Arial"/>
              <a:ea typeface="Arial"/>
              <a:cs typeface="Arial"/>
              <a:sym typeface="Arial"/>
            </a:endParaRPr>
          </a:p>
        </p:txBody>
      </p:sp>
      <p:sp>
        <p:nvSpPr>
          <p:cNvPr id="665" name="Google Shape;665;p5"/>
          <p:cNvSpPr txBox="1"/>
          <p:nvPr/>
        </p:nvSpPr>
        <p:spPr>
          <a:xfrm>
            <a:off x="4764938" y="5113940"/>
            <a:ext cx="583565" cy="149860"/>
          </a:xfrm>
          <a:prstGeom prst="rect">
            <a:avLst/>
          </a:prstGeom>
          <a:noFill/>
          <a:ln>
            <a:noFill/>
          </a:ln>
        </p:spPr>
        <p:txBody>
          <a:bodyPr anchorCtr="0" anchor="t" bIns="0" lIns="0" spcFirstLastPara="1" rIns="0" wrap="square" tIns="10150">
            <a:spAutoFit/>
          </a:bodyPr>
          <a:lstStyle/>
          <a:p>
            <a:pPr indent="-149225" lvl="0" marL="1612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Exhaust gas purification equipment</a:t>
            </a:r>
            <a:endParaRPr b="0" i="0" sz="400" u="none" cap="none" strike="noStrike">
              <a:solidFill>
                <a:srgbClr val="000000"/>
              </a:solidFill>
              <a:latin typeface="Arial"/>
              <a:ea typeface="Arial"/>
              <a:cs typeface="Arial"/>
              <a:sym typeface="Arial"/>
            </a:endParaRPr>
          </a:p>
        </p:txBody>
      </p:sp>
      <p:sp>
        <p:nvSpPr>
          <p:cNvPr id="666" name="Google Shape;666;p5"/>
          <p:cNvSpPr txBox="1"/>
          <p:nvPr/>
        </p:nvSpPr>
        <p:spPr>
          <a:xfrm>
            <a:off x="7001459" y="5545791"/>
            <a:ext cx="236854"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Diesel oil</a:t>
            </a:r>
            <a:endParaRPr b="0" i="0" sz="400" u="none" cap="none" strike="noStrike">
              <a:solidFill>
                <a:srgbClr val="000000"/>
              </a:solidFill>
              <a:latin typeface="Arial"/>
              <a:ea typeface="Arial"/>
              <a:cs typeface="Arial"/>
              <a:sym typeface="Arial"/>
            </a:endParaRPr>
          </a:p>
        </p:txBody>
      </p:sp>
      <p:sp>
        <p:nvSpPr>
          <p:cNvPr id="667" name="Google Shape;667;p5"/>
          <p:cNvSpPr txBox="1"/>
          <p:nvPr/>
        </p:nvSpPr>
        <p:spPr>
          <a:xfrm>
            <a:off x="6961276" y="5609291"/>
            <a:ext cx="31750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storage tank</a:t>
            </a:r>
            <a:endParaRPr b="0" i="0" sz="400" u="none" cap="none" strike="noStrike">
              <a:solidFill>
                <a:srgbClr val="000000"/>
              </a:solidFill>
              <a:latin typeface="Arial"/>
              <a:ea typeface="Arial"/>
              <a:cs typeface="Arial"/>
              <a:sym typeface="Arial"/>
            </a:endParaRPr>
          </a:p>
        </p:txBody>
      </p:sp>
      <p:sp>
        <p:nvSpPr>
          <p:cNvPr id="668" name="Google Shape;668;p5"/>
          <p:cNvSpPr txBox="1"/>
          <p:nvPr/>
        </p:nvSpPr>
        <p:spPr>
          <a:xfrm>
            <a:off x="6330594" y="6010408"/>
            <a:ext cx="38989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Unloading Area</a:t>
            </a:r>
            <a:endParaRPr b="0" i="0" sz="400" u="none" cap="none" strike="noStrike">
              <a:solidFill>
                <a:srgbClr val="000000"/>
              </a:solidFill>
              <a:latin typeface="Arial"/>
              <a:ea typeface="Arial"/>
              <a:cs typeface="Arial"/>
              <a:sym typeface="Arial"/>
            </a:endParaRPr>
          </a:p>
        </p:txBody>
      </p:sp>
      <p:sp>
        <p:nvSpPr>
          <p:cNvPr id="669" name="Google Shape;669;p5"/>
          <p:cNvSpPr txBox="1"/>
          <p:nvPr/>
        </p:nvSpPr>
        <p:spPr>
          <a:xfrm>
            <a:off x="5182615" y="5970733"/>
            <a:ext cx="68643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Non-Carbide treatment area</a:t>
            </a:r>
            <a:endParaRPr b="0" i="0" sz="400" u="none" cap="none" strike="noStrike">
              <a:solidFill>
                <a:srgbClr val="000000"/>
              </a:solidFill>
              <a:latin typeface="Arial"/>
              <a:ea typeface="Arial"/>
              <a:cs typeface="Arial"/>
              <a:sym typeface="Arial"/>
            </a:endParaRPr>
          </a:p>
        </p:txBody>
      </p:sp>
      <p:sp>
        <p:nvSpPr>
          <p:cNvPr id="670" name="Google Shape;670;p5"/>
          <p:cNvSpPr txBox="1"/>
          <p:nvPr/>
        </p:nvSpPr>
        <p:spPr>
          <a:xfrm>
            <a:off x="4169511" y="6278174"/>
            <a:ext cx="39243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Changing room</a:t>
            </a:r>
            <a:endParaRPr b="0" i="0" sz="400" u="none" cap="none" strike="noStrike">
              <a:solidFill>
                <a:srgbClr val="000000"/>
              </a:solidFill>
              <a:latin typeface="Arial"/>
              <a:ea typeface="Arial"/>
              <a:cs typeface="Arial"/>
              <a:sym typeface="Arial"/>
            </a:endParaRPr>
          </a:p>
        </p:txBody>
      </p:sp>
      <p:sp>
        <p:nvSpPr>
          <p:cNvPr id="671" name="Google Shape;671;p5"/>
          <p:cNvSpPr txBox="1"/>
          <p:nvPr/>
        </p:nvSpPr>
        <p:spPr>
          <a:xfrm>
            <a:off x="5826252" y="5062835"/>
            <a:ext cx="583565" cy="149860"/>
          </a:xfrm>
          <a:prstGeom prst="rect">
            <a:avLst/>
          </a:prstGeom>
          <a:noFill/>
          <a:ln>
            <a:noFill/>
          </a:ln>
        </p:spPr>
        <p:txBody>
          <a:bodyPr anchorCtr="0" anchor="t" bIns="0" lIns="0" spcFirstLastPara="1" rIns="0" wrap="square" tIns="10150">
            <a:spAutoFit/>
          </a:bodyPr>
          <a:lstStyle/>
          <a:p>
            <a:pPr indent="-34925" lvl="0" marL="469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processing plant</a:t>
            </a:r>
            <a:endParaRPr b="0" i="0" sz="400" u="none" cap="none" strike="noStrike">
              <a:solidFill>
                <a:srgbClr val="000000"/>
              </a:solidFill>
              <a:latin typeface="Arial"/>
              <a:ea typeface="Arial"/>
              <a:cs typeface="Arial"/>
              <a:sym typeface="Arial"/>
            </a:endParaRPr>
          </a:p>
        </p:txBody>
      </p:sp>
      <p:sp>
        <p:nvSpPr>
          <p:cNvPr id="672" name="Google Shape;672;p5"/>
          <p:cNvSpPr txBox="1"/>
          <p:nvPr/>
        </p:nvSpPr>
        <p:spPr>
          <a:xfrm>
            <a:off x="6783069" y="4764633"/>
            <a:ext cx="631825" cy="141605"/>
          </a:xfrm>
          <a:prstGeom prst="rect">
            <a:avLst/>
          </a:prstGeom>
          <a:solidFill>
            <a:srgbClr val="B1C7D3"/>
          </a:solidFill>
          <a:ln cap="flat" cmpd="sng" w="9525">
            <a:solidFill>
              <a:srgbClr val="7E8083"/>
            </a:solidFill>
            <a:prstDash val="solid"/>
            <a:round/>
            <a:headEnd len="sm" w="sm" type="none"/>
            <a:tailEnd len="sm" w="sm" type="none"/>
          </a:ln>
        </p:spPr>
        <p:txBody>
          <a:bodyPr anchorCtr="0" anchor="t" bIns="0" lIns="0" spcFirstLastPara="1" rIns="0" wrap="square" tIns="31100">
            <a:spAutoFit/>
          </a:bodyPr>
          <a:lstStyle/>
          <a:p>
            <a:pPr indent="0" lvl="0" marL="95885"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Water storage tank</a:t>
            </a:r>
            <a:endParaRPr b="0" i="0" sz="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6" name="Shape 676"/>
        <p:cNvGrpSpPr/>
        <p:nvPr/>
      </p:nvGrpSpPr>
      <p:grpSpPr>
        <a:xfrm>
          <a:off x="0" y="0"/>
          <a:ext cx="0" cy="0"/>
          <a:chOff x="0" y="0"/>
          <a:chExt cx="0" cy="0"/>
        </a:xfrm>
      </p:grpSpPr>
      <p:grpSp>
        <p:nvGrpSpPr>
          <p:cNvPr id="677" name="Google Shape;677;p6"/>
          <p:cNvGrpSpPr/>
          <p:nvPr/>
        </p:nvGrpSpPr>
        <p:grpSpPr>
          <a:xfrm>
            <a:off x="1556529" y="2162248"/>
            <a:ext cx="8649710" cy="3217240"/>
            <a:chOff x="1556529" y="2162248"/>
            <a:chExt cx="8649710" cy="3217240"/>
          </a:xfrm>
        </p:grpSpPr>
        <p:pic>
          <p:nvPicPr>
            <p:cNvPr id="678" name="Google Shape;678;p6"/>
            <p:cNvPicPr preferRelativeResize="0"/>
            <p:nvPr/>
          </p:nvPicPr>
          <p:blipFill rotWithShape="1">
            <a:blip r:embed="rId3">
              <a:alphaModFix/>
            </a:blip>
            <a:srcRect b="0" l="0" r="0" t="0"/>
            <a:stretch/>
          </p:blipFill>
          <p:spPr>
            <a:xfrm>
              <a:off x="1556529" y="2162248"/>
              <a:ext cx="8649710" cy="3217240"/>
            </a:xfrm>
            <a:prstGeom prst="rect">
              <a:avLst/>
            </a:prstGeom>
            <a:noFill/>
            <a:ln>
              <a:noFill/>
            </a:ln>
          </p:spPr>
        </p:pic>
        <p:sp>
          <p:nvSpPr>
            <p:cNvPr id="679" name="Google Shape;679;p6"/>
            <p:cNvSpPr/>
            <p:nvPr/>
          </p:nvSpPr>
          <p:spPr>
            <a:xfrm>
              <a:off x="7870782" y="22164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6"/>
            <p:cNvSpPr/>
            <p:nvPr/>
          </p:nvSpPr>
          <p:spPr>
            <a:xfrm>
              <a:off x="8814958" y="22164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6"/>
            <p:cNvSpPr/>
            <p:nvPr/>
          </p:nvSpPr>
          <p:spPr>
            <a:xfrm>
              <a:off x="7870782" y="2400691"/>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6"/>
            <p:cNvSpPr/>
            <p:nvPr/>
          </p:nvSpPr>
          <p:spPr>
            <a:xfrm>
              <a:off x="8814958" y="2400691"/>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6"/>
            <p:cNvSpPr/>
            <p:nvPr/>
          </p:nvSpPr>
          <p:spPr>
            <a:xfrm>
              <a:off x="7870782" y="25848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6"/>
            <p:cNvSpPr/>
            <p:nvPr/>
          </p:nvSpPr>
          <p:spPr>
            <a:xfrm>
              <a:off x="8814958" y="25848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6"/>
            <p:cNvSpPr/>
            <p:nvPr/>
          </p:nvSpPr>
          <p:spPr>
            <a:xfrm>
              <a:off x="7870782" y="27690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6"/>
            <p:cNvSpPr/>
            <p:nvPr/>
          </p:nvSpPr>
          <p:spPr>
            <a:xfrm>
              <a:off x="8814958" y="27690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7" name="Google Shape;687;p6"/>
          <p:cNvSpPr txBox="1"/>
          <p:nvPr/>
        </p:nvSpPr>
        <p:spPr>
          <a:xfrm>
            <a:off x="257299" y="7267585"/>
            <a:ext cx="306070"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6</a:t>
            </a:r>
            <a:endParaRPr b="0" i="0" sz="600" u="none" cap="none" strike="noStrike">
              <a:solidFill>
                <a:srgbClr val="000000"/>
              </a:solidFill>
              <a:latin typeface="Arial"/>
              <a:ea typeface="Arial"/>
              <a:cs typeface="Arial"/>
              <a:sym typeface="Arial"/>
            </a:endParaRPr>
          </a:p>
        </p:txBody>
      </p:sp>
      <p:sp>
        <p:nvSpPr>
          <p:cNvPr id="688" name="Google Shape;688;p6"/>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689" name="Google Shape;689;p6"/>
          <p:cNvSpPr txBox="1"/>
          <p:nvPr/>
        </p:nvSpPr>
        <p:spPr>
          <a:xfrm>
            <a:off x="3143684" y="757693"/>
            <a:ext cx="4380230" cy="1296670"/>
          </a:xfrm>
          <a:prstGeom prst="rect">
            <a:avLst/>
          </a:prstGeom>
          <a:noFill/>
          <a:ln>
            <a:noFill/>
          </a:ln>
        </p:spPr>
        <p:txBody>
          <a:bodyPr anchorCtr="0" anchor="t" bIns="0" lIns="0" spcFirstLastPara="1" rIns="0" wrap="square" tIns="25400">
            <a:spAutoFit/>
          </a:bodyPr>
          <a:lstStyle/>
          <a:p>
            <a:pPr indent="0" lvl="0" marL="12700" marR="916939" rtl="0" algn="l">
              <a:lnSpc>
                <a:spcPct val="115384"/>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URC-1000 for General waste, volume reduction, and liquefied resource recovery</a:t>
            </a:r>
            <a:endParaRPr b="0" i="0" sz="1300" u="none" cap="none" strike="noStrike">
              <a:solidFill>
                <a:srgbClr val="000000"/>
              </a:solidFill>
              <a:latin typeface="Arial"/>
              <a:ea typeface="Arial"/>
              <a:cs typeface="Arial"/>
              <a:sym typeface="Arial"/>
            </a:endParaRPr>
          </a:p>
          <a:p>
            <a:pPr indent="0" lvl="0" marL="12700" marR="5080" rtl="0" algn="just">
              <a:lnSpc>
                <a:spcPct val="120300"/>
              </a:lnSpc>
              <a:spcBef>
                <a:spcPts val="405"/>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URC-1000 is designed for carbonizing waste with high moisture content such as food residue, waste with sludge and soil, etc., which is represented by general house- hold waste. Input to the process as 2 buckets as 1 batch and automatically operated by microcomputer from the loading slot through 4 processes such as drying, heat- ing, carbonization extraction, and cooling to the unloading slot.</a:t>
            </a:r>
            <a:endParaRPr b="0" i="0" sz="900" u="none" cap="none" strike="noStrike">
              <a:solidFill>
                <a:srgbClr val="000000"/>
              </a:solidFill>
              <a:latin typeface="Arial"/>
              <a:ea typeface="Arial"/>
              <a:cs typeface="Arial"/>
              <a:sym typeface="Arial"/>
            </a:endParaRPr>
          </a:p>
        </p:txBody>
      </p:sp>
      <p:sp>
        <p:nvSpPr>
          <p:cNvPr id="690" name="Google Shape;690;p6"/>
          <p:cNvSpPr txBox="1"/>
          <p:nvPr/>
        </p:nvSpPr>
        <p:spPr>
          <a:xfrm>
            <a:off x="7858083" y="767798"/>
            <a:ext cx="350520" cy="132080"/>
          </a:xfrm>
          <a:prstGeom prst="rect">
            <a:avLst/>
          </a:prstGeom>
          <a:noFill/>
          <a:ln>
            <a:noFill/>
          </a:ln>
        </p:spPr>
        <p:txBody>
          <a:bodyPr anchorCtr="0" anchor="t" bIns="0" lIns="0" spcFirstLastPara="1" rIns="0" wrap="square" tIns="12700">
            <a:spAutoFit/>
          </a:bodyPr>
          <a:lstStyle/>
          <a:p>
            <a:pPr indent="-125095" lvl="0" marL="137795" marR="0" rtl="0" algn="l">
              <a:lnSpc>
                <a:spcPct val="100000"/>
              </a:lnSpc>
              <a:spcBef>
                <a:spcPts val="0"/>
              </a:spcBef>
              <a:spcAft>
                <a:spcPts val="0"/>
              </a:spcAft>
              <a:buClr>
                <a:srgbClr val="231F20"/>
              </a:buClr>
              <a:buSzPts val="1200"/>
              <a:buFont typeface="Arial"/>
              <a:buChar char="■"/>
            </a:pPr>
            <a:r>
              <a:rPr b="0" baseline="30000" i="0" lang="en-US" sz="1050" u="none" cap="none" strike="noStrike">
                <a:solidFill>
                  <a:srgbClr val="231F20"/>
                </a:solidFill>
                <a:latin typeface="Arial"/>
                <a:ea typeface="Arial"/>
                <a:cs typeface="Arial"/>
                <a:sym typeface="Arial"/>
              </a:rPr>
              <a:t>SPEC</a:t>
            </a:r>
            <a:endParaRPr b="0" baseline="30000" i="0" sz="1050" u="none" cap="none" strike="noStrike">
              <a:solidFill>
                <a:srgbClr val="000000"/>
              </a:solidFill>
              <a:latin typeface="Arial"/>
              <a:ea typeface="Arial"/>
              <a:cs typeface="Arial"/>
              <a:sym typeface="Arial"/>
            </a:endParaRPr>
          </a:p>
        </p:txBody>
      </p:sp>
      <p:grpSp>
        <p:nvGrpSpPr>
          <p:cNvPr id="691" name="Google Shape;691;p6"/>
          <p:cNvGrpSpPr/>
          <p:nvPr/>
        </p:nvGrpSpPr>
        <p:grpSpPr>
          <a:xfrm>
            <a:off x="7870783" y="927091"/>
            <a:ext cx="2195125" cy="0"/>
            <a:chOff x="7870783" y="927091"/>
            <a:chExt cx="2195125" cy="0"/>
          </a:xfrm>
        </p:grpSpPr>
        <p:sp>
          <p:nvSpPr>
            <p:cNvPr id="692" name="Google Shape;692;p6"/>
            <p:cNvSpPr/>
            <p:nvPr/>
          </p:nvSpPr>
          <p:spPr>
            <a:xfrm>
              <a:off x="7870783" y="927091"/>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6"/>
            <p:cNvSpPr/>
            <p:nvPr/>
          </p:nvSpPr>
          <p:spPr>
            <a:xfrm>
              <a:off x="8814958" y="927091"/>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4" name="Google Shape;694;p6"/>
          <p:cNvGrpSpPr/>
          <p:nvPr/>
        </p:nvGrpSpPr>
        <p:grpSpPr>
          <a:xfrm>
            <a:off x="7870783" y="1111290"/>
            <a:ext cx="2195125" cy="0"/>
            <a:chOff x="7870783" y="1111290"/>
            <a:chExt cx="2195125" cy="0"/>
          </a:xfrm>
        </p:grpSpPr>
        <p:sp>
          <p:nvSpPr>
            <p:cNvPr id="695" name="Google Shape;695;p6"/>
            <p:cNvSpPr/>
            <p:nvPr/>
          </p:nvSpPr>
          <p:spPr>
            <a:xfrm>
              <a:off x="7870783" y="11112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6"/>
            <p:cNvSpPr/>
            <p:nvPr/>
          </p:nvSpPr>
          <p:spPr>
            <a:xfrm>
              <a:off x="8814958" y="11112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7" name="Google Shape;697;p6"/>
          <p:cNvGrpSpPr/>
          <p:nvPr/>
        </p:nvGrpSpPr>
        <p:grpSpPr>
          <a:xfrm>
            <a:off x="7870783" y="1295490"/>
            <a:ext cx="2195125" cy="0"/>
            <a:chOff x="7870783" y="1295490"/>
            <a:chExt cx="2195125" cy="0"/>
          </a:xfrm>
        </p:grpSpPr>
        <p:sp>
          <p:nvSpPr>
            <p:cNvPr id="698" name="Google Shape;698;p6"/>
            <p:cNvSpPr/>
            <p:nvPr/>
          </p:nvSpPr>
          <p:spPr>
            <a:xfrm>
              <a:off x="7870783" y="12954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6"/>
            <p:cNvSpPr/>
            <p:nvPr/>
          </p:nvSpPr>
          <p:spPr>
            <a:xfrm>
              <a:off x="8814958" y="12954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0" name="Google Shape;700;p6"/>
          <p:cNvGrpSpPr/>
          <p:nvPr/>
        </p:nvGrpSpPr>
        <p:grpSpPr>
          <a:xfrm>
            <a:off x="7870783" y="1479690"/>
            <a:ext cx="2195125" cy="0"/>
            <a:chOff x="7870783" y="1479690"/>
            <a:chExt cx="2195125" cy="0"/>
          </a:xfrm>
        </p:grpSpPr>
        <p:sp>
          <p:nvSpPr>
            <p:cNvPr id="701" name="Google Shape;701;p6"/>
            <p:cNvSpPr/>
            <p:nvPr/>
          </p:nvSpPr>
          <p:spPr>
            <a:xfrm>
              <a:off x="7870783" y="14796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6"/>
            <p:cNvSpPr/>
            <p:nvPr/>
          </p:nvSpPr>
          <p:spPr>
            <a:xfrm>
              <a:off x="8814958" y="14796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3" name="Google Shape;703;p6"/>
          <p:cNvGrpSpPr/>
          <p:nvPr/>
        </p:nvGrpSpPr>
        <p:grpSpPr>
          <a:xfrm>
            <a:off x="7870783" y="1663890"/>
            <a:ext cx="2195125" cy="0"/>
            <a:chOff x="7870783" y="1663890"/>
            <a:chExt cx="2195125" cy="0"/>
          </a:xfrm>
        </p:grpSpPr>
        <p:sp>
          <p:nvSpPr>
            <p:cNvPr id="704" name="Google Shape;704;p6"/>
            <p:cNvSpPr/>
            <p:nvPr/>
          </p:nvSpPr>
          <p:spPr>
            <a:xfrm>
              <a:off x="7870783" y="16638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6"/>
            <p:cNvSpPr/>
            <p:nvPr/>
          </p:nvSpPr>
          <p:spPr>
            <a:xfrm>
              <a:off x="8814958" y="16638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6" name="Google Shape;706;p6"/>
          <p:cNvGrpSpPr/>
          <p:nvPr/>
        </p:nvGrpSpPr>
        <p:grpSpPr>
          <a:xfrm>
            <a:off x="7870783" y="1848091"/>
            <a:ext cx="2195125" cy="0"/>
            <a:chOff x="7870783" y="1848091"/>
            <a:chExt cx="2195125" cy="0"/>
          </a:xfrm>
        </p:grpSpPr>
        <p:sp>
          <p:nvSpPr>
            <p:cNvPr id="707" name="Google Shape;707;p6"/>
            <p:cNvSpPr/>
            <p:nvPr/>
          </p:nvSpPr>
          <p:spPr>
            <a:xfrm>
              <a:off x="7870783" y="1848091"/>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6"/>
            <p:cNvSpPr/>
            <p:nvPr/>
          </p:nvSpPr>
          <p:spPr>
            <a:xfrm>
              <a:off x="8814958" y="1848091"/>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9" name="Google Shape;709;p6"/>
          <p:cNvGrpSpPr/>
          <p:nvPr/>
        </p:nvGrpSpPr>
        <p:grpSpPr>
          <a:xfrm>
            <a:off x="7870783" y="2032290"/>
            <a:ext cx="2195125" cy="0"/>
            <a:chOff x="7870783" y="2032290"/>
            <a:chExt cx="2195125" cy="0"/>
          </a:xfrm>
        </p:grpSpPr>
        <p:sp>
          <p:nvSpPr>
            <p:cNvPr id="710" name="Google Shape;710;p6"/>
            <p:cNvSpPr/>
            <p:nvPr/>
          </p:nvSpPr>
          <p:spPr>
            <a:xfrm>
              <a:off x="7870783" y="2032290"/>
              <a:ext cx="906144" cy="0"/>
            </a:xfrm>
            <a:custGeom>
              <a:rect b="b" l="l" r="r" t="t"/>
              <a:pathLst>
                <a:path extrusionOk="0" h="120000" w="906145">
                  <a:moveTo>
                    <a:pt x="0" y="0"/>
                  </a:moveTo>
                  <a:lnTo>
                    <a:pt x="90606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6"/>
            <p:cNvSpPr/>
            <p:nvPr/>
          </p:nvSpPr>
          <p:spPr>
            <a:xfrm>
              <a:off x="8814958" y="2032290"/>
              <a:ext cx="1250950" cy="0"/>
            </a:xfrm>
            <a:custGeom>
              <a:rect b="b" l="l" r="r" t="t"/>
              <a:pathLst>
                <a:path extrusionOk="0" h="120000" w="1250950">
                  <a:moveTo>
                    <a:pt x="0" y="0"/>
                  </a:moveTo>
                  <a:lnTo>
                    <a:pt x="125064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2" name="Google Shape;712;p6"/>
          <p:cNvSpPr txBox="1"/>
          <p:nvPr/>
        </p:nvSpPr>
        <p:spPr>
          <a:xfrm>
            <a:off x="7894084" y="977247"/>
            <a:ext cx="69151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Product model name</a:t>
            </a:r>
            <a:endParaRPr b="0" i="0" sz="600" u="none" cap="none" strike="noStrike">
              <a:solidFill>
                <a:srgbClr val="000000"/>
              </a:solidFill>
              <a:latin typeface="Arial"/>
              <a:ea typeface="Arial"/>
              <a:cs typeface="Arial"/>
              <a:sym typeface="Arial"/>
            </a:endParaRPr>
          </a:p>
        </p:txBody>
      </p:sp>
      <p:sp>
        <p:nvSpPr>
          <p:cNvPr id="713" name="Google Shape;713;p6"/>
          <p:cNvSpPr txBox="1"/>
          <p:nvPr/>
        </p:nvSpPr>
        <p:spPr>
          <a:xfrm>
            <a:off x="8874258" y="977247"/>
            <a:ext cx="3638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URC-1000</a:t>
            </a:r>
            <a:endParaRPr b="0" i="0" sz="600" u="none" cap="none" strike="noStrike">
              <a:solidFill>
                <a:srgbClr val="000000"/>
              </a:solidFill>
              <a:latin typeface="Arial"/>
              <a:ea typeface="Arial"/>
              <a:cs typeface="Arial"/>
              <a:sym typeface="Arial"/>
            </a:endParaRPr>
          </a:p>
        </p:txBody>
      </p:sp>
      <p:sp>
        <p:nvSpPr>
          <p:cNvPr id="714" name="Google Shape;714;p6"/>
          <p:cNvSpPr txBox="1"/>
          <p:nvPr/>
        </p:nvSpPr>
        <p:spPr>
          <a:xfrm>
            <a:off x="7894097" y="1161422"/>
            <a:ext cx="62611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Throughput / day</a:t>
            </a:r>
            <a:endParaRPr b="0" i="0" sz="600" u="none" cap="none" strike="noStrike">
              <a:solidFill>
                <a:srgbClr val="000000"/>
              </a:solidFill>
              <a:latin typeface="Arial"/>
              <a:ea typeface="Arial"/>
              <a:cs typeface="Arial"/>
              <a:sym typeface="Arial"/>
            </a:endParaRPr>
          </a:p>
        </p:txBody>
      </p:sp>
      <p:sp>
        <p:nvSpPr>
          <p:cNvPr id="715" name="Google Shape;715;p6"/>
          <p:cNvSpPr txBox="1"/>
          <p:nvPr/>
        </p:nvSpPr>
        <p:spPr>
          <a:xfrm>
            <a:off x="8874258" y="1161422"/>
            <a:ext cx="47498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100 ton / day</a:t>
            </a:r>
            <a:endParaRPr b="0" i="0" sz="600" u="none" cap="none" strike="noStrike">
              <a:solidFill>
                <a:srgbClr val="000000"/>
              </a:solidFill>
              <a:latin typeface="Arial"/>
              <a:ea typeface="Arial"/>
              <a:cs typeface="Arial"/>
              <a:sym typeface="Arial"/>
            </a:endParaRPr>
          </a:p>
        </p:txBody>
      </p:sp>
      <p:sp>
        <p:nvSpPr>
          <p:cNvPr id="716" name="Google Shape;716;p6"/>
          <p:cNvSpPr txBox="1"/>
          <p:nvPr/>
        </p:nvSpPr>
        <p:spPr>
          <a:xfrm>
            <a:off x="7894084" y="1345647"/>
            <a:ext cx="8382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Decomposition temperature</a:t>
            </a:r>
            <a:endParaRPr b="0" i="0" sz="600" u="none" cap="none" strike="noStrike">
              <a:solidFill>
                <a:srgbClr val="000000"/>
              </a:solidFill>
              <a:latin typeface="Arial"/>
              <a:ea typeface="Arial"/>
              <a:cs typeface="Arial"/>
              <a:sym typeface="Arial"/>
            </a:endParaRPr>
          </a:p>
        </p:txBody>
      </p:sp>
      <p:sp>
        <p:nvSpPr>
          <p:cNvPr id="717" name="Google Shape;717;p6"/>
          <p:cNvSpPr txBox="1"/>
          <p:nvPr/>
        </p:nvSpPr>
        <p:spPr>
          <a:xfrm>
            <a:off x="8874258" y="1345647"/>
            <a:ext cx="11430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MAX 600°normal, 0.2MPa under</a:t>
            </a:r>
            <a:endParaRPr b="0" i="0" sz="600" u="none" cap="none" strike="noStrike">
              <a:solidFill>
                <a:srgbClr val="000000"/>
              </a:solidFill>
              <a:latin typeface="Arial"/>
              <a:ea typeface="Arial"/>
              <a:cs typeface="Arial"/>
              <a:sym typeface="Arial"/>
            </a:endParaRPr>
          </a:p>
        </p:txBody>
      </p:sp>
      <p:sp>
        <p:nvSpPr>
          <p:cNvPr id="718" name="Google Shape;718;p6"/>
          <p:cNvSpPr txBox="1"/>
          <p:nvPr/>
        </p:nvSpPr>
        <p:spPr>
          <a:xfrm>
            <a:off x="7894097" y="1529822"/>
            <a:ext cx="75501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 (Processing Unit)</a:t>
            </a:r>
            <a:endParaRPr b="0" i="0" sz="600" u="none" cap="none" strike="noStrike">
              <a:solidFill>
                <a:srgbClr val="000000"/>
              </a:solidFill>
              <a:latin typeface="Arial"/>
              <a:ea typeface="Arial"/>
              <a:cs typeface="Arial"/>
              <a:sym typeface="Arial"/>
            </a:endParaRPr>
          </a:p>
        </p:txBody>
      </p:sp>
      <p:sp>
        <p:nvSpPr>
          <p:cNvPr id="719" name="Google Shape;719;p6"/>
          <p:cNvSpPr txBox="1"/>
          <p:nvPr/>
        </p:nvSpPr>
        <p:spPr>
          <a:xfrm>
            <a:off x="8874258" y="1529822"/>
            <a:ext cx="73406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W:20m D: 7m H: 7m</a:t>
            </a:r>
            <a:endParaRPr b="0" i="0" sz="600" u="none" cap="none" strike="noStrike">
              <a:solidFill>
                <a:srgbClr val="000000"/>
              </a:solidFill>
              <a:latin typeface="Arial"/>
              <a:ea typeface="Arial"/>
              <a:cs typeface="Arial"/>
              <a:sym typeface="Arial"/>
            </a:endParaRPr>
          </a:p>
        </p:txBody>
      </p:sp>
      <p:sp>
        <p:nvSpPr>
          <p:cNvPr id="720" name="Google Shape;720;p6"/>
          <p:cNvSpPr txBox="1"/>
          <p:nvPr/>
        </p:nvSpPr>
        <p:spPr>
          <a:xfrm>
            <a:off x="7894097" y="1713998"/>
            <a:ext cx="4597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 (bucket)</a:t>
            </a:r>
            <a:endParaRPr b="0" i="0" sz="600" u="none" cap="none" strike="noStrike">
              <a:solidFill>
                <a:srgbClr val="000000"/>
              </a:solidFill>
              <a:latin typeface="Arial"/>
              <a:ea typeface="Arial"/>
              <a:cs typeface="Arial"/>
              <a:sym typeface="Arial"/>
            </a:endParaRPr>
          </a:p>
        </p:txBody>
      </p:sp>
      <p:sp>
        <p:nvSpPr>
          <p:cNvPr id="721" name="Google Shape;721;p6"/>
          <p:cNvSpPr txBox="1"/>
          <p:nvPr/>
        </p:nvSpPr>
        <p:spPr>
          <a:xfrm>
            <a:off x="8848858" y="1713998"/>
            <a:ext cx="1077595"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 1.5m D: 3m H: 1m / 4.5m</a:t>
            </a:r>
            <a:r>
              <a:rPr b="0" baseline="30000" i="0" lang="en-US" sz="525" u="none" cap="none" strike="noStrike">
                <a:solidFill>
                  <a:srgbClr val="231F20"/>
                </a:solidFill>
                <a:latin typeface="Arial"/>
                <a:ea typeface="Arial"/>
                <a:cs typeface="Arial"/>
                <a:sym typeface="Arial"/>
              </a:rPr>
              <a:t>3</a:t>
            </a:r>
            <a:endParaRPr b="0" baseline="30000" i="0" sz="525" u="none" cap="none" strike="noStrike">
              <a:solidFill>
                <a:srgbClr val="000000"/>
              </a:solidFill>
              <a:latin typeface="Arial"/>
              <a:ea typeface="Arial"/>
              <a:cs typeface="Arial"/>
              <a:sym typeface="Arial"/>
            </a:endParaRPr>
          </a:p>
        </p:txBody>
      </p:sp>
      <p:sp>
        <p:nvSpPr>
          <p:cNvPr id="722" name="Google Shape;722;p6"/>
          <p:cNvSpPr txBox="1"/>
          <p:nvPr/>
        </p:nvSpPr>
        <p:spPr>
          <a:xfrm>
            <a:off x="7894084" y="1898247"/>
            <a:ext cx="5486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Process System</a:t>
            </a:r>
            <a:endParaRPr b="0" i="0" sz="600" u="none" cap="none" strike="noStrike">
              <a:solidFill>
                <a:srgbClr val="000000"/>
              </a:solidFill>
              <a:latin typeface="Arial"/>
              <a:ea typeface="Arial"/>
              <a:cs typeface="Arial"/>
              <a:sym typeface="Arial"/>
            </a:endParaRPr>
          </a:p>
        </p:txBody>
      </p:sp>
      <p:sp>
        <p:nvSpPr>
          <p:cNvPr id="723" name="Google Shape;723;p6"/>
          <p:cNvSpPr txBox="1"/>
          <p:nvPr/>
        </p:nvSpPr>
        <p:spPr>
          <a:xfrm>
            <a:off x="8874244" y="1898247"/>
            <a:ext cx="5924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Continuous type</a:t>
            </a:r>
            <a:endParaRPr b="0" i="0" sz="600" u="none" cap="none" strike="noStrike">
              <a:solidFill>
                <a:srgbClr val="000000"/>
              </a:solidFill>
              <a:latin typeface="Arial"/>
              <a:ea typeface="Arial"/>
              <a:cs typeface="Arial"/>
              <a:sym typeface="Arial"/>
            </a:endParaRPr>
          </a:p>
        </p:txBody>
      </p:sp>
      <p:sp>
        <p:nvSpPr>
          <p:cNvPr id="724" name="Google Shape;724;p6"/>
          <p:cNvSpPr txBox="1"/>
          <p:nvPr/>
        </p:nvSpPr>
        <p:spPr>
          <a:xfrm>
            <a:off x="7894084" y="2082422"/>
            <a:ext cx="64198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Steam Generation</a:t>
            </a:r>
            <a:endParaRPr b="0" i="0" sz="600" u="none" cap="none" strike="noStrike">
              <a:solidFill>
                <a:srgbClr val="000000"/>
              </a:solidFill>
              <a:latin typeface="Arial"/>
              <a:ea typeface="Arial"/>
              <a:cs typeface="Arial"/>
              <a:sym typeface="Arial"/>
            </a:endParaRPr>
          </a:p>
        </p:txBody>
      </p:sp>
      <p:sp>
        <p:nvSpPr>
          <p:cNvPr id="725" name="Google Shape;725;p6"/>
          <p:cNvSpPr txBox="1"/>
          <p:nvPr/>
        </p:nvSpPr>
        <p:spPr>
          <a:xfrm>
            <a:off x="8874244" y="2082422"/>
            <a:ext cx="45656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Steam boiler</a:t>
            </a:r>
            <a:endParaRPr b="0" i="0" sz="600" u="none" cap="none" strike="noStrike">
              <a:solidFill>
                <a:srgbClr val="000000"/>
              </a:solidFill>
              <a:latin typeface="Arial"/>
              <a:ea typeface="Arial"/>
              <a:cs typeface="Arial"/>
              <a:sym typeface="Arial"/>
            </a:endParaRPr>
          </a:p>
        </p:txBody>
      </p:sp>
      <p:sp>
        <p:nvSpPr>
          <p:cNvPr id="726" name="Google Shape;726;p6"/>
          <p:cNvSpPr txBox="1"/>
          <p:nvPr/>
        </p:nvSpPr>
        <p:spPr>
          <a:xfrm>
            <a:off x="7894084" y="2266598"/>
            <a:ext cx="65849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Superheating type</a:t>
            </a:r>
            <a:endParaRPr b="0" i="0" sz="600" u="none" cap="none" strike="noStrike">
              <a:solidFill>
                <a:srgbClr val="000000"/>
              </a:solidFill>
              <a:latin typeface="Arial"/>
              <a:ea typeface="Arial"/>
              <a:cs typeface="Arial"/>
              <a:sym typeface="Arial"/>
            </a:endParaRPr>
          </a:p>
        </p:txBody>
      </p:sp>
      <p:sp>
        <p:nvSpPr>
          <p:cNvPr id="727" name="Google Shape;727;p6"/>
          <p:cNvSpPr txBox="1"/>
          <p:nvPr/>
        </p:nvSpPr>
        <p:spPr>
          <a:xfrm>
            <a:off x="8874244" y="2266598"/>
            <a:ext cx="54546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Heating burner</a:t>
            </a:r>
            <a:endParaRPr b="0" i="0" sz="600" u="none" cap="none" strike="noStrike">
              <a:solidFill>
                <a:srgbClr val="000000"/>
              </a:solidFill>
              <a:latin typeface="Arial"/>
              <a:ea typeface="Arial"/>
              <a:cs typeface="Arial"/>
              <a:sym typeface="Arial"/>
            </a:endParaRPr>
          </a:p>
        </p:txBody>
      </p:sp>
      <p:sp>
        <p:nvSpPr>
          <p:cNvPr id="728" name="Google Shape;728;p6"/>
          <p:cNvSpPr txBox="1"/>
          <p:nvPr/>
        </p:nvSpPr>
        <p:spPr>
          <a:xfrm>
            <a:off x="7894084" y="2450773"/>
            <a:ext cx="5461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Control System</a:t>
            </a:r>
            <a:endParaRPr b="0" i="0" sz="600" u="none" cap="none" strike="noStrike">
              <a:solidFill>
                <a:srgbClr val="000000"/>
              </a:solidFill>
              <a:latin typeface="Arial"/>
              <a:ea typeface="Arial"/>
              <a:cs typeface="Arial"/>
              <a:sym typeface="Arial"/>
            </a:endParaRPr>
          </a:p>
        </p:txBody>
      </p:sp>
      <p:sp>
        <p:nvSpPr>
          <p:cNvPr id="729" name="Google Shape;729;p6"/>
          <p:cNvSpPr txBox="1"/>
          <p:nvPr/>
        </p:nvSpPr>
        <p:spPr>
          <a:xfrm>
            <a:off x="8874244" y="2450773"/>
            <a:ext cx="820419"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microcomputer control</a:t>
            </a:r>
            <a:endParaRPr b="0" i="0" sz="600" u="none" cap="none" strike="noStrike">
              <a:solidFill>
                <a:srgbClr val="000000"/>
              </a:solidFill>
              <a:latin typeface="Arial"/>
              <a:ea typeface="Arial"/>
              <a:cs typeface="Arial"/>
              <a:sym typeface="Arial"/>
            </a:endParaRPr>
          </a:p>
        </p:txBody>
      </p:sp>
      <p:sp>
        <p:nvSpPr>
          <p:cNvPr id="730" name="Google Shape;730;p6"/>
          <p:cNvSpPr txBox="1"/>
          <p:nvPr/>
        </p:nvSpPr>
        <p:spPr>
          <a:xfrm>
            <a:off x="7894084" y="2634948"/>
            <a:ext cx="47625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Safety device</a:t>
            </a:r>
            <a:endParaRPr b="0" i="0" sz="600" u="none" cap="none" strike="noStrike">
              <a:solidFill>
                <a:srgbClr val="000000"/>
              </a:solidFill>
              <a:latin typeface="Arial"/>
              <a:ea typeface="Arial"/>
              <a:cs typeface="Arial"/>
              <a:sym typeface="Arial"/>
            </a:endParaRPr>
          </a:p>
        </p:txBody>
      </p:sp>
      <p:sp>
        <p:nvSpPr>
          <p:cNvPr id="731" name="Google Shape;731;p6"/>
          <p:cNvSpPr txBox="1"/>
          <p:nvPr/>
        </p:nvSpPr>
        <p:spPr>
          <a:xfrm>
            <a:off x="8874244" y="2634948"/>
            <a:ext cx="5162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Valve &amp; sensor</a:t>
            </a:r>
            <a:endParaRPr b="0" i="0" sz="600" u="none" cap="none" strike="noStrike">
              <a:solidFill>
                <a:srgbClr val="000000"/>
              </a:solidFill>
              <a:latin typeface="Arial"/>
              <a:ea typeface="Arial"/>
              <a:cs typeface="Arial"/>
              <a:sym typeface="Arial"/>
            </a:endParaRPr>
          </a:p>
        </p:txBody>
      </p:sp>
      <p:grpSp>
        <p:nvGrpSpPr>
          <p:cNvPr id="732" name="Google Shape;732;p6"/>
          <p:cNvGrpSpPr/>
          <p:nvPr/>
        </p:nvGrpSpPr>
        <p:grpSpPr>
          <a:xfrm>
            <a:off x="1681683" y="4652143"/>
            <a:ext cx="6143054" cy="2368099"/>
            <a:chOff x="1681683" y="4652143"/>
            <a:chExt cx="6143054" cy="2368099"/>
          </a:xfrm>
        </p:grpSpPr>
        <p:sp>
          <p:nvSpPr>
            <p:cNvPr id="733" name="Google Shape;733;p6"/>
            <p:cNvSpPr/>
            <p:nvPr/>
          </p:nvSpPr>
          <p:spPr>
            <a:xfrm>
              <a:off x="1716760" y="4892992"/>
              <a:ext cx="5850255" cy="2127250"/>
            </a:xfrm>
            <a:custGeom>
              <a:rect b="b" l="l" r="r" t="t"/>
              <a:pathLst>
                <a:path extrusionOk="0" h="2127250" w="5850255">
                  <a:moveTo>
                    <a:pt x="5849658" y="2127148"/>
                  </a:moveTo>
                  <a:lnTo>
                    <a:pt x="0" y="2127148"/>
                  </a:lnTo>
                  <a:lnTo>
                    <a:pt x="0" y="0"/>
                  </a:lnTo>
                  <a:lnTo>
                    <a:pt x="5849658" y="0"/>
                  </a:lnTo>
                  <a:lnTo>
                    <a:pt x="5849658" y="212714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6"/>
            <p:cNvSpPr/>
            <p:nvPr/>
          </p:nvSpPr>
          <p:spPr>
            <a:xfrm>
              <a:off x="2894063" y="5382259"/>
              <a:ext cx="2592705" cy="1464310"/>
            </a:xfrm>
            <a:custGeom>
              <a:rect b="b" l="l" r="r" t="t"/>
              <a:pathLst>
                <a:path extrusionOk="0" h="1464309" w="2592704">
                  <a:moveTo>
                    <a:pt x="2592692" y="0"/>
                  </a:moveTo>
                  <a:lnTo>
                    <a:pt x="0" y="0"/>
                  </a:lnTo>
                  <a:lnTo>
                    <a:pt x="0" y="585470"/>
                  </a:lnTo>
                  <a:lnTo>
                    <a:pt x="0" y="1463040"/>
                  </a:lnTo>
                  <a:lnTo>
                    <a:pt x="0" y="1464310"/>
                  </a:lnTo>
                  <a:lnTo>
                    <a:pt x="676897" y="1464310"/>
                  </a:lnTo>
                  <a:lnTo>
                    <a:pt x="676897" y="1463040"/>
                  </a:lnTo>
                  <a:lnTo>
                    <a:pt x="676897" y="585470"/>
                  </a:lnTo>
                  <a:lnTo>
                    <a:pt x="1993138" y="585470"/>
                  </a:lnTo>
                  <a:lnTo>
                    <a:pt x="1993138" y="1463040"/>
                  </a:lnTo>
                  <a:lnTo>
                    <a:pt x="2592692" y="1463040"/>
                  </a:lnTo>
                  <a:lnTo>
                    <a:pt x="2592692" y="585470"/>
                  </a:lnTo>
                  <a:lnTo>
                    <a:pt x="2592692" y="0"/>
                  </a:lnTo>
                  <a:close/>
                </a:path>
              </a:pathLst>
            </a:custGeom>
            <a:solidFill>
              <a:srgbClr val="E6E7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6"/>
            <p:cNvSpPr/>
            <p:nvPr/>
          </p:nvSpPr>
          <p:spPr>
            <a:xfrm>
              <a:off x="2894074" y="5382296"/>
              <a:ext cx="2592705" cy="1464310"/>
            </a:xfrm>
            <a:custGeom>
              <a:rect b="b" l="l" r="r" t="t"/>
              <a:pathLst>
                <a:path extrusionOk="0" h="1464309" w="2592704">
                  <a:moveTo>
                    <a:pt x="2592692" y="1463001"/>
                  </a:moveTo>
                  <a:lnTo>
                    <a:pt x="2592692" y="584961"/>
                  </a:lnTo>
                  <a:lnTo>
                    <a:pt x="2592692" y="0"/>
                  </a:lnTo>
                  <a:lnTo>
                    <a:pt x="1993138" y="0"/>
                  </a:lnTo>
                  <a:lnTo>
                    <a:pt x="584962" y="0"/>
                  </a:lnTo>
                  <a:lnTo>
                    <a:pt x="0" y="0"/>
                  </a:lnTo>
                  <a:lnTo>
                    <a:pt x="0" y="584961"/>
                  </a:lnTo>
                  <a:lnTo>
                    <a:pt x="0" y="1463890"/>
                  </a:lnTo>
                  <a:lnTo>
                    <a:pt x="676897" y="1463890"/>
                  </a:lnTo>
                  <a:lnTo>
                    <a:pt x="676897" y="584961"/>
                  </a:lnTo>
                  <a:lnTo>
                    <a:pt x="1993138" y="584961"/>
                  </a:lnTo>
                  <a:lnTo>
                    <a:pt x="1993138" y="1463001"/>
                  </a:lnTo>
                  <a:lnTo>
                    <a:pt x="2592692" y="146300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36" name="Google Shape;736;p6"/>
            <p:cNvPicPr preferRelativeResize="0"/>
            <p:nvPr/>
          </p:nvPicPr>
          <p:blipFill rotWithShape="1">
            <a:blip r:embed="rId4">
              <a:alphaModFix/>
            </a:blip>
            <a:srcRect b="0" l="0" r="0" t="0"/>
            <a:stretch/>
          </p:blipFill>
          <p:spPr>
            <a:xfrm>
              <a:off x="3226940" y="6236609"/>
              <a:ext cx="214629" cy="124918"/>
            </a:xfrm>
            <a:prstGeom prst="rect">
              <a:avLst/>
            </a:prstGeom>
            <a:noFill/>
            <a:ln>
              <a:noFill/>
            </a:ln>
          </p:spPr>
        </p:pic>
        <p:sp>
          <p:nvSpPr>
            <p:cNvPr id="737" name="Google Shape;737;p6"/>
            <p:cNvSpPr/>
            <p:nvPr/>
          </p:nvSpPr>
          <p:spPr>
            <a:xfrm>
              <a:off x="2166861" y="5416270"/>
              <a:ext cx="20320" cy="109855"/>
            </a:xfrm>
            <a:custGeom>
              <a:rect b="b" l="l" r="r" t="t"/>
              <a:pathLst>
                <a:path extrusionOk="0" h="109854" w="20319">
                  <a:moveTo>
                    <a:pt x="13550" y="406"/>
                  </a:moveTo>
                  <a:lnTo>
                    <a:pt x="13131" y="0"/>
                  </a:lnTo>
                  <a:lnTo>
                    <a:pt x="11709" y="0"/>
                  </a:lnTo>
                  <a:lnTo>
                    <a:pt x="11709" y="1841"/>
                  </a:lnTo>
                  <a:lnTo>
                    <a:pt x="11709" y="14668"/>
                  </a:lnTo>
                  <a:lnTo>
                    <a:pt x="1841" y="14668"/>
                  </a:lnTo>
                  <a:lnTo>
                    <a:pt x="1841" y="1841"/>
                  </a:lnTo>
                  <a:lnTo>
                    <a:pt x="11709" y="1841"/>
                  </a:lnTo>
                  <a:lnTo>
                    <a:pt x="11709" y="0"/>
                  </a:lnTo>
                  <a:lnTo>
                    <a:pt x="660" y="0"/>
                  </a:lnTo>
                  <a:lnTo>
                    <a:pt x="431" y="101"/>
                  </a:lnTo>
                  <a:lnTo>
                    <a:pt x="127" y="406"/>
                  </a:lnTo>
                  <a:lnTo>
                    <a:pt x="0" y="16103"/>
                  </a:lnTo>
                  <a:lnTo>
                    <a:pt x="419" y="16510"/>
                  </a:lnTo>
                  <a:lnTo>
                    <a:pt x="12636" y="16510"/>
                  </a:lnTo>
                  <a:lnTo>
                    <a:pt x="13106" y="16408"/>
                  </a:lnTo>
                  <a:lnTo>
                    <a:pt x="13449" y="16065"/>
                  </a:lnTo>
                  <a:lnTo>
                    <a:pt x="13550" y="14668"/>
                  </a:lnTo>
                  <a:lnTo>
                    <a:pt x="13550" y="1841"/>
                  </a:lnTo>
                  <a:lnTo>
                    <a:pt x="13550" y="406"/>
                  </a:lnTo>
                  <a:close/>
                </a:path>
                <a:path extrusionOk="0" h="109854" w="20319">
                  <a:moveTo>
                    <a:pt x="20027" y="98653"/>
                  </a:moveTo>
                  <a:lnTo>
                    <a:pt x="19126" y="96456"/>
                  </a:lnTo>
                  <a:lnTo>
                    <a:pt x="18186" y="95516"/>
                  </a:lnTo>
                  <a:lnTo>
                    <a:pt x="18186" y="99148"/>
                  </a:lnTo>
                  <a:lnTo>
                    <a:pt x="18186" y="104762"/>
                  </a:lnTo>
                  <a:lnTo>
                    <a:pt x="15151" y="107835"/>
                  </a:lnTo>
                  <a:lnTo>
                    <a:pt x="11404" y="107899"/>
                  </a:lnTo>
                  <a:lnTo>
                    <a:pt x="9448" y="107899"/>
                  </a:lnTo>
                  <a:lnTo>
                    <a:pt x="7721" y="107175"/>
                  </a:lnTo>
                  <a:lnTo>
                    <a:pt x="5105" y="104571"/>
                  </a:lnTo>
                  <a:lnTo>
                    <a:pt x="4394" y="102844"/>
                  </a:lnTo>
                  <a:lnTo>
                    <a:pt x="4394" y="97193"/>
                  </a:lnTo>
                  <a:lnTo>
                    <a:pt x="7493" y="94043"/>
                  </a:lnTo>
                  <a:lnTo>
                    <a:pt x="11290" y="94094"/>
                  </a:lnTo>
                  <a:lnTo>
                    <a:pt x="13131" y="94094"/>
                  </a:lnTo>
                  <a:lnTo>
                    <a:pt x="14859" y="94805"/>
                  </a:lnTo>
                  <a:lnTo>
                    <a:pt x="17475" y="97409"/>
                  </a:lnTo>
                  <a:lnTo>
                    <a:pt x="18186" y="99148"/>
                  </a:lnTo>
                  <a:lnTo>
                    <a:pt x="18186" y="95516"/>
                  </a:lnTo>
                  <a:lnTo>
                    <a:pt x="16713" y="94043"/>
                  </a:lnTo>
                  <a:lnTo>
                    <a:pt x="15811" y="93154"/>
                  </a:lnTo>
                  <a:lnTo>
                    <a:pt x="13627" y="92252"/>
                  </a:lnTo>
                  <a:lnTo>
                    <a:pt x="11150" y="92252"/>
                  </a:lnTo>
                  <a:lnTo>
                    <a:pt x="6388" y="92329"/>
                  </a:lnTo>
                  <a:lnTo>
                    <a:pt x="2552" y="96227"/>
                  </a:lnTo>
                  <a:lnTo>
                    <a:pt x="2552" y="103327"/>
                  </a:lnTo>
                  <a:lnTo>
                    <a:pt x="3454" y="105524"/>
                  </a:lnTo>
                  <a:lnTo>
                    <a:pt x="6756" y="108826"/>
                  </a:lnTo>
                  <a:lnTo>
                    <a:pt x="8953" y="109740"/>
                  </a:lnTo>
                  <a:lnTo>
                    <a:pt x="13627" y="109728"/>
                  </a:lnTo>
                  <a:lnTo>
                    <a:pt x="15824" y="108826"/>
                  </a:lnTo>
                  <a:lnTo>
                    <a:pt x="16751" y="107899"/>
                  </a:lnTo>
                  <a:lnTo>
                    <a:pt x="19126" y="105524"/>
                  </a:lnTo>
                  <a:lnTo>
                    <a:pt x="20027" y="103327"/>
                  </a:lnTo>
                  <a:lnTo>
                    <a:pt x="20027" y="9865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6"/>
            <p:cNvSpPr/>
            <p:nvPr/>
          </p:nvSpPr>
          <p:spPr>
            <a:xfrm>
              <a:off x="2347375" y="5421095"/>
              <a:ext cx="10795" cy="100330"/>
            </a:xfrm>
            <a:custGeom>
              <a:rect b="b" l="l" r="r" t="t"/>
              <a:pathLst>
                <a:path extrusionOk="0" h="100329" w="10794">
                  <a:moveTo>
                    <a:pt x="0" y="99948"/>
                  </a:moveTo>
                  <a:lnTo>
                    <a:pt x="10509" y="99948"/>
                  </a:lnTo>
                  <a:lnTo>
                    <a:pt x="10509" y="0"/>
                  </a:lnTo>
                  <a:lnTo>
                    <a:pt x="0" y="0"/>
                  </a:lnTo>
                  <a:lnTo>
                    <a:pt x="0" y="99948"/>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6"/>
            <p:cNvSpPr/>
            <p:nvPr/>
          </p:nvSpPr>
          <p:spPr>
            <a:xfrm>
              <a:off x="2346528" y="5420182"/>
              <a:ext cx="11430" cy="101600"/>
            </a:xfrm>
            <a:custGeom>
              <a:rect b="b" l="l" r="r" t="t"/>
              <a:pathLst>
                <a:path extrusionOk="0" h="101600" w="11430">
                  <a:moveTo>
                    <a:pt x="11353" y="0"/>
                  </a:moveTo>
                  <a:lnTo>
                    <a:pt x="50" y="0"/>
                  </a:lnTo>
                  <a:lnTo>
                    <a:pt x="50" y="1270"/>
                  </a:lnTo>
                  <a:lnTo>
                    <a:pt x="0" y="100330"/>
                  </a:lnTo>
                  <a:lnTo>
                    <a:pt x="38" y="101600"/>
                  </a:lnTo>
                  <a:lnTo>
                    <a:pt x="11353" y="101600"/>
                  </a:lnTo>
                  <a:lnTo>
                    <a:pt x="11353" y="100330"/>
                  </a:lnTo>
                  <a:lnTo>
                    <a:pt x="1778" y="100330"/>
                  </a:lnTo>
                  <a:lnTo>
                    <a:pt x="1778" y="1270"/>
                  </a:lnTo>
                  <a:lnTo>
                    <a:pt x="11353" y="1270"/>
                  </a:lnTo>
                  <a:lnTo>
                    <a:pt x="11353"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6"/>
            <p:cNvSpPr/>
            <p:nvPr/>
          </p:nvSpPr>
          <p:spPr>
            <a:xfrm>
              <a:off x="2334064" y="5424135"/>
              <a:ext cx="17780" cy="97155"/>
            </a:xfrm>
            <a:custGeom>
              <a:rect b="b" l="l" r="r" t="t"/>
              <a:pathLst>
                <a:path extrusionOk="0" h="97154" w="17780">
                  <a:moveTo>
                    <a:pt x="17513" y="0"/>
                  </a:moveTo>
                  <a:lnTo>
                    <a:pt x="0" y="0"/>
                  </a:lnTo>
                  <a:lnTo>
                    <a:pt x="38" y="96913"/>
                  </a:lnTo>
                  <a:lnTo>
                    <a:pt x="17551" y="96913"/>
                  </a:lnTo>
                  <a:lnTo>
                    <a:pt x="1751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6"/>
            <p:cNvSpPr/>
            <p:nvPr/>
          </p:nvSpPr>
          <p:spPr>
            <a:xfrm>
              <a:off x="2334095" y="5423217"/>
              <a:ext cx="18415" cy="99060"/>
            </a:xfrm>
            <a:custGeom>
              <a:rect b="b" l="l" r="r" t="t"/>
              <a:pathLst>
                <a:path extrusionOk="0" h="99060" w="18414">
                  <a:moveTo>
                    <a:pt x="18415" y="96520"/>
                  </a:moveTo>
                  <a:lnTo>
                    <a:pt x="18402" y="1841"/>
                  </a:lnTo>
                  <a:lnTo>
                    <a:pt x="16560" y="1841"/>
                  </a:lnTo>
                  <a:lnTo>
                    <a:pt x="16573" y="96520"/>
                  </a:lnTo>
                  <a:lnTo>
                    <a:pt x="901" y="96520"/>
                  </a:lnTo>
                  <a:lnTo>
                    <a:pt x="901" y="1270"/>
                  </a:lnTo>
                  <a:lnTo>
                    <a:pt x="18402" y="1270"/>
                  </a:lnTo>
                  <a:lnTo>
                    <a:pt x="18402" y="0"/>
                  </a:lnTo>
                  <a:lnTo>
                    <a:pt x="0" y="0"/>
                  </a:lnTo>
                  <a:lnTo>
                    <a:pt x="0" y="1270"/>
                  </a:lnTo>
                  <a:lnTo>
                    <a:pt x="0" y="96520"/>
                  </a:lnTo>
                  <a:lnTo>
                    <a:pt x="0" y="97790"/>
                  </a:lnTo>
                  <a:lnTo>
                    <a:pt x="0" y="99060"/>
                  </a:lnTo>
                  <a:lnTo>
                    <a:pt x="18224" y="99060"/>
                  </a:lnTo>
                  <a:lnTo>
                    <a:pt x="18224" y="97790"/>
                  </a:lnTo>
                  <a:lnTo>
                    <a:pt x="18415" y="97790"/>
                  </a:lnTo>
                  <a:lnTo>
                    <a:pt x="18415" y="96913"/>
                  </a:lnTo>
                  <a:lnTo>
                    <a:pt x="18415" y="9652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6"/>
            <p:cNvSpPr/>
            <p:nvPr/>
          </p:nvSpPr>
          <p:spPr>
            <a:xfrm>
              <a:off x="2357884" y="5414993"/>
              <a:ext cx="80645" cy="112395"/>
            </a:xfrm>
            <a:custGeom>
              <a:rect b="b" l="l" r="r" t="t"/>
              <a:pathLst>
                <a:path extrusionOk="0" h="112395" w="80644">
                  <a:moveTo>
                    <a:pt x="69799" y="0"/>
                  </a:moveTo>
                  <a:lnTo>
                    <a:pt x="5791" y="25"/>
                  </a:lnTo>
                  <a:lnTo>
                    <a:pt x="2590" y="25"/>
                  </a:lnTo>
                  <a:lnTo>
                    <a:pt x="0" y="2616"/>
                  </a:lnTo>
                  <a:lnTo>
                    <a:pt x="38" y="109766"/>
                  </a:lnTo>
                  <a:lnTo>
                    <a:pt x="2628" y="112356"/>
                  </a:lnTo>
                  <a:lnTo>
                    <a:pt x="69837" y="112331"/>
                  </a:lnTo>
                  <a:lnTo>
                    <a:pt x="72428" y="109740"/>
                  </a:lnTo>
                  <a:lnTo>
                    <a:pt x="72428" y="106540"/>
                  </a:lnTo>
                  <a:lnTo>
                    <a:pt x="73632" y="103513"/>
                  </a:lnTo>
                  <a:lnTo>
                    <a:pt x="76280" y="94270"/>
                  </a:lnTo>
                  <a:lnTo>
                    <a:pt x="78927" y="78567"/>
                  </a:lnTo>
                  <a:lnTo>
                    <a:pt x="80124" y="56159"/>
                  </a:lnTo>
                  <a:lnTo>
                    <a:pt x="79996" y="37970"/>
                  </a:lnTo>
                  <a:lnTo>
                    <a:pt x="79147" y="26660"/>
                  </a:lnTo>
                  <a:lnTo>
                    <a:pt x="76854" y="17508"/>
                  </a:lnTo>
                  <a:lnTo>
                    <a:pt x="72389" y="5791"/>
                  </a:lnTo>
                  <a:lnTo>
                    <a:pt x="72389" y="2590"/>
                  </a:lnTo>
                  <a:lnTo>
                    <a:pt x="697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6"/>
            <p:cNvSpPr/>
            <p:nvPr/>
          </p:nvSpPr>
          <p:spPr>
            <a:xfrm>
              <a:off x="2357035" y="5414072"/>
              <a:ext cx="81915" cy="114300"/>
            </a:xfrm>
            <a:custGeom>
              <a:rect b="b" l="l" r="r" t="t"/>
              <a:pathLst>
                <a:path extrusionOk="0" h="114300" w="81914">
                  <a:moveTo>
                    <a:pt x="71090" y="0"/>
                  </a:moveTo>
                  <a:lnTo>
                    <a:pt x="6536" y="25"/>
                  </a:lnTo>
                  <a:lnTo>
                    <a:pt x="2878" y="88"/>
                  </a:lnTo>
                  <a:lnTo>
                    <a:pt x="82" y="2920"/>
                  </a:lnTo>
                  <a:lnTo>
                    <a:pt x="0" y="109385"/>
                  </a:lnTo>
                  <a:lnTo>
                    <a:pt x="656" y="110959"/>
                  </a:lnTo>
                  <a:lnTo>
                    <a:pt x="3196" y="113499"/>
                  </a:lnTo>
                  <a:lnTo>
                    <a:pt x="4885" y="114198"/>
                  </a:lnTo>
                  <a:lnTo>
                    <a:pt x="67483" y="114172"/>
                  </a:lnTo>
                  <a:lnTo>
                    <a:pt x="69274" y="114134"/>
                  </a:lnTo>
                  <a:lnTo>
                    <a:pt x="70963" y="113474"/>
                  </a:lnTo>
                  <a:lnTo>
                    <a:pt x="72080" y="112356"/>
                  </a:lnTo>
                  <a:lnTo>
                    <a:pt x="5380" y="112356"/>
                  </a:lnTo>
                  <a:lnTo>
                    <a:pt x="4148" y="111848"/>
                  </a:lnTo>
                  <a:lnTo>
                    <a:pt x="2296" y="109981"/>
                  </a:lnTo>
                  <a:lnTo>
                    <a:pt x="1799" y="108788"/>
                  </a:lnTo>
                  <a:lnTo>
                    <a:pt x="1800" y="4025"/>
                  </a:lnTo>
                  <a:lnTo>
                    <a:pt x="3983" y="1917"/>
                  </a:lnTo>
                  <a:lnTo>
                    <a:pt x="6637" y="1866"/>
                  </a:lnTo>
                  <a:lnTo>
                    <a:pt x="72963" y="1841"/>
                  </a:lnTo>
                  <a:lnTo>
                    <a:pt x="71090" y="0"/>
                  </a:lnTo>
                  <a:close/>
                </a:path>
                <a:path extrusionOk="0" h="114300" w="81914">
                  <a:moveTo>
                    <a:pt x="67483" y="112331"/>
                  </a:moveTo>
                  <a:lnTo>
                    <a:pt x="5380" y="112356"/>
                  </a:lnTo>
                  <a:lnTo>
                    <a:pt x="68804" y="112356"/>
                  </a:lnTo>
                  <a:lnTo>
                    <a:pt x="67483" y="112331"/>
                  </a:lnTo>
                  <a:close/>
                </a:path>
                <a:path extrusionOk="0" h="114300" w="81914">
                  <a:moveTo>
                    <a:pt x="72963" y="1841"/>
                  </a:moveTo>
                  <a:lnTo>
                    <a:pt x="70137" y="1841"/>
                  </a:lnTo>
                  <a:lnTo>
                    <a:pt x="72322" y="4025"/>
                  </a:lnTo>
                  <a:lnTo>
                    <a:pt x="72322" y="6832"/>
                  </a:lnTo>
                  <a:lnTo>
                    <a:pt x="73614" y="10678"/>
                  </a:lnTo>
                  <a:lnTo>
                    <a:pt x="76243" y="20747"/>
                  </a:lnTo>
                  <a:lnTo>
                    <a:pt x="78858" y="36475"/>
                  </a:lnTo>
                  <a:lnTo>
                    <a:pt x="80043" y="57086"/>
                  </a:lnTo>
                  <a:lnTo>
                    <a:pt x="78873" y="79123"/>
                  </a:lnTo>
                  <a:lnTo>
                    <a:pt x="76279" y="94680"/>
                  </a:lnTo>
                  <a:lnTo>
                    <a:pt x="73669" y="103933"/>
                  </a:lnTo>
                  <a:lnTo>
                    <a:pt x="72385" y="107187"/>
                  </a:lnTo>
                  <a:lnTo>
                    <a:pt x="72349" y="108788"/>
                  </a:lnTo>
                  <a:lnTo>
                    <a:pt x="71852" y="109981"/>
                  </a:lnTo>
                  <a:lnTo>
                    <a:pt x="70010" y="111823"/>
                  </a:lnTo>
                  <a:lnTo>
                    <a:pt x="68804" y="112356"/>
                  </a:lnTo>
                  <a:lnTo>
                    <a:pt x="72080" y="112356"/>
                  </a:lnTo>
                  <a:lnTo>
                    <a:pt x="73463" y="110959"/>
                  </a:lnTo>
                  <a:lnTo>
                    <a:pt x="74138" y="109385"/>
                  </a:lnTo>
                  <a:lnTo>
                    <a:pt x="74201" y="107670"/>
                  </a:lnTo>
                  <a:lnTo>
                    <a:pt x="75784" y="103526"/>
                  </a:lnTo>
                  <a:lnTo>
                    <a:pt x="78386" y="93889"/>
                  </a:lnTo>
                  <a:lnTo>
                    <a:pt x="80816" y="78497"/>
                  </a:lnTo>
                  <a:lnTo>
                    <a:pt x="81885" y="57086"/>
                  </a:lnTo>
                  <a:lnTo>
                    <a:pt x="80777" y="37108"/>
                  </a:lnTo>
                  <a:lnTo>
                    <a:pt x="78296" y="21564"/>
                  </a:lnTo>
                  <a:lnTo>
                    <a:pt x="75679" y="11145"/>
                  </a:lnTo>
                  <a:lnTo>
                    <a:pt x="74163" y="6540"/>
                  </a:lnTo>
                  <a:lnTo>
                    <a:pt x="74062" y="2920"/>
                  </a:lnTo>
                  <a:lnTo>
                    <a:pt x="72963" y="184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6"/>
            <p:cNvSpPr/>
            <p:nvPr/>
          </p:nvSpPr>
          <p:spPr>
            <a:xfrm>
              <a:off x="2182030" y="5415029"/>
              <a:ext cx="152400" cy="112395"/>
            </a:xfrm>
            <a:custGeom>
              <a:rect b="b" l="l" r="r" t="t"/>
              <a:pathLst>
                <a:path extrusionOk="0" h="112395" w="152400">
                  <a:moveTo>
                    <a:pt x="152031" y="0"/>
                  </a:moveTo>
                  <a:lnTo>
                    <a:pt x="0" y="50"/>
                  </a:lnTo>
                  <a:lnTo>
                    <a:pt x="38" y="112382"/>
                  </a:lnTo>
                  <a:lnTo>
                    <a:pt x="152069" y="112331"/>
                  </a:lnTo>
                  <a:lnTo>
                    <a:pt x="15203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6"/>
            <p:cNvSpPr/>
            <p:nvPr/>
          </p:nvSpPr>
          <p:spPr>
            <a:xfrm>
              <a:off x="2181136" y="5414162"/>
              <a:ext cx="169545" cy="114300"/>
            </a:xfrm>
            <a:custGeom>
              <a:rect b="b" l="l" r="r" t="t"/>
              <a:pathLst>
                <a:path extrusionOk="0" h="114300" w="169544">
                  <a:moveTo>
                    <a:pt x="150139" y="99644"/>
                  </a:moveTo>
                  <a:lnTo>
                    <a:pt x="150126" y="12014"/>
                  </a:lnTo>
                  <a:lnTo>
                    <a:pt x="150025" y="10744"/>
                  </a:lnTo>
                  <a:lnTo>
                    <a:pt x="148285" y="10744"/>
                  </a:lnTo>
                  <a:lnTo>
                    <a:pt x="148285" y="12014"/>
                  </a:lnTo>
                  <a:lnTo>
                    <a:pt x="148285" y="99644"/>
                  </a:lnTo>
                  <a:lnTo>
                    <a:pt x="4394" y="99644"/>
                  </a:lnTo>
                  <a:lnTo>
                    <a:pt x="4394" y="12014"/>
                  </a:lnTo>
                  <a:lnTo>
                    <a:pt x="148285" y="12014"/>
                  </a:lnTo>
                  <a:lnTo>
                    <a:pt x="148285" y="10744"/>
                  </a:lnTo>
                  <a:lnTo>
                    <a:pt x="2679" y="10744"/>
                  </a:lnTo>
                  <a:lnTo>
                    <a:pt x="2679" y="12014"/>
                  </a:lnTo>
                  <a:lnTo>
                    <a:pt x="2628" y="99644"/>
                  </a:lnTo>
                  <a:lnTo>
                    <a:pt x="2565" y="100914"/>
                  </a:lnTo>
                  <a:lnTo>
                    <a:pt x="2743" y="100914"/>
                  </a:lnTo>
                  <a:lnTo>
                    <a:pt x="2743" y="102184"/>
                  </a:lnTo>
                  <a:lnTo>
                    <a:pt x="149974" y="102184"/>
                  </a:lnTo>
                  <a:lnTo>
                    <a:pt x="149974" y="100914"/>
                  </a:lnTo>
                  <a:lnTo>
                    <a:pt x="150139" y="100914"/>
                  </a:lnTo>
                  <a:lnTo>
                    <a:pt x="150139" y="99644"/>
                  </a:lnTo>
                  <a:close/>
                </a:path>
                <a:path extrusionOk="0" h="114300" w="169544">
                  <a:moveTo>
                    <a:pt x="153873" y="111760"/>
                  </a:moveTo>
                  <a:lnTo>
                    <a:pt x="153860" y="1270"/>
                  </a:lnTo>
                  <a:lnTo>
                    <a:pt x="153758" y="0"/>
                  </a:lnTo>
                  <a:lnTo>
                    <a:pt x="152019" y="0"/>
                  </a:lnTo>
                  <a:lnTo>
                    <a:pt x="152019" y="1270"/>
                  </a:lnTo>
                  <a:lnTo>
                    <a:pt x="152019" y="111760"/>
                  </a:lnTo>
                  <a:lnTo>
                    <a:pt x="1828" y="111760"/>
                  </a:lnTo>
                  <a:lnTo>
                    <a:pt x="1828" y="1270"/>
                  </a:lnTo>
                  <a:lnTo>
                    <a:pt x="152019" y="1270"/>
                  </a:lnTo>
                  <a:lnTo>
                    <a:pt x="152019" y="0"/>
                  </a:lnTo>
                  <a:lnTo>
                    <a:pt x="0" y="0"/>
                  </a:lnTo>
                  <a:lnTo>
                    <a:pt x="0" y="1270"/>
                  </a:lnTo>
                  <a:lnTo>
                    <a:pt x="50" y="111760"/>
                  </a:lnTo>
                  <a:lnTo>
                    <a:pt x="101" y="114300"/>
                  </a:lnTo>
                  <a:lnTo>
                    <a:pt x="153873" y="114300"/>
                  </a:lnTo>
                  <a:lnTo>
                    <a:pt x="153873" y="111760"/>
                  </a:lnTo>
                  <a:close/>
                </a:path>
                <a:path extrusionOk="0" h="114300" w="169544">
                  <a:moveTo>
                    <a:pt x="164668" y="23139"/>
                  </a:moveTo>
                  <a:lnTo>
                    <a:pt x="164249" y="22733"/>
                  </a:lnTo>
                  <a:lnTo>
                    <a:pt x="162826" y="22733"/>
                  </a:lnTo>
                  <a:lnTo>
                    <a:pt x="162826" y="24574"/>
                  </a:lnTo>
                  <a:lnTo>
                    <a:pt x="162826" y="35674"/>
                  </a:lnTo>
                  <a:lnTo>
                    <a:pt x="160159" y="35674"/>
                  </a:lnTo>
                  <a:lnTo>
                    <a:pt x="160159" y="24574"/>
                  </a:lnTo>
                  <a:lnTo>
                    <a:pt x="162826" y="24574"/>
                  </a:lnTo>
                  <a:lnTo>
                    <a:pt x="162826" y="22733"/>
                  </a:lnTo>
                  <a:lnTo>
                    <a:pt x="158978" y="22733"/>
                  </a:lnTo>
                  <a:lnTo>
                    <a:pt x="158750" y="22834"/>
                  </a:lnTo>
                  <a:lnTo>
                    <a:pt x="158445" y="23139"/>
                  </a:lnTo>
                  <a:lnTo>
                    <a:pt x="158318" y="37109"/>
                  </a:lnTo>
                  <a:lnTo>
                    <a:pt x="158737" y="37515"/>
                  </a:lnTo>
                  <a:lnTo>
                    <a:pt x="163995" y="37503"/>
                  </a:lnTo>
                  <a:lnTo>
                    <a:pt x="164236" y="37414"/>
                  </a:lnTo>
                  <a:lnTo>
                    <a:pt x="164579" y="37071"/>
                  </a:lnTo>
                  <a:lnTo>
                    <a:pt x="164668" y="35674"/>
                  </a:lnTo>
                  <a:lnTo>
                    <a:pt x="164668" y="24574"/>
                  </a:lnTo>
                  <a:lnTo>
                    <a:pt x="164668" y="23139"/>
                  </a:lnTo>
                  <a:close/>
                </a:path>
                <a:path extrusionOk="0" h="114300" w="169544">
                  <a:moveTo>
                    <a:pt x="169037" y="71856"/>
                  </a:moveTo>
                  <a:lnTo>
                    <a:pt x="168948" y="70446"/>
                  </a:lnTo>
                  <a:lnTo>
                    <a:pt x="168592" y="70104"/>
                  </a:lnTo>
                  <a:lnTo>
                    <a:pt x="168363" y="70015"/>
                  </a:lnTo>
                  <a:lnTo>
                    <a:pt x="167195" y="70015"/>
                  </a:lnTo>
                  <a:lnTo>
                    <a:pt x="167195" y="71856"/>
                  </a:lnTo>
                  <a:lnTo>
                    <a:pt x="167195" y="82384"/>
                  </a:lnTo>
                  <a:lnTo>
                    <a:pt x="158534" y="82397"/>
                  </a:lnTo>
                  <a:lnTo>
                    <a:pt x="158534" y="71856"/>
                  </a:lnTo>
                  <a:lnTo>
                    <a:pt x="167195" y="71856"/>
                  </a:lnTo>
                  <a:lnTo>
                    <a:pt x="167195" y="70015"/>
                  </a:lnTo>
                  <a:lnTo>
                    <a:pt x="157353" y="70015"/>
                  </a:lnTo>
                  <a:lnTo>
                    <a:pt x="157124" y="70116"/>
                  </a:lnTo>
                  <a:lnTo>
                    <a:pt x="156794" y="70446"/>
                  </a:lnTo>
                  <a:lnTo>
                    <a:pt x="156692" y="83820"/>
                  </a:lnTo>
                  <a:lnTo>
                    <a:pt x="157111" y="84239"/>
                  </a:lnTo>
                  <a:lnTo>
                    <a:pt x="168643" y="84226"/>
                  </a:lnTo>
                  <a:lnTo>
                    <a:pt x="169024" y="83820"/>
                  </a:lnTo>
                  <a:lnTo>
                    <a:pt x="169037" y="82397"/>
                  </a:lnTo>
                  <a:lnTo>
                    <a:pt x="169037" y="71856"/>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6"/>
            <p:cNvSpPr/>
            <p:nvPr/>
          </p:nvSpPr>
          <p:spPr>
            <a:xfrm>
              <a:off x="2338738" y="5424125"/>
              <a:ext cx="14604" cy="11430"/>
            </a:xfrm>
            <a:custGeom>
              <a:rect b="b" l="l" r="r" t="t"/>
              <a:pathLst>
                <a:path extrusionOk="0" h="11429" w="14605">
                  <a:moveTo>
                    <a:pt x="14008" y="0"/>
                  </a:moveTo>
                  <a:lnTo>
                    <a:pt x="0" y="12"/>
                  </a:lnTo>
                  <a:lnTo>
                    <a:pt x="0" y="10985"/>
                  </a:lnTo>
                  <a:lnTo>
                    <a:pt x="14008" y="10985"/>
                  </a:lnTo>
                  <a:lnTo>
                    <a:pt x="1400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6"/>
            <p:cNvSpPr/>
            <p:nvPr/>
          </p:nvSpPr>
          <p:spPr>
            <a:xfrm>
              <a:off x="2337818" y="5423213"/>
              <a:ext cx="15875" cy="13335"/>
            </a:xfrm>
            <a:custGeom>
              <a:rect b="b" l="l" r="r" t="t"/>
              <a:pathLst>
                <a:path extrusionOk="0" h="13335" w="15875">
                  <a:moveTo>
                    <a:pt x="15430" y="0"/>
                  </a:moveTo>
                  <a:lnTo>
                    <a:pt x="660" y="0"/>
                  </a:lnTo>
                  <a:lnTo>
                    <a:pt x="431" y="101"/>
                  </a:lnTo>
                  <a:lnTo>
                    <a:pt x="126" y="406"/>
                  </a:lnTo>
                  <a:lnTo>
                    <a:pt x="0" y="12407"/>
                  </a:lnTo>
                  <a:lnTo>
                    <a:pt x="406" y="12814"/>
                  </a:lnTo>
                  <a:lnTo>
                    <a:pt x="14935" y="12814"/>
                  </a:lnTo>
                  <a:lnTo>
                    <a:pt x="15405" y="12712"/>
                  </a:lnTo>
                  <a:lnTo>
                    <a:pt x="15760" y="12369"/>
                  </a:lnTo>
                  <a:lnTo>
                    <a:pt x="15849" y="10972"/>
                  </a:lnTo>
                  <a:lnTo>
                    <a:pt x="1841" y="10972"/>
                  </a:lnTo>
                  <a:lnTo>
                    <a:pt x="1841" y="1841"/>
                  </a:lnTo>
                  <a:lnTo>
                    <a:pt x="15849" y="1841"/>
                  </a:lnTo>
                  <a:lnTo>
                    <a:pt x="15849" y="406"/>
                  </a:lnTo>
                  <a:lnTo>
                    <a:pt x="15430" y="0"/>
                  </a:lnTo>
                  <a:close/>
                </a:path>
                <a:path extrusionOk="0" h="13335" w="15875">
                  <a:moveTo>
                    <a:pt x="15849" y="1841"/>
                  </a:moveTo>
                  <a:lnTo>
                    <a:pt x="14008" y="1841"/>
                  </a:lnTo>
                  <a:lnTo>
                    <a:pt x="14008" y="10972"/>
                  </a:lnTo>
                  <a:lnTo>
                    <a:pt x="15849" y="10972"/>
                  </a:lnTo>
                  <a:lnTo>
                    <a:pt x="15849" y="184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6"/>
            <p:cNvSpPr/>
            <p:nvPr/>
          </p:nvSpPr>
          <p:spPr>
            <a:xfrm>
              <a:off x="2335960" y="5518937"/>
              <a:ext cx="19050" cy="4445"/>
            </a:xfrm>
            <a:custGeom>
              <a:rect b="b" l="l" r="r" t="t"/>
              <a:pathLst>
                <a:path extrusionOk="0" h="4445" w="19050">
                  <a:moveTo>
                    <a:pt x="18453" y="0"/>
                  </a:moveTo>
                  <a:lnTo>
                    <a:pt x="0" y="12"/>
                  </a:lnTo>
                  <a:lnTo>
                    <a:pt x="12" y="4216"/>
                  </a:lnTo>
                  <a:lnTo>
                    <a:pt x="18453" y="4203"/>
                  </a:lnTo>
                  <a:lnTo>
                    <a:pt x="1845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6"/>
            <p:cNvSpPr/>
            <p:nvPr/>
          </p:nvSpPr>
          <p:spPr>
            <a:xfrm>
              <a:off x="2335062" y="5518017"/>
              <a:ext cx="20320" cy="6350"/>
            </a:xfrm>
            <a:custGeom>
              <a:rect b="b" l="l" r="r" t="t"/>
              <a:pathLst>
                <a:path extrusionOk="0" h="6350" w="20319">
                  <a:moveTo>
                    <a:pt x="19862" y="0"/>
                  </a:moveTo>
                  <a:lnTo>
                    <a:pt x="393" y="25"/>
                  </a:lnTo>
                  <a:lnTo>
                    <a:pt x="0" y="419"/>
                  </a:lnTo>
                  <a:lnTo>
                    <a:pt x="76" y="5613"/>
                  </a:lnTo>
                  <a:lnTo>
                    <a:pt x="431" y="5956"/>
                  </a:lnTo>
                  <a:lnTo>
                    <a:pt x="660" y="6057"/>
                  </a:lnTo>
                  <a:lnTo>
                    <a:pt x="19354" y="6045"/>
                  </a:lnTo>
                  <a:lnTo>
                    <a:pt x="19837" y="5956"/>
                  </a:lnTo>
                  <a:lnTo>
                    <a:pt x="20180" y="5613"/>
                  </a:lnTo>
                  <a:lnTo>
                    <a:pt x="20269" y="4216"/>
                  </a:lnTo>
                  <a:lnTo>
                    <a:pt x="1828" y="4216"/>
                  </a:lnTo>
                  <a:lnTo>
                    <a:pt x="1828" y="1854"/>
                  </a:lnTo>
                  <a:lnTo>
                    <a:pt x="20269" y="1841"/>
                  </a:lnTo>
                  <a:lnTo>
                    <a:pt x="20269" y="419"/>
                  </a:lnTo>
                  <a:lnTo>
                    <a:pt x="19862" y="0"/>
                  </a:lnTo>
                  <a:close/>
                </a:path>
                <a:path extrusionOk="0" h="6350" w="20319">
                  <a:moveTo>
                    <a:pt x="20269" y="1841"/>
                  </a:moveTo>
                  <a:lnTo>
                    <a:pt x="18427" y="1841"/>
                  </a:lnTo>
                  <a:lnTo>
                    <a:pt x="18427" y="4203"/>
                  </a:lnTo>
                  <a:lnTo>
                    <a:pt x="1828" y="4216"/>
                  </a:lnTo>
                  <a:lnTo>
                    <a:pt x="20269" y="4216"/>
                  </a:lnTo>
                  <a:lnTo>
                    <a:pt x="20269" y="184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6"/>
            <p:cNvSpPr/>
            <p:nvPr/>
          </p:nvSpPr>
          <p:spPr>
            <a:xfrm>
              <a:off x="2164519" y="5425829"/>
              <a:ext cx="17780" cy="89535"/>
            </a:xfrm>
            <a:custGeom>
              <a:rect b="b" l="l" r="r" t="t"/>
              <a:pathLst>
                <a:path extrusionOk="0" h="89535" w="17780">
                  <a:moveTo>
                    <a:pt x="17513" y="0"/>
                  </a:moveTo>
                  <a:lnTo>
                    <a:pt x="0" y="0"/>
                  </a:lnTo>
                  <a:lnTo>
                    <a:pt x="25" y="89204"/>
                  </a:lnTo>
                  <a:lnTo>
                    <a:pt x="17551" y="89204"/>
                  </a:lnTo>
                  <a:lnTo>
                    <a:pt x="1751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6"/>
            <p:cNvSpPr/>
            <p:nvPr/>
          </p:nvSpPr>
          <p:spPr>
            <a:xfrm>
              <a:off x="2163627" y="5424896"/>
              <a:ext cx="19685" cy="91440"/>
            </a:xfrm>
            <a:custGeom>
              <a:rect b="b" l="l" r="r" t="t"/>
              <a:pathLst>
                <a:path extrusionOk="0" h="91439" w="19685">
                  <a:moveTo>
                    <a:pt x="18910" y="0"/>
                  </a:moveTo>
                  <a:lnTo>
                    <a:pt x="876" y="12"/>
                  </a:lnTo>
                  <a:lnTo>
                    <a:pt x="634" y="12"/>
                  </a:lnTo>
                  <a:lnTo>
                    <a:pt x="406" y="114"/>
                  </a:lnTo>
                  <a:lnTo>
                    <a:pt x="101" y="419"/>
                  </a:lnTo>
                  <a:lnTo>
                    <a:pt x="0" y="90652"/>
                  </a:lnTo>
                  <a:lnTo>
                    <a:pt x="419" y="91058"/>
                  </a:lnTo>
                  <a:lnTo>
                    <a:pt x="18681" y="91046"/>
                  </a:lnTo>
                  <a:lnTo>
                    <a:pt x="18910" y="90957"/>
                  </a:lnTo>
                  <a:lnTo>
                    <a:pt x="19265" y="90614"/>
                  </a:lnTo>
                  <a:lnTo>
                    <a:pt x="19354" y="89217"/>
                  </a:lnTo>
                  <a:lnTo>
                    <a:pt x="1841" y="89217"/>
                  </a:lnTo>
                  <a:lnTo>
                    <a:pt x="1816" y="1854"/>
                  </a:lnTo>
                  <a:lnTo>
                    <a:pt x="19329" y="1854"/>
                  </a:lnTo>
                  <a:lnTo>
                    <a:pt x="19329" y="419"/>
                  </a:lnTo>
                  <a:lnTo>
                    <a:pt x="18910" y="0"/>
                  </a:lnTo>
                  <a:close/>
                </a:path>
                <a:path extrusionOk="0" h="91439" w="19685">
                  <a:moveTo>
                    <a:pt x="19329" y="1854"/>
                  </a:moveTo>
                  <a:lnTo>
                    <a:pt x="17487" y="1854"/>
                  </a:lnTo>
                  <a:lnTo>
                    <a:pt x="17513" y="89217"/>
                  </a:lnTo>
                  <a:lnTo>
                    <a:pt x="19354" y="89217"/>
                  </a:lnTo>
                  <a:lnTo>
                    <a:pt x="19329"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6"/>
            <p:cNvSpPr/>
            <p:nvPr/>
          </p:nvSpPr>
          <p:spPr>
            <a:xfrm>
              <a:off x="2409649" y="5420593"/>
              <a:ext cx="24130" cy="98425"/>
            </a:xfrm>
            <a:custGeom>
              <a:rect b="b" l="l" r="r" t="t"/>
              <a:pathLst>
                <a:path extrusionOk="0" h="98425" w="24130">
                  <a:moveTo>
                    <a:pt x="18757" y="0"/>
                  </a:moveTo>
                  <a:lnTo>
                    <a:pt x="0" y="5575"/>
                  </a:lnTo>
                  <a:lnTo>
                    <a:pt x="25" y="95796"/>
                  </a:lnTo>
                  <a:lnTo>
                    <a:pt x="18796" y="98323"/>
                  </a:lnTo>
                  <a:lnTo>
                    <a:pt x="19597" y="94551"/>
                  </a:lnTo>
                  <a:lnTo>
                    <a:pt x="21359" y="84261"/>
                  </a:lnTo>
                  <a:lnTo>
                    <a:pt x="23119" y="68994"/>
                  </a:lnTo>
                  <a:lnTo>
                    <a:pt x="23914" y="50291"/>
                  </a:lnTo>
                  <a:lnTo>
                    <a:pt x="23833" y="34568"/>
                  </a:lnTo>
                  <a:lnTo>
                    <a:pt x="23269" y="24088"/>
                  </a:lnTo>
                  <a:lnTo>
                    <a:pt x="21738" y="14137"/>
                  </a:lnTo>
                  <a:lnTo>
                    <a:pt x="18757" y="0"/>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6"/>
            <p:cNvSpPr/>
            <p:nvPr/>
          </p:nvSpPr>
          <p:spPr>
            <a:xfrm>
              <a:off x="2409385" y="5419679"/>
              <a:ext cx="25400" cy="100330"/>
            </a:xfrm>
            <a:custGeom>
              <a:rect b="b" l="l" r="r" t="t"/>
              <a:pathLst>
                <a:path extrusionOk="0" h="100329" w="25400">
                  <a:moveTo>
                    <a:pt x="18923" y="0"/>
                  </a:moveTo>
                  <a:lnTo>
                    <a:pt x="0" y="5613"/>
                  </a:lnTo>
                  <a:lnTo>
                    <a:pt x="520" y="7378"/>
                  </a:lnTo>
                  <a:lnTo>
                    <a:pt x="18326" y="2082"/>
                  </a:lnTo>
                  <a:lnTo>
                    <a:pt x="19498" y="8493"/>
                  </a:lnTo>
                  <a:lnTo>
                    <a:pt x="21148" y="19729"/>
                  </a:lnTo>
                  <a:lnTo>
                    <a:pt x="22623" y="34422"/>
                  </a:lnTo>
                  <a:lnTo>
                    <a:pt x="23266" y="51206"/>
                  </a:lnTo>
                  <a:lnTo>
                    <a:pt x="22627" y="67782"/>
                  </a:lnTo>
                  <a:lnTo>
                    <a:pt x="21151" y="81875"/>
                  </a:lnTo>
                  <a:lnTo>
                    <a:pt x="19505" y="92384"/>
                  </a:lnTo>
                  <a:lnTo>
                    <a:pt x="18351" y="98209"/>
                  </a:lnTo>
                  <a:lnTo>
                    <a:pt x="419" y="95808"/>
                  </a:lnTo>
                  <a:lnTo>
                    <a:pt x="177" y="97624"/>
                  </a:lnTo>
                  <a:lnTo>
                    <a:pt x="19405" y="100202"/>
                  </a:lnTo>
                  <a:lnTo>
                    <a:pt x="19850" y="99910"/>
                  </a:lnTo>
                  <a:lnTo>
                    <a:pt x="20778" y="95529"/>
                  </a:lnTo>
                  <a:lnTo>
                    <a:pt x="22548" y="85131"/>
                  </a:lnTo>
                  <a:lnTo>
                    <a:pt x="24309" y="69832"/>
                  </a:lnTo>
                  <a:lnTo>
                    <a:pt x="25107" y="51206"/>
                  </a:lnTo>
                  <a:lnTo>
                    <a:pt x="24300" y="32234"/>
                  </a:lnTo>
                  <a:lnTo>
                    <a:pt x="22531" y="16173"/>
                  </a:lnTo>
                  <a:lnTo>
                    <a:pt x="20755" y="5007"/>
                  </a:lnTo>
                  <a:lnTo>
                    <a:pt x="19926" y="723"/>
                  </a:lnTo>
                  <a:lnTo>
                    <a:pt x="19710" y="253"/>
                  </a:lnTo>
                  <a:lnTo>
                    <a:pt x="19011"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6"/>
            <p:cNvSpPr/>
            <p:nvPr/>
          </p:nvSpPr>
          <p:spPr>
            <a:xfrm>
              <a:off x="2364226" y="5521029"/>
              <a:ext cx="59690" cy="4445"/>
            </a:xfrm>
            <a:custGeom>
              <a:rect b="b" l="l" r="r" t="t"/>
              <a:pathLst>
                <a:path extrusionOk="0" h="4445" w="59689">
                  <a:moveTo>
                    <a:pt x="46888" y="0"/>
                  </a:moveTo>
                  <a:lnTo>
                    <a:pt x="0" y="12"/>
                  </a:lnTo>
                  <a:lnTo>
                    <a:pt x="0" y="3975"/>
                  </a:lnTo>
                  <a:lnTo>
                    <a:pt x="59550" y="3962"/>
                  </a:lnTo>
                  <a:lnTo>
                    <a:pt x="46888" y="0"/>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6"/>
            <p:cNvSpPr/>
            <p:nvPr/>
          </p:nvSpPr>
          <p:spPr>
            <a:xfrm>
              <a:off x="2363356" y="5520108"/>
              <a:ext cx="61594" cy="6350"/>
            </a:xfrm>
            <a:custGeom>
              <a:rect b="b" l="l" r="r" t="t"/>
              <a:pathLst>
                <a:path extrusionOk="0" h="6350" w="61594">
                  <a:moveTo>
                    <a:pt x="47753" y="0"/>
                  </a:moveTo>
                  <a:lnTo>
                    <a:pt x="852" y="12"/>
                  </a:lnTo>
                  <a:lnTo>
                    <a:pt x="611" y="12"/>
                  </a:lnTo>
                  <a:lnTo>
                    <a:pt x="382" y="114"/>
                  </a:lnTo>
                  <a:lnTo>
                    <a:pt x="39" y="457"/>
                  </a:lnTo>
                  <a:lnTo>
                    <a:pt x="0" y="5461"/>
                  </a:lnTo>
                  <a:lnTo>
                    <a:pt x="357" y="5829"/>
                  </a:lnTo>
                  <a:lnTo>
                    <a:pt x="60885" y="5791"/>
                  </a:lnTo>
                  <a:lnTo>
                    <a:pt x="61266" y="5461"/>
                  </a:lnTo>
                  <a:lnTo>
                    <a:pt x="61393" y="4572"/>
                  </a:lnTo>
                  <a:lnTo>
                    <a:pt x="61126" y="4140"/>
                  </a:lnTo>
                  <a:lnTo>
                    <a:pt x="60639" y="3987"/>
                  </a:lnTo>
                  <a:lnTo>
                    <a:pt x="1792" y="3987"/>
                  </a:lnTo>
                  <a:lnTo>
                    <a:pt x="1792" y="1854"/>
                  </a:lnTo>
                  <a:lnTo>
                    <a:pt x="53784" y="1841"/>
                  </a:lnTo>
                  <a:lnTo>
                    <a:pt x="47944" y="12"/>
                  </a:lnTo>
                  <a:lnTo>
                    <a:pt x="47753" y="0"/>
                  </a:lnTo>
                  <a:close/>
                </a:path>
                <a:path extrusionOk="0" h="6350" w="61594">
                  <a:moveTo>
                    <a:pt x="53784" y="1841"/>
                  </a:moveTo>
                  <a:lnTo>
                    <a:pt x="47613" y="1841"/>
                  </a:lnTo>
                  <a:lnTo>
                    <a:pt x="54408" y="3962"/>
                  </a:lnTo>
                  <a:lnTo>
                    <a:pt x="1792" y="3987"/>
                  </a:lnTo>
                  <a:lnTo>
                    <a:pt x="60639" y="3987"/>
                  </a:lnTo>
                  <a:lnTo>
                    <a:pt x="53784" y="184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6"/>
            <p:cNvSpPr/>
            <p:nvPr/>
          </p:nvSpPr>
          <p:spPr>
            <a:xfrm>
              <a:off x="2364192" y="5417094"/>
              <a:ext cx="59690" cy="4445"/>
            </a:xfrm>
            <a:custGeom>
              <a:rect b="b" l="l" r="r" t="t"/>
              <a:pathLst>
                <a:path extrusionOk="0" h="4445" w="59689">
                  <a:moveTo>
                    <a:pt x="59550" y="0"/>
                  </a:moveTo>
                  <a:lnTo>
                    <a:pt x="0" y="25"/>
                  </a:lnTo>
                  <a:lnTo>
                    <a:pt x="0" y="3987"/>
                  </a:lnTo>
                  <a:lnTo>
                    <a:pt x="46888" y="3975"/>
                  </a:lnTo>
                  <a:lnTo>
                    <a:pt x="59550" y="0"/>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6"/>
            <p:cNvSpPr/>
            <p:nvPr/>
          </p:nvSpPr>
          <p:spPr>
            <a:xfrm>
              <a:off x="2363360" y="5416172"/>
              <a:ext cx="61594" cy="6350"/>
            </a:xfrm>
            <a:custGeom>
              <a:rect b="b" l="l" r="r" t="t"/>
              <a:pathLst>
                <a:path extrusionOk="0" h="6350" w="61594">
                  <a:moveTo>
                    <a:pt x="60832" y="0"/>
                  </a:moveTo>
                  <a:lnTo>
                    <a:pt x="304" y="38"/>
                  </a:lnTo>
                  <a:lnTo>
                    <a:pt x="9" y="342"/>
                  </a:lnTo>
                  <a:lnTo>
                    <a:pt x="0" y="5397"/>
                  </a:lnTo>
                  <a:lnTo>
                    <a:pt x="355" y="5740"/>
                  </a:lnTo>
                  <a:lnTo>
                    <a:pt x="584" y="5842"/>
                  </a:lnTo>
                  <a:lnTo>
                    <a:pt x="47904" y="5803"/>
                  </a:lnTo>
                  <a:lnTo>
                    <a:pt x="53646" y="4000"/>
                  </a:lnTo>
                  <a:lnTo>
                    <a:pt x="1752" y="4000"/>
                  </a:lnTo>
                  <a:lnTo>
                    <a:pt x="1752" y="1866"/>
                  </a:lnTo>
                  <a:lnTo>
                    <a:pt x="60480" y="1854"/>
                  </a:lnTo>
                  <a:lnTo>
                    <a:pt x="61086" y="1663"/>
                  </a:lnTo>
                  <a:lnTo>
                    <a:pt x="61353" y="1231"/>
                  </a:lnTo>
                  <a:lnTo>
                    <a:pt x="61213" y="342"/>
                  </a:lnTo>
                  <a:lnTo>
                    <a:pt x="60832" y="0"/>
                  </a:lnTo>
                  <a:close/>
                </a:path>
                <a:path extrusionOk="0" h="6350" w="61594">
                  <a:moveTo>
                    <a:pt x="60480" y="1854"/>
                  </a:moveTo>
                  <a:lnTo>
                    <a:pt x="54328" y="1866"/>
                  </a:lnTo>
                  <a:lnTo>
                    <a:pt x="47574" y="3975"/>
                  </a:lnTo>
                  <a:lnTo>
                    <a:pt x="1752" y="4000"/>
                  </a:lnTo>
                  <a:lnTo>
                    <a:pt x="53646" y="4000"/>
                  </a:lnTo>
                  <a:lnTo>
                    <a:pt x="60480"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6"/>
            <p:cNvSpPr/>
            <p:nvPr/>
          </p:nvSpPr>
          <p:spPr>
            <a:xfrm>
              <a:off x="2184638" y="5518943"/>
              <a:ext cx="147320" cy="4445"/>
            </a:xfrm>
            <a:custGeom>
              <a:rect b="b" l="l" r="r" t="t"/>
              <a:pathLst>
                <a:path extrusionOk="0" h="4445" w="147319">
                  <a:moveTo>
                    <a:pt x="147129" y="0"/>
                  </a:moveTo>
                  <a:lnTo>
                    <a:pt x="0" y="63"/>
                  </a:lnTo>
                  <a:lnTo>
                    <a:pt x="0" y="4140"/>
                  </a:lnTo>
                  <a:lnTo>
                    <a:pt x="147129" y="4102"/>
                  </a:lnTo>
                  <a:lnTo>
                    <a:pt x="14712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6"/>
            <p:cNvSpPr/>
            <p:nvPr/>
          </p:nvSpPr>
          <p:spPr>
            <a:xfrm>
              <a:off x="2183727" y="5518086"/>
              <a:ext cx="149225" cy="6350"/>
            </a:xfrm>
            <a:custGeom>
              <a:rect b="b" l="l" r="r" t="t"/>
              <a:pathLst>
                <a:path extrusionOk="0" h="6350" w="149225">
                  <a:moveTo>
                    <a:pt x="148945" y="0"/>
                  </a:moveTo>
                  <a:lnTo>
                    <a:pt x="147104" y="0"/>
                  </a:lnTo>
                  <a:lnTo>
                    <a:pt x="147104" y="1270"/>
                  </a:lnTo>
                  <a:lnTo>
                    <a:pt x="147104" y="3810"/>
                  </a:lnTo>
                  <a:lnTo>
                    <a:pt x="1828" y="3810"/>
                  </a:lnTo>
                  <a:lnTo>
                    <a:pt x="1828" y="1270"/>
                  </a:lnTo>
                  <a:lnTo>
                    <a:pt x="147104" y="1270"/>
                  </a:lnTo>
                  <a:lnTo>
                    <a:pt x="147104" y="0"/>
                  </a:lnTo>
                  <a:lnTo>
                    <a:pt x="76" y="0"/>
                  </a:lnTo>
                  <a:lnTo>
                    <a:pt x="76" y="1270"/>
                  </a:lnTo>
                  <a:lnTo>
                    <a:pt x="38" y="3810"/>
                  </a:lnTo>
                  <a:lnTo>
                    <a:pt x="0" y="5080"/>
                  </a:lnTo>
                  <a:lnTo>
                    <a:pt x="177" y="5080"/>
                  </a:lnTo>
                  <a:lnTo>
                    <a:pt x="177" y="6350"/>
                  </a:lnTo>
                  <a:lnTo>
                    <a:pt x="148577" y="6350"/>
                  </a:lnTo>
                  <a:lnTo>
                    <a:pt x="148577" y="5080"/>
                  </a:lnTo>
                  <a:lnTo>
                    <a:pt x="148932" y="5080"/>
                  </a:lnTo>
                  <a:lnTo>
                    <a:pt x="148932" y="3810"/>
                  </a:lnTo>
                  <a:lnTo>
                    <a:pt x="148945" y="1270"/>
                  </a:lnTo>
                  <a:lnTo>
                    <a:pt x="14894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6"/>
            <p:cNvSpPr/>
            <p:nvPr/>
          </p:nvSpPr>
          <p:spPr>
            <a:xfrm>
              <a:off x="2184604" y="5418589"/>
              <a:ext cx="147320" cy="4445"/>
            </a:xfrm>
            <a:custGeom>
              <a:rect b="b" l="l" r="r" t="t"/>
              <a:pathLst>
                <a:path extrusionOk="0" h="4445" w="147319">
                  <a:moveTo>
                    <a:pt x="147129" y="0"/>
                  </a:moveTo>
                  <a:lnTo>
                    <a:pt x="0" y="50"/>
                  </a:lnTo>
                  <a:lnTo>
                    <a:pt x="0" y="4140"/>
                  </a:lnTo>
                  <a:lnTo>
                    <a:pt x="147129" y="4089"/>
                  </a:lnTo>
                  <a:lnTo>
                    <a:pt x="14712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6"/>
            <p:cNvSpPr/>
            <p:nvPr/>
          </p:nvSpPr>
          <p:spPr>
            <a:xfrm>
              <a:off x="2183701" y="5417731"/>
              <a:ext cx="149225" cy="6350"/>
            </a:xfrm>
            <a:custGeom>
              <a:rect b="b" l="l" r="r" t="t"/>
              <a:pathLst>
                <a:path extrusionOk="0" h="6350" w="149225">
                  <a:moveTo>
                    <a:pt x="148945" y="1270"/>
                  </a:moveTo>
                  <a:lnTo>
                    <a:pt x="148932" y="0"/>
                  </a:lnTo>
                  <a:lnTo>
                    <a:pt x="147104" y="0"/>
                  </a:lnTo>
                  <a:lnTo>
                    <a:pt x="147104" y="1270"/>
                  </a:lnTo>
                  <a:lnTo>
                    <a:pt x="147104" y="3810"/>
                  </a:lnTo>
                  <a:lnTo>
                    <a:pt x="1816" y="3810"/>
                  </a:lnTo>
                  <a:lnTo>
                    <a:pt x="1816" y="1270"/>
                  </a:lnTo>
                  <a:lnTo>
                    <a:pt x="147104" y="1270"/>
                  </a:lnTo>
                  <a:lnTo>
                    <a:pt x="147104" y="0"/>
                  </a:lnTo>
                  <a:lnTo>
                    <a:pt x="63" y="0"/>
                  </a:lnTo>
                  <a:lnTo>
                    <a:pt x="63" y="1270"/>
                  </a:lnTo>
                  <a:lnTo>
                    <a:pt x="25" y="3810"/>
                  </a:lnTo>
                  <a:lnTo>
                    <a:pt x="0" y="5080"/>
                  </a:lnTo>
                  <a:lnTo>
                    <a:pt x="177" y="5080"/>
                  </a:lnTo>
                  <a:lnTo>
                    <a:pt x="177" y="6350"/>
                  </a:lnTo>
                  <a:lnTo>
                    <a:pt x="148564" y="6350"/>
                  </a:lnTo>
                  <a:lnTo>
                    <a:pt x="148564" y="5080"/>
                  </a:lnTo>
                  <a:lnTo>
                    <a:pt x="148920" y="5080"/>
                  </a:lnTo>
                  <a:lnTo>
                    <a:pt x="148920" y="3810"/>
                  </a:lnTo>
                  <a:lnTo>
                    <a:pt x="148945" y="127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6"/>
            <p:cNvSpPr/>
            <p:nvPr/>
          </p:nvSpPr>
          <p:spPr>
            <a:xfrm>
              <a:off x="2164544" y="5513200"/>
              <a:ext cx="17780" cy="1905"/>
            </a:xfrm>
            <a:custGeom>
              <a:rect b="b" l="l" r="r" t="t"/>
              <a:pathLst>
                <a:path extrusionOk="0" h="1904" w="17780">
                  <a:moveTo>
                    <a:pt x="17526" y="0"/>
                  </a:moveTo>
                  <a:lnTo>
                    <a:pt x="0" y="0"/>
                  </a:lnTo>
                  <a:lnTo>
                    <a:pt x="0" y="1841"/>
                  </a:lnTo>
                  <a:lnTo>
                    <a:pt x="17526" y="1828"/>
                  </a:lnTo>
                  <a:lnTo>
                    <a:pt x="1752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6"/>
            <p:cNvSpPr/>
            <p:nvPr/>
          </p:nvSpPr>
          <p:spPr>
            <a:xfrm>
              <a:off x="2163633" y="5512268"/>
              <a:ext cx="19685" cy="3810"/>
            </a:xfrm>
            <a:custGeom>
              <a:rect b="b" l="l" r="r" t="t"/>
              <a:pathLst>
                <a:path extrusionOk="0" h="3810" w="19685">
                  <a:moveTo>
                    <a:pt x="18935" y="0"/>
                  </a:moveTo>
                  <a:lnTo>
                    <a:pt x="901" y="12"/>
                  </a:lnTo>
                  <a:lnTo>
                    <a:pt x="393" y="25"/>
                  </a:lnTo>
                  <a:lnTo>
                    <a:pt x="0" y="431"/>
                  </a:lnTo>
                  <a:lnTo>
                    <a:pt x="0" y="3009"/>
                  </a:lnTo>
                  <a:lnTo>
                    <a:pt x="88" y="3251"/>
                  </a:lnTo>
                  <a:lnTo>
                    <a:pt x="444" y="3594"/>
                  </a:lnTo>
                  <a:lnTo>
                    <a:pt x="673" y="3695"/>
                  </a:lnTo>
                  <a:lnTo>
                    <a:pt x="18681" y="3670"/>
                  </a:lnTo>
                  <a:lnTo>
                    <a:pt x="18910" y="3594"/>
                  </a:lnTo>
                  <a:lnTo>
                    <a:pt x="19253" y="3238"/>
                  </a:lnTo>
                  <a:lnTo>
                    <a:pt x="19354" y="3009"/>
                  </a:lnTo>
                  <a:lnTo>
                    <a:pt x="19354" y="419"/>
                  </a:lnTo>
                  <a:lnTo>
                    <a:pt x="1893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6"/>
            <p:cNvSpPr/>
            <p:nvPr/>
          </p:nvSpPr>
          <p:spPr>
            <a:xfrm>
              <a:off x="2164521" y="5425817"/>
              <a:ext cx="17780" cy="1905"/>
            </a:xfrm>
            <a:custGeom>
              <a:rect b="b" l="l" r="r" t="t"/>
              <a:pathLst>
                <a:path extrusionOk="0" h="1904" w="17780">
                  <a:moveTo>
                    <a:pt x="17513" y="0"/>
                  </a:moveTo>
                  <a:lnTo>
                    <a:pt x="0" y="12"/>
                  </a:lnTo>
                  <a:lnTo>
                    <a:pt x="0" y="1854"/>
                  </a:lnTo>
                  <a:lnTo>
                    <a:pt x="17513" y="1841"/>
                  </a:lnTo>
                  <a:lnTo>
                    <a:pt x="1751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6"/>
            <p:cNvSpPr/>
            <p:nvPr/>
          </p:nvSpPr>
          <p:spPr>
            <a:xfrm>
              <a:off x="2163597" y="5424906"/>
              <a:ext cx="159385" cy="73660"/>
            </a:xfrm>
            <a:custGeom>
              <a:rect b="b" l="l" r="r" t="t"/>
              <a:pathLst>
                <a:path extrusionOk="0" h="73660" w="159385">
                  <a:moveTo>
                    <a:pt x="19354" y="419"/>
                  </a:moveTo>
                  <a:lnTo>
                    <a:pt x="18935" y="0"/>
                  </a:lnTo>
                  <a:lnTo>
                    <a:pt x="901" y="12"/>
                  </a:lnTo>
                  <a:lnTo>
                    <a:pt x="660" y="12"/>
                  </a:lnTo>
                  <a:lnTo>
                    <a:pt x="431" y="114"/>
                  </a:lnTo>
                  <a:lnTo>
                    <a:pt x="88" y="457"/>
                  </a:lnTo>
                  <a:lnTo>
                    <a:pt x="0" y="685"/>
                  </a:lnTo>
                  <a:lnTo>
                    <a:pt x="0" y="3276"/>
                  </a:lnTo>
                  <a:lnTo>
                    <a:pt x="406" y="3695"/>
                  </a:lnTo>
                  <a:lnTo>
                    <a:pt x="18643" y="3670"/>
                  </a:lnTo>
                  <a:lnTo>
                    <a:pt x="18910" y="3594"/>
                  </a:lnTo>
                  <a:lnTo>
                    <a:pt x="19253" y="3238"/>
                  </a:lnTo>
                  <a:lnTo>
                    <a:pt x="19354" y="3009"/>
                  </a:lnTo>
                  <a:lnTo>
                    <a:pt x="19354" y="419"/>
                  </a:lnTo>
                  <a:close/>
                </a:path>
                <a:path extrusionOk="0" h="73660" w="159385">
                  <a:moveTo>
                    <a:pt x="158788" y="18465"/>
                  </a:moveTo>
                  <a:lnTo>
                    <a:pt x="29413" y="18516"/>
                  </a:lnTo>
                  <a:lnTo>
                    <a:pt x="29413" y="20358"/>
                  </a:lnTo>
                  <a:lnTo>
                    <a:pt x="158788" y="20307"/>
                  </a:lnTo>
                  <a:lnTo>
                    <a:pt x="158788" y="18465"/>
                  </a:lnTo>
                  <a:close/>
                </a:path>
                <a:path extrusionOk="0" h="73660" w="159385">
                  <a:moveTo>
                    <a:pt x="158813" y="71640"/>
                  </a:moveTo>
                  <a:lnTo>
                    <a:pt x="29438" y="71691"/>
                  </a:lnTo>
                  <a:lnTo>
                    <a:pt x="29438" y="73533"/>
                  </a:lnTo>
                  <a:lnTo>
                    <a:pt x="158813" y="73482"/>
                  </a:lnTo>
                  <a:lnTo>
                    <a:pt x="158813" y="7164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6"/>
            <p:cNvSpPr/>
            <p:nvPr/>
          </p:nvSpPr>
          <p:spPr>
            <a:xfrm>
              <a:off x="2335937" y="5453707"/>
              <a:ext cx="6350" cy="28575"/>
            </a:xfrm>
            <a:custGeom>
              <a:rect b="b" l="l" r="r" t="t"/>
              <a:pathLst>
                <a:path extrusionOk="0" h="28575" w="6350">
                  <a:moveTo>
                    <a:pt x="5994" y="0"/>
                  </a:moveTo>
                  <a:lnTo>
                    <a:pt x="0" y="0"/>
                  </a:lnTo>
                  <a:lnTo>
                    <a:pt x="12" y="28181"/>
                  </a:lnTo>
                  <a:lnTo>
                    <a:pt x="6007" y="28181"/>
                  </a:lnTo>
                  <a:lnTo>
                    <a:pt x="599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6"/>
            <p:cNvSpPr/>
            <p:nvPr/>
          </p:nvSpPr>
          <p:spPr>
            <a:xfrm>
              <a:off x="2334730" y="5452795"/>
              <a:ext cx="13970" cy="60325"/>
            </a:xfrm>
            <a:custGeom>
              <a:rect b="b" l="l" r="r" t="t"/>
              <a:pathLst>
                <a:path extrusionOk="0" h="60325" w="13969">
                  <a:moveTo>
                    <a:pt x="8128" y="28194"/>
                  </a:moveTo>
                  <a:lnTo>
                    <a:pt x="8115" y="1841"/>
                  </a:lnTo>
                  <a:lnTo>
                    <a:pt x="7988" y="419"/>
                  </a:lnTo>
                  <a:lnTo>
                    <a:pt x="7670" y="88"/>
                  </a:lnTo>
                  <a:lnTo>
                    <a:pt x="7442" y="0"/>
                  </a:lnTo>
                  <a:lnTo>
                    <a:pt x="6286" y="12"/>
                  </a:lnTo>
                  <a:lnTo>
                    <a:pt x="6286" y="28194"/>
                  </a:lnTo>
                  <a:lnTo>
                    <a:pt x="2133" y="28194"/>
                  </a:lnTo>
                  <a:lnTo>
                    <a:pt x="2133" y="1841"/>
                  </a:lnTo>
                  <a:lnTo>
                    <a:pt x="6273" y="1841"/>
                  </a:lnTo>
                  <a:lnTo>
                    <a:pt x="6286" y="28194"/>
                  </a:lnTo>
                  <a:lnTo>
                    <a:pt x="6286" y="12"/>
                  </a:lnTo>
                  <a:lnTo>
                    <a:pt x="685" y="12"/>
                  </a:lnTo>
                  <a:lnTo>
                    <a:pt x="292" y="419"/>
                  </a:lnTo>
                  <a:lnTo>
                    <a:pt x="419" y="29616"/>
                  </a:lnTo>
                  <a:lnTo>
                    <a:pt x="736" y="29933"/>
                  </a:lnTo>
                  <a:lnTo>
                    <a:pt x="977" y="30035"/>
                  </a:lnTo>
                  <a:lnTo>
                    <a:pt x="7721" y="30022"/>
                  </a:lnTo>
                  <a:lnTo>
                    <a:pt x="8128" y="29616"/>
                  </a:lnTo>
                  <a:lnTo>
                    <a:pt x="8128" y="28194"/>
                  </a:lnTo>
                  <a:close/>
                </a:path>
                <a:path extrusionOk="0" h="60325" w="13969">
                  <a:moveTo>
                    <a:pt x="13550" y="51371"/>
                  </a:moveTo>
                  <a:lnTo>
                    <a:pt x="12852" y="49669"/>
                  </a:lnTo>
                  <a:lnTo>
                    <a:pt x="11709" y="48526"/>
                  </a:lnTo>
                  <a:lnTo>
                    <a:pt x="11709" y="51866"/>
                  </a:lnTo>
                  <a:lnTo>
                    <a:pt x="11709" y="55880"/>
                  </a:lnTo>
                  <a:lnTo>
                    <a:pt x="9537" y="58077"/>
                  </a:lnTo>
                  <a:lnTo>
                    <a:pt x="6858" y="58115"/>
                  </a:lnTo>
                  <a:lnTo>
                    <a:pt x="5461" y="58115"/>
                  </a:lnTo>
                  <a:lnTo>
                    <a:pt x="4216" y="57607"/>
                  </a:lnTo>
                  <a:lnTo>
                    <a:pt x="2362" y="55740"/>
                  </a:lnTo>
                  <a:lnTo>
                    <a:pt x="1841" y="54495"/>
                  </a:lnTo>
                  <a:lnTo>
                    <a:pt x="1841" y="50457"/>
                  </a:lnTo>
                  <a:lnTo>
                    <a:pt x="4127" y="48221"/>
                  </a:lnTo>
                  <a:lnTo>
                    <a:pt x="8089" y="48247"/>
                  </a:lnTo>
                  <a:lnTo>
                    <a:pt x="9334" y="48755"/>
                  </a:lnTo>
                  <a:lnTo>
                    <a:pt x="11201" y="50622"/>
                  </a:lnTo>
                  <a:lnTo>
                    <a:pt x="11709" y="51866"/>
                  </a:lnTo>
                  <a:lnTo>
                    <a:pt x="11709" y="48526"/>
                  </a:lnTo>
                  <a:lnTo>
                    <a:pt x="11404" y="48221"/>
                  </a:lnTo>
                  <a:lnTo>
                    <a:pt x="10287" y="47104"/>
                  </a:lnTo>
                  <a:lnTo>
                    <a:pt x="8585" y="46405"/>
                  </a:lnTo>
                  <a:lnTo>
                    <a:pt x="6667" y="46405"/>
                  </a:lnTo>
                  <a:lnTo>
                    <a:pt x="4902" y="46431"/>
                  </a:lnTo>
                  <a:lnTo>
                    <a:pt x="3238" y="47142"/>
                  </a:lnTo>
                  <a:lnTo>
                    <a:pt x="711" y="49669"/>
                  </a:lnTo>
                  <a:lnTo>
                    <a:pt x="0" y="51371"/>
                  </a:lnTo>
                  <a:lnTo>
                    <a:pt x="0" y="54991"/>
                  </a:lnTo>
                  <a:lnTo>
                    <a:pt x="711" y="56692"/>
                  </a:lnTo>
                  <a:lnTo>
                    <a:pt x="3263" y="59258"/>
                  </a:lnTo>
                  <a:lnTo>
                    <a:pt x="4965" y="59956"/>
                  </a:lnTo>
                  <a:lnTo>
                    <a:pt x="6883" y="59956"/>
                  </a:lnTo>
                  <a:lnTo>
                    <a:pt x="10579" y="59893"/>
                  </a:lnTo>
                  <a:lnTo>
                    <a:pt x="12331" y="58115"/>
                  </a:lnTo>
                  <a:lnTo>
                    <a:pt x="13550" y="56883"/>
                  </a:lnTo>
                  <a:lnTo>
                    <a:pt x="13550" y="5137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6"/>
            <p:cNvSpPr/>
            <p:nvPr/>
          </p:nvSpPr>
          <p:spPr>
            <a:xfrm>
              <a:off x="2364193" y="5425746"/>
              <a:ext cx="48895" cy="91440"/>
            </a:xfrm>
            <a:custGeom>
              <a:rect b="b" l="l" r="r" t="t"/>
              <a:pathLst>
                <a:path extrusionOk="0" h="91439" w="48894">
                  <a:moveTo>
                    <a:pt x="45834" y="0"/>
                  </a:moveTo>
                  <a:lnTo>
                    <a:pt x="2362" y="12"/>
                  </a:lnTo>
                  <a:lnTo>
                    <a:pt x="1054" y="12"/>
                  </a:lnTo>
                  <a:lnTo>
                    <a:pt x="0" y="1066"/>
                  </a:lnTo>
                  <a:lnTo>
                    <a:pt x="25" y="89801"/>
                  </a:lnTo>
                  <a:lnTo>
                    <a:pt x="1092" y="90855"/>
                  </a:lnTo>
                  <a:lnTo>
                    <a:pt x="45859" y="90843"/>
                  </a:lnTo>
                  <a:lnTo>
                    <a:pt x="46761" y="89776"/>
                  </a:lnTo>
                  <a:lnTo>
                    <a:pt x="48410" y="68816"/>
                  </a:lnTo>
                  <a:lnTo>
                    <a:pt x="48872" y="45221"/>
                  </a:lnTo>
                  <a:lnTo>
                    <a:pt x="48349" y="21726"/>
                  </a:lnTo>
                  <a:lnTo>
                    <a:pt x="46736" y="1066"/>
                  </a:lnTo>
                  <a:lnTo>
                    <a:pt x="4583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6"/>
            <p:cNvSpPr/>
            <p:nvPr/>
          </p:nvSpPr>
          <p:spPr>
            <a:xfrm>
              <a:off x="2363266" y="5424826"/>
              <a:ext cx="50800" cy="92710"/>
            </a:xfrm>
            <a:custGeom>
              <a:rect b="b" l="l" r="r" t="t"/>
              <a:pathLst>
                <a:path extrusionOk="0" h="92710" w="50800">
                  <a:moveTo>
                    <a:pt x="47155" y="0"/>
                  </a:moveTo>
                  <a:lnTo>
                    <a:pt x="3238" y="12"/>
                  </a:lnTo>
                  <a:lnTo>
                    <a:pt x="1447" y="38"/>
                  </a:lnTo>
                  <a:lnTo>
                    <a:pt x="0" y="1498"/>
                  </a:lnTo>
                  <a:lnTo>
                    <a:pt x="38" y="90297"/>
                  </a:lnTo>
                  <a:lnTo>
                    <a:pt x="380" y="91122"/>
                  </a:lnTo>
                  <a:lnTo>
                    <a:pt x="1612" y="92354"/>
                  </a:lnTo>
                  <a:lnTo>
                    <a:pt x="2451" y="92697"/>
                  </a:lnTo>
                  <a:lnTo>
                    <a:pt x="45478" y="92684"/>
                  </a:lnTo>
                  <a:lnTo>
                    <a:pt x="47256" y="92646"/>
                  </a:lnTo>
                  <a:lnTo>
                    <a:pt x="48526" y="91376"/>
                  </a:lnTo>
                  <a:lnTo>
                    <a:pt x="48590" y="90855"/>
                  </a:lnTo>
                  <a:lnTo>
                    <a:pt x="2933" y="90855"/>
                  </a:lnTo>
                  <a:lnTo>
                    <a:pt x="2578" y="90703"/>
                  </a:lnTo>
                  <a:lnTo>
                    <a:pt x="2031" y="90157"/>
                  </a:lnTo>
                  <a:lnTo>
                    <a:pt x="1871" y="70018"/>
                  </a:lnTo>
                  <a:lnTo>
                    <a:pt x="1841" y="2501"/>
                  </a:lnTo>
                  <a:lnTo>
                    <a:pt x="2501" y="1841"/>
                  </a:lnTo>
                  <a:lnTo>
                    <a:pt x="48566" y="1841"/>
                  </a:lnTo>
                  <a:lnTo>
                    <a:pt x="48501" y="1308"/>
                  </a:lnTo>
                  <a:lnTo>
                    <a:pt x="47155" y="0"/>
                  </a:lnTo>
                  <a:close/>
                </a:path>
                <a:path extrusionOk="0" h="92710" w="50800">
                  <a:moveTo>
                    <a:pt x="48566" y="1841"/>
                  </a:moveTo>
                  <a:lnTo>
                    <a:pt x="46329" y="1841"/>
                  </a:lnTo>
                  <a:lnTo>
                    <a:pt x="46812" y="2616"/>
                  </a:lnTo>
                  <a:lnTo>
                    <a:pt x="46901" y="3390"/>
                  </a:lnTo>
                  <a:lnTo>
                    <a:pt x="48396" y="23160"/>
                  </a:lnTo>
                  <a:lnTo>
                    <a:pt x="48901" y="46680"/>
                  </a:lnTo>
                  <a:lnTo>
                    <a:pt x="48405" y="70145"/>
                  </a:lnTo>
                  <a:lnTo>
                    <a:pt x="2933" y="90855"/>
                  </a:lnTo>
                  <a:lnTo>
                    <a:pt x="48590" y="90855"/>
                  </a:lnTo>
                  <a:lnTo>
                    <a:pt x="48772" y="89281"/>
                  </a:lnTo>
                  <a:lnTo>
                    <a:pt x="50248" y="70018"/>
                  </a:lnTo>
                  <a:lnTo>
                    <a:pt x="50737" y="46674"/>
                  </a:lnTo>
                  <a:lnTo>
                    <a:pt x="50232" y="23045"/>
                  </a:lnTo>
                  <a:lnTo>
                    <a:pt x="48746" y="3390"/>
                  </a:lnTo>
                  <a:lnTo>
                    <a:pt x="48566" y="1841"/>
                  </a:lnTo>
                  <a:close/>
                </a:path>
                <a:path extrusionOk="0" h="92710" w="50800">
                  <a:moveTo>
                    <a:pt x="46329" y="1841"/>
                  </a:moveTo>
                  <a:lnTo>
                    <a:pt x="2501" y="1841"/>
                  </a:lnTo>
                  <a:lnTo>
                    <a:pt x="3289" y="1854"/>
                  </a:lnTo>
                  <a:lnTo>
                    <a:pt x="46329" y="184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6"/>
            <p:cNvSpPr/>
            <p:nvPr/>
          </p:nvSpPr>
          <p:spPr>
            <a:xfrm>
              <a:off x="2826359" y="4652149"/>
              <a:ext cx="1905" cy="156210"/>
            </a:xfrm>
            <a:custGeom>
              <a:rect b="b" l="l" r="r" t="t"/>
              <a:pathLst>
                <a:path extrusionOk="0" h="156210" w="1905">
                  <a:moveTo>
                    <a:pt x="1866" y="155663"/>
                  </a:moveTo>
                  <a:lnTo>
                    <a:pt x="0" y="155663"/>
                  </a:lnTo>
                  <a:lnTo>
                    <a:pt x="0" y="0"/>
                  </a:lnTo>
                  <a:lnTo>
                    <a:pt x="1866" y="0"/>
                  </a:lnTo>
                  <a:lnTo>
                    <a:pt x="1866" y="15566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6"/>
            <p:cNvSpPr/>
            <p:nvPr/>
          </p:nvSpPr>
          <p:spPr>
            <a:xfrm>
              <a:off x="1682222" y="4652143"/>
              <a:ext cx="4760595" cy="156210"/>
            </a:xfrm>
            <a:custGeom>
              <a:rect b="b" l="l" r="r" t="t"/>
              <a:pathLst>
                <a:path extrusionOk="0" h="156210" w="4760595">
                  <a:moveTo>
                    <a:pt x="0" y="0"/>
                  </a:moveTo>
                  <a:lnTo>
                    <a:pt x="1064641" y="0"/>
                  </a:lnTo>
                </a:path>
                <a:path extrusionOk="0" h="156210" w="4760595">
                  <a:moveTo>
                    <a:pt x="1144130" y="0"/>
                  </a:moveTo>
                  <a:lnTo>
                    <a:pt x="4760290" y="0"/>
                  </a:lnTo>
                </a:path>
                <a:path extrusionOk="0" h="156210" w="4760595">
                  <a:moveTo>
                    <a:pt x="4760290" y="155663"/>
                  </a:moveTo>
                  <a:lnTo>
                    <a:pt x="4758436" y="155663"/>
                  </a:lnTo>
                  <a:lnTo>
                    <a:pt x="4758436" y="0"/>
                  </a:lnTo>
                  <a:lnTo>
                    <a:pt x="4760290" y="0"/>
                  </a:lnTo>
                  <a:lnTo>
                    <a:pt x="4760290" y="15566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6"/>
            <p:cNvSpPr/>
            <p:nvPr/>
          </p:nvSpPr>
          <p:spPr>
            <a:xfrm>
              <a:off x="7672337" y="4960492"/>
              <a:ext cx="152400" cy="1889760"/>
            </a:xfrm>
            <a:custGeom>
              <a:rect b="b" l="l" r="r" t="t"/>
              <a:pathLst>
                <a:path extrusionOk="0" h="1889759" w="152400">
                  <a:moveTo>
                    <a:pt x="151955" y="1887778"/>
                  </a:moveTo>
                  <a:lnTo>
                    <a:pt x="0" y="1887778"/>
                  </a:lnTo>
                  <a:lnTo>
                    <a:pt x="0" y="1889658"/>
                  </a:lnTo>
                  <a:lnTo>
                    <a:pt x="151955" y="1889658"/>
                  </a:lnTo>
                  <a:lnTo>
                    <a:pt x="151955" y="1887778"/>
                  </a:lnTo>
                  <a:close/>
                </a:path>
                <a:path extrusionOk="0" h="1889759" w="152400">
                  <a:moveTo>
                    <a:pt x="151955" y="0"/>
                  </a:moveTo>
                  <a:lnTo>
                    <a:pt x="0" y="0"/>
                  </a:lnTo>
                  <a:lnTo>
                    <a:pt x="0" y="1866"/>
                  </a:lnTo>
                  <a:lnTo>
                    <a:pt x="151955" y="1866"/>
                  </a:lnTo>
                  <a:lnTo>
                    <a:pt x="15195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6"/>
            <p:cNvSpPr/>
            <p:nvPr/>
          </p:nvSpPr>
          <p:spPr>
            <a:xfrm>
              <a:off x="7824296" y="4961393"/>
              <a:ext cx="0" cy="1887855"/>
            </a:xfrm>
            <a:custGeom>
              <a:rect b="b" l="l" r="r" t="t"/>
              <a:pathLst>
                <a:path extrusionOk="0" h="1887854" w="120000">
                  <a:moveTo>
                    <a:pt x="0" y="0"/>
                  </a:moveTo>
                  <a:lnTo>
                    <a:pt x="0" y="1887842"/>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6"/>
            <p:cNvSpPr/>
            <p:nvPr/>
          </p:nvSpPr>
          <p:spPr>
            <a:xfrm>
              <a:off x="1681683" y="4652149"/>
              <a:ext cx="1065530" cy="156210"/>
            </a:xfrm>
            <a:custGeom>
              <a:rect b="b" l="l" r="r" t="t"/>
              <a:pathLst>
                <a:path extrusionOk="0" h="156210" w="1065530">
                  <a:moveTo>
                    <a:pt x="2146" y="155663"/>
                  </a:moveTo>
                  <a:lnTo>
                    <a:pt x="0" y="155663"/>
                  </a:lnTo>
                  <a:lnTo>
                    <a:pt x="0" y="0"/>
                  </a:lnTo>
                  <a:lnTo>
                    <a:pt x="2146" y="0"/>
                  </a:lnTo>
                  <a:lnTo>
                    <a:pt x="2146" y="155663"/>
                  </a:lnTo>
                  <a:close/>
                </a:path>
                <a:path extrusionOk="0" h="156210" w="1065530">
                  <a:moveTo>
                    <a:pt x="1065187" y="155663"/>
                  </a:moveTo>
                  <a:lnTo>
                    <a:pt x="1063040" y="155663"/>
                  </a:lnTo>
                  <a:lnTo>
                    <a:pt x="1063040" y="0"/>
                  </a:lnTo>
                  <a:lnTo>
                    <a:pt x="1065187" y="0"/>
                  </a:lnTo>
                  <a:lnTo>
                    <a:pt x="1065187" y="15566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5" name="Google Shape;775;p6"/>
          <p:cNvSpPr txBox="1"/>
          <p:nvPr/>
        </p:nvSpPr>
        <p:spPr>
          <a:xfrm>
            <a:off x="2830671" y="4670013"/>
            <a:ext cx="3608070" cy="133985"/>
          </a:xfrm>
          <a:prstGeom prst="rect">
            <a:avLst/>
          </a:prstGeom>
          <a:noFill/>
          <a:ln>
            <a:noFill/>
          </a:ln>
        </p:spPr>
        <p:txBody>
          <a:bodyPr anchorCtr="0" anchor="t" bIns="0" lIns="0" spcFirstLastPara="1" rIns="0" wrap="square" tIns="13950">
            <a:spAutoFit/>
          </a:bodyPr>
          <a:lstStyle/>
          <a:p>
            <a:pPr indent="0" lvl="0" marL="67945" marR="0" rtl="0" algn="ctr">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68 m</a:t>
            </a:r>
            <a:endParaRPr b="0" i="0" sz="700" u="none" cap="none" strike="noStrike">
              <a:solidFill>
                <a:srgbClr val="000000"/>
              </a:solidFill>
              <a:latin typeface="Arial"/>
              <a:ea typeface="Arial"/>
              <a:cs typeface="Arial"/>
              <a:sym typeface="Arial"/>
            </a:endParaRPr>
          </a:p>
        </p:txBody>
      </p:sp>
      <p:sp>
        <p:nvSpPr>
          <p:cNvPr id="776" name="Google Shape;776;p6"/>
          <p:cNvSpPr txBox="1"/>
          <p:nvPr/>
        </p:nvSpPr>
        <p:spPr>
          <a:xfrm>
            <a:off x="1686274" y="4670013"/>
            <a:ext cx="1056005" cy="133985"/>
          </a:xfrm>
          <a:prstGeom prst="rect">
            <a:avLst/>
          </a:prstGeom>
          <a:noFill/>
          <a:ln>
            <a:noFill/>
          </a:ln>
        </p:spPr>
        <p:txBody>
          <a:bodyPr anchorCtr="0" anchor="t" bIns="0" lIns="0" spcFirstLastPara="1" rIns="0" wrap="square" tIns="13950">
            <a:sp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20 m</a:t>
            </a:r>
            <a:endParaRPr b="0" i="0" sz="700" u="none" cap="none" strike="noStrike">
              <a:solidFill>
                <a:srgbClr val="000000"/>
              </a:solidFill>
              <a:latin typeface="Arial"/>
              <a:ea typeface="Arial"/>
              <a:cs typeface="Arial"/>
              <a:sym typeface="Arial"/>
            </a:endParaRPr>
          </a:p>
        </p:txBody>
      </p:sp>
      <p:sp>
        <p:nvSpPr>
          <p:cNvPr id="777" name="Google Shape;777;p6"/>
          <p:cNvSpPr txBox="1"/>
          <p:nvPr/>
        </p:nvSpPr>
        <p:spPr>
          <a:xfrm rot="5400000">
            <a:off x="7592866" y="5781501"/>
            <a:ext cx="296545" cy="127000"/>
          </a:xfrm>
          <a:prstGeom prst="rect">
            <a:avLst/>
          </a:prstGeom>
          <a:noFill/>
          <a:ln>
            <a:noFill/>
          </a:ln>
        </p:spPr>
        <p:txBody>
          <a:bodyPr anchorCtr="0" anchor="t" bIns="0" lIns="0" spcFirstLastPara="1" rIns="0" wrap="square" tIns="2525">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35.5 m</a:t>
            </a:r>
            <a:endParaRPr b="0" i="0" sz="700" u="none" cap="none" strike="noStrike">
              <a:solidFill>
                <a:srgbClr val="000000"/>
              </a:solidFill>
              <a:latin typeface="Arial"/>
              <a:ea typeface="Arial"/>
              <a:cs typeface="Arial"/>
              <a:sym typeface="Arial"/>
            </a:endParaRPr>
          </a:p>
        </p:txBody>
      </p:sp>
      <p:grpSp>
        <p:nvGrpSpPr>
          <p:cNvPr id="778" name="Google Shape;778;p6"/>
          <p:cNvGrpSpPr/>
          <p:nvPr/>
        </p:nvGrpSpPr>
        <p:grpSpPr>
          <a:xfrm>
            <a:off x="1682216" y="4957484"/>
            <a:ext cx="5046206" cy="1891778"/>
            <a:chOff x="1682216" y="4957484"/>
            <a:chExt cx="5046206" cy="1891778"/>
          </a:xfrm>
        </p:grpSpPr>
        <p:sp>
          <p:nvSpPr>
            <p:cNvPr id="779" name="Google Shape;779;p6"/>
            <p:cNvSpPr/>
            <p:nvPr/>
          </p:nvSpPr>
          <p:spPr>
            <a:xfrm>
              <a:off x="3877068" y="5140317"/>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6"/>
            <p:cNvSpPr/>
            <p:nvPr/>
          </p:nvSpPr>
          <p:spPr>
            <a:xfrm>
              <a:off x="3877068" y="5140317"/>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6"/>
            <p:cNvSpPr/>
            <p:nvPr/>
          </p:nvSpPr>
          <p:spPr>
            <a:xfrm>
              <a:off x="3877068" y="5027791"/>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6"/>
            <p:cNvSpPr/>
            <p:nvPr/>
          </p:nvSpPr>
          <p:spPr>
            <a:xfrm>
              <a:off x="3877068" y="5027791"/>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6"/>
            <p:cNvSpPr/>
            <p:nvPr/>
          </p:nvSpPr>
          <p:spPr>
            <a:xfrm>
              <a:off x="3987615" y="5140317"/>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6"/>
            <p:cNvSpPr/>
            <p:nvPr/>
          </p:nvSpPr>
          <p:spPr>
            <a:xfrm>
              <a:off x="3987615" y="5140317"/>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6"/>
            <p:cNvSpPr/>
            <p:nvPr/>
          </p:nvSpPr>
          <p:spPr>
            <a:xfrm>
              <a:off x="3987615" y="5027791"/>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6"/>
            <p:cNvSpPr/>
            <p:nvPr/>
          </p:nvSpPr>
          <p:spPr>
            <a:xfrm>
              <a:off x="3987615" y="5027791"/>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6"/>
            <p:cNvSpPr/>
            <p:nvPr/>
          </p:nvSpPr>
          <p:spPr>
            <a:xfrm>
              <a:off x="4317442" y="5140317"/>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6"/>
            <p:cNvSpPr/>
            <p:nvPr/>
          </p:nvSpPr>
          <p:spPr>
            <a:xfrm>
              <a:off x="4317442" y="5140317"/>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6"/>
            <p:cNvSpPr/>
            <p:nvPr/>
          </p:nvSpPr>
          <p:spPr>
            <a:xfrm>
              <a:off x="4098161" y="5140317"/>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6"/>
            <p:cNvSpPr/>
            <p:nvPr/>
          </p:nvSpPr>
          <p:spPr>
            <a:xfrm>
              <a:off x="4098161" y="5140317"/>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6"/>
            <p:cNvSpPr/>
            <p:nvPr/>
          </p:nvSpPr>
          <p:spPr>
            <a:xfrm>
              <a:off x="4098161" y="5027791"/>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6"/>
            <p:cNvSpPr/>
            <p:nvPr/>
          </p:nvSpPr>
          <p:spPr>
            <a:xfrm>
              <a:off x="4098161" y="5027791"/>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6"/>
            <p:cNvSpPr/>
            <p:nvPr/>
          </p:nvSpPr>
          <p:spPr>
            <a:xfrm>
              <a:off x="4317442" y="5252843"/>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6"/>
            <p:cNvSpPr/>
            <p:nvPr/>
          </p:nvSpPr>
          <p:spPr>
            <a:xfrm>
              <a:off x="4317442" y="5252843"/>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6"/>
            <p:cNvSpPr/>
            <p:nvPr/>
          </p:nvSpPr>
          <p:spPr>
            <a:xfrm>
              <a:off x="4208708" y="5140317"/>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6"/>
            <p:cNvSpPr/>
            <p:nvPr/>
          </p:nvSpPr>
          <p:spPr>
            <a:xfrm>
              <a:off x="4208708" y="5140317"/>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6"/>
            <p:cNvSpPr/>
            <p:nvPr/>
          </p:nvSpPr>
          <p:spPr>
            <a:xfrm>
              <a:off x="3877068" y="5252843"/>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6"/>
            <p:cNvSpPr/>
            <p:nvPr/>
          </p:nvSpPr>
          <p:spPr>
            <a:xfrm>
              <a:off x="3877068" y="5252843"/>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6"/>
            <p:cNvSpPr/>
            <p:nvPr/>
          </p:nvSpPr>
          <p:spPr>
            <a:xfrm>
              <a:off x="3987615" y="5252843"/>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6"/>
            <p:cNvSpPr/>
            <p:nvPr/>
          </p:nvSpPr>
          <p:spPr>
            <a:xfrm>
              <a:off x="3987615" y="5252843"/>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6"/>
            <p:cNvSpPr/>
            <p:nvPr/>
          </p:nvSpPr>
          <p:spPr>
            <a:xfrm>
              <a:off x="4098161" y="5252843"/>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6"/>
            <p:cNvSpPr/>
            <p:nvPr/>
          </p:nvSpPr>
          <p:spPr>
            <a:xfrm>
              <a:off x="4098161" y="5252843"/>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6"/>
            <p:cNvSpPr/>
            <p:nvPr/>
          </p:nvSpPr>
          <p:spPr>
            <a:xfrm>
              <a:off x="4208708" y="5252843"/>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6"/>
            <p:cNvSpPr/>
            <p:nvPr/>
          </p:nvSpPr>
          <p:spPr>
            <a:xfrm>
              <a:off x="4208708" y="5252843"/>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6"/>
            <p:cNvSpPr/>
            <p:nvPr/>
          </p:nvSpPr>
          <p:spPr>
            <a:xfrm>
              <a:off x="4208708" y="5027791"/>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6"/>
            <p:cNvSpPr/>
            <p:nvPr/>
          </p:nvSpPr>
          <p:spPr>
            <a:xfrm>
              <a:off x="4208708" y="5027791"/>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6"/>
            <p:cNvSpPr/>
            <p:nvPr/>
          </p:nvSpPr>
          <p:spPr>
            <a:xfrm>
              <a:off x="4317442" y="5027791"/>
              <a:ext cx="89535" cy="92710"/>
            </a:xfrm>
            <a:custGeom>
              <a:rect b="b" l="l" r="r" t="t"/>
              <a:pathLst>
                <a:path extrusionOk="0" h="92710" w="89535">
                  <a:moveTo>
                    <a:pt x="83324" y="0"/>
                  </a:moveTo>
                  <a:lnTo>
                    <a:pt x="6210" y="0"/>
                  </a:lnTo>
                  <a:lnTo>
                    <a:pt x="0" y="6210"/>
                  </a:lnTo>
                  <a:lnTo>
                    <a:pt x="0" y="86131"/>
                  </a:lnTo>
                  <a:lnTo>
                    <a:pt x="6210" y="92341"/>
                  </a:lnTo>
                  <a:lnTo>
                    <a:pt x="75666" y="92341"/>
                  </a:lnTo>
                  <a:lnTo>
                    <a:pt x="83324" y="92341"/>
                  </a:lnTo>
                  <a:lnTo>
                    <a:pt x="89535" y="86131"/>
                  </a:lnTo>
                  <a:lnTo>
                    <a:pt x="89535" y="6210"/>
                  </a:lnTo>
                  <a:lnTo>
                    <a:pt x="83324"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6"/>
            <p:cNvSpPr/>
            <p:nvPr/>
          </p:nvSpPr>
          <p:spPr>
            <a:xfrm>
              <a:off x="4317442" y="5027791"/>
              <a:ext cx="89535" cy="92710"/>
            </a:xfrm>
            <a:custGeom>
              <a:rect b="b" l="l" r="r" t="t"/>
              <a:pathLst>
                <a:path extrusionOk="0" h="92710" w="89535">
                  <a:moveTo>
                    <a:pt x="75666" y="92341"/>
                  </a:moveTo>
                  <a:lnTo>
                    <a:pt x="13868" y="92341"/>
                  </a:lnTo>
                  <a:lnTo>
                    <a:pt x="6210" y="92341"/>
                  </a:lnTo>
                  <a:lnTo>
                    <a:pt x="0" y="86131"/>
                  </a:lnTo>
                  <a:lnTo>
                    <a:pt x="0" y="78473"/>
                  </a:lnTo>
                  <a:lnTo>
                    <a:pt x="0" y="13881"/>
                  </a:lnTo>
                  <a:lnTo>
                    <a:pt x="0" y="6210"/>
                  </a:lnTo>
                  <a:lnTo>
                    <a:pt x="6210" y="0"/>
                  </a:lnTo>
                  <a:lnTo>
                    <a:pt x="13868" y="0"/>
                  </a:lnTo>
                  <a:lnTo>
                    <a:pt x="75666" y="0"/>
                  </a:lnTo>
                  <a:lnTo>
                    <a:pt x="83324" y="0"/>
                  </a:lnTo>
                  <a:lnTo>
                    <a:pt x="89535" y="6210"/>
                  </a:lnTo>
                  <a:lnTo>
                    <a:pt x="89535" y="13881"/>
                  </a:lnTo>
                  <a:lnTo>
                    <a:pt x="89535" y="78473"/>
                  </a:lnTo>
                  <a:lnTo>
                    <a:pt x="89535" y="86131"/>
                  </a:lnTo>
                  <a:lnTo>
                    <a:pt x="83324" y="92341"/>
                  </a:lnTo>
                  <a:lnTo>
                    <a:pt x="75666" y="92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6"/>
            <p:cNvSpPr/>
            <p:nvPr/>
          </p:nvSpPr>
          <p:spPr>
            <a:xfrm>
              <a:off x="3750115" y="5226377"/>
              <a:ext cx="114300" cy="114300"/>
            </a:xfrm>
            <a:custGeom>
              <a:rect b="b" l="l" r="r" t="t"/>
              <a:pathLst>
                <a:path extrusionOk="0" h="114300" w="114300">
                  <a:moveTo>
                    <a:pt x="56908" y="0"/>
                  </a:moveTo>
                  <a:lnTo>
                    <a:pt x="34756" y="4471"/>
                  </a:lnTo>
                  <a:lnTo>
                    <a:pt x="16667" y="16667"/>
                  </a:lnTo>
                  <a:lnTo>
                    <a:pt x="4471" y="34756"/>
                  </a:lnTo>
                  <a:lnTo>
                    <a:pt x="0" y="56908"/>
                  </a:lnTo>
                  <a:lnTo>
                    <a:pt x="4471" y="79061"/>
                  </a:lnTo>
                  <a:lnTo>
                    <a:pt x="16667" y="97150"/>
                  </a:lnTo>
                  <a:lnTo>
                    <a:pt x="34756" y="109345"/>
                  </a:lnTo>
                  <a:lnTo>
                    <a:pt x="56908" y="113817"/>
                  </a:lnTo>
                  <a:lnTo>
                    <a:pt x="79061" y="109345"/>
                  </a:lnTo>
                  <a:lnTo>
                    <a:pt x="97150" y="97150"/>
                  </a:lnTo>
                  <a:lnTo>
                    <a:pt x="109345" y="79061"/>
                  </a:lnTo>
                  <a:lnTo>
                    <a:pt x="113817" y="56908"/>
                  </a:lnTo>
                  <a:lnTo>
                    <a:pt x="109345" y="34756"/>
                  </a:lnTo>
                  <a:lnTo>
                    <a:pt x="97150" y="16667"/>
                  </a:lnTo>
                  <a:lnTo>
                    <a:pt x="79061" y="4471"/>
                  </a:lnTo>
                  <a:lnTo>
                    <a:pt x="56908"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6"/>
            <p:cNvSpPr/>
            <p:nvPr/>
          </p:nvSpPr>
          <p:spPr>
            <a:xfrm>
              <a:off x="3750115" y="5226377"/>
              <a:ext cx="114300" cy="114300"/>
            </a:xfrm>
            <a:custGeom>
              <a:rect b="b" l="l" r="r" t="t"/>
              <a:pathLst>
                <a:path extrusionOk="0" h="114300" w="114300">
                  <a:moveTo>
                    <a:pt x="56908" y="113817"/>
                  </a:moveTo>
                  <a:lnTo>
                    <a:pt x="34756" y="109345"/>
                  </a:lnTo>
                  <a:lnTo>
                    <a:pt x="16667" y="97150"/>
                  </a:lnTo>
                  <a:lnTo>
                    <a:pt x="4471" y="79061"/>
                  </a:lnTo>
                  <a:lnTo>
                    <a:pt x="0" y="56908"/>
                  </a:lnTo>
                  <a:lnTo>
                    <a:pt x="4471" y="34756"/>
                  </a:lnTo>
                  <a:lnTo>
                    <a:pt x="16667" y="16667"/>
                  </a:lnTo>
                  <a:lnTo>
                    <a:pt x="34756" y="4471"/>
                  </a:lnTo>
                  <a:lnTo>
                    <a:pt x="56908" y="0"/>
                  </a:lnTo>
                  <a:lnTo>
                    <a:pt x="79061" y="4471"/>
                  </a:lnTo>
                  <a:lnTo>
                    <a:pt x="97150" y="16667"/>
                  </a:lnTo>
                  <a:lnTo>
                    <a:pt x="109345" y="34756"/>
                  </a:lnTo>
                  <a:lnTo>
                    <a:pt x="113817" y="56908"/>
                  </a:lnTo>
                  <a:lnTo>
                    <a:pt x="109345" y="79061"/>
                  </a:lnTo>
                  <a:lnTo>
                    <a:pt x="97150" y="97150"/>
                  </a:lnTo>
                  <a:lnTo>
                    <a:pt x="79061" y="109345"/>
                  </a:lnTo>
                  <a:lnTo>
                    <a:pt x="56908" y="11381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6"/>
            <p:cNvSpPr/>
            <p:nvPr/>
          </p:nvSpPr>
          <p:spPr>
            <a:xfrm>
              <a:off x="3769245" y="5164353"/>
              <a:ext cx="43815" cy="52705"/>
            </a:xfrm>
            <a:custGeom>
              <a:rect b="b" l="l" r="r" t="t"/>
              <a:pathLst>
                <a:path extrusionOk="0" h="52704" w="43814">
                  <a:moveTo>
                    <a:pt x="43586" y="0"/>
                  </a:moveTo>
                  <a:lnTo>
                    <a:pt x="0" y="0"/>
                  </a:lnTo>
                  <a:lnTo>
                    <a:pt x="0" y="52501"/>
                  </a:lnTo>
                  <a:lnTo>
                    <a:pt x="43586" y="52501"/>
                  </a:lnTo>
                  <a:lnTo>
                    <a:pt x="43586"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6"/>
            <p:cNvSpPr/>
            <p:nvPr/>
          </p:nvSpPr>
          <p:spPr>
            <a:xfrm>
              <a:off x="3769245" y="5164353"/>
              <a:ext cx="43815" cy="52705"/>
            </a:xfrm>
            <a:custGeom>
              <a:rect b="b" l="l" r="r" t="t"/>
              <a:pathLst>
                <a:path extrusionOk="0" h="52704" w="43814">
                  <a:moveTo>
                    <a:pt x="0" y="0"/>
                  </a:moveTo>
                  <a:lnTo>
                    <a:pt x="43586" y="0"/>
                  </a:lnTo>
                  <a:lnTo>
                    <a:pt x="43586" y="52501"/>
                  </a:lnTo>
                  <a:lnTo>
                    <a:pt x="0" y="52501"/>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6"/>
            <p:cNvSpPr/>
            <p:nvPr/>
          </p:nvSpPr>
          <p:spPr>
            <a:xfrm>
              <a:off x="3819753" y="5164353"/>
              <a:ext cx="36830" cy="52705"/>
            </a:xfrm>
            <a:custGeom>
              <a:rect b="b" l="l" r="r" t="t"/>
              <a:pathLst>
                <a:path extrusionOk="0" h="52704" w="36829">
                  <a:moveTo>
                    <a:pt x="36652" y="0"/>
                  </a:moveTo>
                  <a:lnTo>
                    <a:pt x="0" y="0"/>
                  </a:lnTo>
                  <a:lnTo>
                    <a:pt x="0" y="52501"/>
                  </a:lnTo>
                  <a:lnTo>
                    <a:pt x="36652" y="52501"/>
                  </a:lnTo>
                  <a:lnTo>
                    <a:pt x="36652"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6"/>
            <p:cNvSpPr/>
            <p:nvPr/>
          </p:nvSpPr>
          <p:spPr>
            <a:xfrm>
              <a:off x="3819753" y="5164353"/>
              <a:ext cx="36830" cy="52705"/>
            </a:xfrm>
            <a:custGeom>
              <a:rect b="b" l="l" r="r" t="t"/>
              <a:pathLst>
                <a:path extrusionOk="0" h="52704" w="36829">
                  <a:moveTo>
                    <a:pt x="36652" y="0"/>
                  </a:moveTo>
                  <a:lnTo>
                    <a:pt x="0" y="0"/>
                  </a:lnTo>
                  <a:lnTo>
                    <a:pt x="0" y="52501"/>
                  </a:lnTo>
                  <a:lnTo>
                    <a:pt x="36652" y="52501"/>
                  </a:lnTo>
                  <a:lnTo>
                    <a:pt x="36652"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5" name="Google Shape;815;p6"/>
            <p:cNvPicPr preferRelativeResize="0"/>
            <p:nvPr/>
          </p:nvPicPr>
          <p:blipFill rotWithShape="1">
            <a:blip r:embed="rId5">
              <a:alphaModFix/>
            </a:blip>
            <a:srcRect b="0" l="0" r="0" t="0"/>
            <a:stretch/>
          </p:blipFill>
          <p:spPr>
            <a:xfrm>
              <a:off x="6303375" y="6059976"/>
              <a:ext cx="87350" cy="181170"/>
            </a:xfrm>
            <a:prstGeom prst="rect">
              <a:avLst/>
            </a:prstGeom>
            <a:noFill/>
            <a:ln>
              <a:noFill/>
            </a:ln>
          </p:spPr>
        </p:pic>
        <p:sp>
          <p:nvSpPr>
            <p:cNvPr id="816" name="Google Shape;816;p6"/>
            <p:cNvSpPr/>
            <p:nvPr/>
          </p:nvSpPr>
          <p:spPr>
            <a:xfrm>
              <a:off x="6285471" y="6563918"/>
              <a:ext cx="285750" cy="36830"/>
            </a:xfrm>
            <a:custGeom>
              <a:rect b="b" l="l" r="r" t="t"/>
              <a:pathLst>
                <a:path extrusionOk="0" h="36829" w="285750">
                  <a:moveTo>
                    <a:pt x="285635" y="0"/>
                  </a:moveTo>
                  <a:lnTo>
                    <a:pt x="0" y="0"/>
                  </a:lnTo>
                  <a:lnTo>
                    <a:pt x="0" y="36576"/>
                  </a:lnTo>
                  <a:lnTo>
                    <a:pt x="285635" y="36576"/>
                  </a:lnTo>
                  <a:lnTo>
                    <a:pt x="285635" y="0"/>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6"/>
            <p:cNvSpPr/>
            <p:nvPr/>
          </p:nvSpPr>
          <p:spPr>
            <a:xfrm>
              <a:off x="6285471" y="6563918"/>
              <a:ext cx="285750" cy="36830"/>
            </a:xfrm>
            <a:custGeom>
              <a:rect b="b" l="l" r="r" t="t"/>
              <a:pathLst>
                <a:path extrusionOk="0" h="36829" w="285750">
                  <a:moveTo>
                    <a:pt x="285635" y="0"/>
                  </a:moveTo>
                  <a:lnTo>
                    <a:pt x="0" y="0"/>
                  </a:lnTo>
                  <a:lnTo>
                    <a:pt x="0" y="36576"/>
                  </a:lnTo>
                  <a:lnTo>
                    <a:pt x="285635" y="36576"/>
                  </a:lnTo>
                  <a:lnTo>
                    <a:pt x="28563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6"/>
            <p:cNvSpPr/>
            <p:nvPr/>
          </p:nvSpPr>
          <p:spPr>
            <a:xfrm>
              <a:off x="5671743" y="5389816"/>
              <a:ext cx="140335" cy="685165"/>
            </a:xfrm>
            <a:custGeom>
              <a:rect b="b" l="l" r="r" t="t"/>
              <a:pathLst>
                <a:path extrusionOk="0" h="685164" w="140335">
                  <a:moveTo>
                    <a:pt x="140169" y="0"/>
                  </a:moveTo>
                  <a:lnTo>
                    <a:pt x="0" y="0"/>
                  </a:lnTo>
                  <a:lnTo>
                    <a:pt x="0" y="684606"/>
                  </a:lnTo>
                  <a:lnTo>
                    <a:pt x="140169" y="684606"/>
                  </a:lnTo>
                  <a:lnTo>
                    <a:pt x="140169"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6"/>
            <p:cNvSpPr/>
            <p:nvPr/>
          </p:nvSpPr>
          <p:spPr>
            <a:xfrm>
              <a:off x="5671743" y="5389816"/>
              <a:ext cx="140335" cy="685165"/>
            </a:xfrm>
            <a:custGeom>
              <a:rect b="b" l="l" r="r" t="t"/>
              <a:pathLst>
                <a:path extrusionOk="0" h="685164" w="140335">
                  <a:moveTo>
                    <a:pt x="0" y="684606"/>
                  </a:moveTo>
                  <a:lnTo>
                    <a:pt x="140169" y="684606"/>
                  </a:lnTo>
                  <a:lnTo>
                    <a:pt x="140169" y="0"/>
                  </a:lnTo>
                  <a:lnTo>
                    <a:pt x="0" y="0"/>
                  </a:lnTo>
                  <a:lnTo>
                    <a:pt x="0" y="68460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6"/>
            <p:cNvSpPr/>
            <p:nvPr/>
          </p:nvSpPr>
          <p:spPr>
            <a:xfrm>
              <a:off x="5479884" y="5448655"/>
              <a:ext cx="306070" cy="250190"/>
            </a:xfrm>
            <a:custGeom>
              <a:rect b="b" l="l" r="r" t="t"/>
              <a:pathLst>
                <a:path extrusionOk="0" h="250189" w="306070">
                  <a:moveTo>
                    <a:pt x="305676" y="0"/>
                  </a:moveTo>
                  <a:lnTo>
                    <a:pt x="0" y="0"/>
                  </a:lnTo>
                  <a:lnTo>
                    <a:pt x="0" y="249936"/>
                  </a:lnTo>
                  <a:lnTo>
                    <a:pt x="305676" y="249936"/>
                  </a:lnTo>
                  <a:lnTo>
                    <a:pt x="30567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6"/>
            <p:cNvSpPr/>
            <p:nvPr/>
          </p:nvSpPr>
          <p:spPr>
            <a:xfrm>
              <a:off x="5479884" y="5448655"/>
              <a:ext cx="306070" cy="250190"/>
            </a:xfrm>
            <a:custGeom>
              <a:rect b="b" l="l" r="r" t="t"/>
              <a:pathLst>
                <a:path extrusionOk="0" h="250189" w="306070">
                  <a:moveTo>
                    <a:pt x="305676" y="249936"/>
                  </a:moveTo>
                  <a:lnTo>
                    <a:pt x="0" y="249936"/>
                  </a:lnTo>
                  <a:lnTo>
                    <a:pt x="0" y="0"/>
                  </a:lnTo>
                  <a:lnTo>
                    <a:pt x="305676" y="0"/>
                  </a:lnTo>
                  <a:lnTo>
                    <a:pt x="305676" y="24993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2" name="Google Shape;822;p6"/>
            <p:cNvPicPr preferRelativeResize="0"/>
            <p:nvPr/>
          </p:nvPicPr>
          <p:blipFill rotWithShape="1">
            <a:blip r:embed="rId6">
              <a:alphaModFix/>
            </a:blip>
            <a:srcRect b="0" l="0" r="0" t="0"/>
            <a:stretch/>
          </p:blipFill>
          <p:spPr>
            <a:xfrm>
              <a:off x="5462084" y="5458314"/>
              <a:ext cx="148460" cy="233775"/>
            </a:xfrm>
            <a:prstGeom prst="rect">
              <a:avLst/>
            </a:prstGeom>
            <a:noFill/>
            <a:ln>
              <a:noFill/>
            </a:ln>
          </p:spPr>
        </p:pic>
        <p:pic>
          <p:nvPicPr>
            <p:cNvPr id="823" name="Google Shape;823;p6"/>
            <p:cNvPicPr preferRelativeResize="0"/>
            <p:nvPr/>
          </p:nvPicPr>
          <p:blipFill rotWithShape="1">
            <a:blip r:embed="rId7">
              <a:alphaModFix/>
            </a:blip>
            <a:srcRect b="0" l="0" r="0" t="0"/>
            <a:stretch/>
          </p:blipFill>
          <p:spPr>
            <a:xfrm>
              <a:off x="6314925" y="6688935"/>
              <a:ext cx="87350" cy="87363"/>
            </a:xfrm>
            <a:prstGeom prst="rect">
              <a:avLst/>
            </a:prstGeom>
            <a:noFill/>
            <a:ln>
              <a:noFill/>
            </a:ln>
          </p:spPr>
        </p:pic>
        <p:sp>
          <p:nvSpPr>
            <p:cNvPr id="824" name="Google Shape;824;p6"/>
            <p:cNvSpPr/>
            <p:nvPr/>
          </p:nvSpPr>
          <p:spPr>
            <a:xfrm>
              <a:off x="3571430" y="6076543"/>
              <a:ext cx="1314450" cy="445770"/>
            </a:xfrm>
            <a:custGeom>
              <a:rect b="b" l="l" r="r" t="t"/>
              <a:pathLst>
                <a:path extrusionOk="0" h="445770" w="1314450">
                  <a:moveTo>
                    <a:pt x="1313840" y="217170"/>
                  </a:moveTo>
                  <a:lnTo>
                    <a:pt x="1130465" y="217170"/>
                  </a:lnTo>
                  <a:lnTo>
                    <a:pt x="1130465" y="186690"/>
                  </a:lnTo>
                  <a:lnTo>
                    <a:pt x="865809" y="186690"/>
                  </a:lnTo>
                  <a:lnTo>
                    <a:pt x="865809" y="0"/>
                  </a:lnTo>
                  <a:lnTo>
                    <a:pt x="686142" y="0"/>
                  </a:lnTo>
                  <a:lnTo>
                    <a:pt x="686142" y="186690"/>
                  </a:lnTo>
                  <a:lnTo>
                    <a:pt x="625678" y="186690"/>
                  </a:lnTo>
                  <a:lnTo>
                    <a:pt x="625678" y="0"/>
                  </a:lnTo>
                  <a:lnTo>
                    <a:pt x="446011" y="0"/>
                  </a:lnTo>
                  <a:lnTo>
                    <a:pt x="446011" y="186690"/>
                  </a:lnTo>
                  <a:lnTo>
                    <a:pt x="385559" y="186690"/>
                  </a:lnTo>
                  <a:lnTo>
                    <a:pt x="385559" y="0"/>
                  </a:lnTo>
                  <a:lnTo>
                    <a:pt x="205879" y="0"/>
                  </a:lnTo>
                  <a:lnTo>
                    <a:pt x="205879" y="186690"/>
                  </a:lnTo>
                  <a:lnTo>
                    <a:pt x="202133" y="186690"/>
                  </a:lnTo>
                  <a:lnTo>
                    <a:pt x="202133" y="217170"/>
                  </a:lnTo>
                  <a:lnTo>
                    <a:pt x="0" y="217170"/>
                  </a:lnTo>
                  <a:lnTo>
                    <a:pt x="0" y="415290"/>
                  </a:lnTo>
                  <a:lnTo>
                    <a:pt x="202133" y="415290"/>
                  </a:lnTo>
                  <a:lnTo>
                    <a:pt x="202133" y="445770"/>
                  </a:lnTo>
                  <a:lnTo>
                    <a:pt x="1130465" y="445770"/>
                  </a:lnTo>
                  <a:lnTo>
                    <a:pt x="1130465" y="415290"/>
                  </a:lnTo>
                  <a:lnTo>
                    <a:pt x="1313840" y="415290"/>
                  </a:lnTo>
                  <a:lnTo>
                    <a:pt x="1313840" y="21717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6"/>
            <p:cNvSpPr/>
            <p:nvPr/>
          </p:nvSpPr>
          <p:spPr>
            <a:xfrm>
              <a:off x="3571431" y="6076670"/>
              <a:ext cx="1314450" cy="445770"/>
            </a:xfrm>
            <a:custGeom>
              <a:rect b="b" l="l" r="r" t="t"/>
              <a:pathLst>
                <a:path extrusionOk="0" h="445770" w="1314450">
                  <a:moveTo>
                    <a:pt x="1130465" y="217043"/>
                  </a:moveTo>
                  <a:lnTo>
                    <a:pt x="1130465" y="187096"/>
                  </a:lnTo>
                  <a:lnTo>
                    <a:pt x="865809" y="187096"/>
                  </a:lnTo>
                  <a:lnTo>
                    <a:pt x="865809" y="0"/>
                  </a:lnTo>
                  <a:lnTo>
                    <a:pt x="686142" y="0"/>
                  </a:lnTo>
                  <a:lnTo>
                    <a:pt x="686142" y="187096"/>
                  </a:lnTo>
                  <a:lnTo>
                    <a:pt x="625678" y="187096"/>
                  </a:lnTo>
                  <a:lnTo>
                    <a:pt x="625678" y="0"/>
                  </a:lnTo>
                  <a:lnTo>
                    <a:pt x="446011" y="0"/>
                  </a:lnTo>
                  <a:lnTo>
                    <a:pt x="446011" y="187096"/>
                  </a:lnTo>
                  <a:lnTo>
                    <a:pt x="385559" y="187096"/>
                  </a:lnTo>
                  <a:lnTo>
                    <a:pt x="385559" y="0"/>
                  </a:lnTo>
                  <a:lnTo>
                    <a:pt x="205879" y="0"/>
                  </a:lnTo>
                  <a:lnTo>
                    <a:pt x="205879" y="187096"/>
                  </a:lnTo>
                  <a:lnTo>
                    <a:pt x="202133" y="187096"/>
                  </a:lnTo>
                  <a:lnTo>
                    <a:pt x="202133" y="217043"/>
                  </a:lnTo>
                  <a:lnTo>
                    <a:pt x="0" y="217043"/>
                  </a:lnTo>
                  <a:lnTo>
                    <a:pt x="0" y="415429"/>
                  </a:lnTo>
                  <a:lnTo>
                    <a:pt x="202133" y="415429"/>
                  </a:lnTo>
                  <a:lnTo>
                    <a:pt x="202133" y="445376"/>
                  </a:lnTo>
                  <a:lnTo>
                    <a:pt x="1130465" y="445376"/>
                  </a:lnTo>
                  <a:lnTo>
                    <a:pt x="1130465" y="415429"/>
                  </a:lnTo>
                  <a:lnTo>
                    <a:pt x="1313840" y="415429"/>
                  </a:lnTo>
                  <a:lnTo>
                    <a:pt x="1313840" y="217043"/>
                  </a:lnTo>
                  <a:lnTo>
                    <a:pt x="1130465" y="21704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6" name="Google Shape;826;p6"/>
            <p:cNvPicPr preferRelativeResize="0"/>
            <p:nvPr/>
          </p:nvPicPr>
          <p:blipFill rotWithShape="1">
            <a:blip r:embed="rId8">
              <a:alphaModFix/>
            </a:blip>
            <a:srcRect b="0" l="0" r="0" t="0"/>
            <a:stretch/>
          </p:blipFill>
          <p:spPr>
            <a:xfrm>
              <a:off x="3804810" y="5972535"/>
              <a:ext cx="181650" cy="89738"/>
            </a:xfrm>
            <a:prstGeom prst="rect">
              <a:avLst/>
            </a:prstGeom>
            <a:noFill/>
            <a:ln>
              <a:noFill/>
            </a:ln>
          </p:spPr>
        </p:pic>
        <p:pic>
          <p:nvPicPr>
            <p:cNvPr id="827" name="Google Shape;827;p6"/>
            <p:cNvPicPr preferRelativeResize="0"/>
            <p:nvPr/>
          </p:nvPicPr>
          <p:blipFill rotWithShape="1">
            <a:blip r:embed="rId8">
              <a:alphaModFix/>
            </a:blip>
            <a:srcRect b="0" l="0" r="0" t="0"/>
            <a:stretch/>
          </p:blipFill>
          <p:spPr>
            <a:xfrm>
              <a:off x="4033684" y="5972535"/>
              <a:ext cx="181651" cy="89738"/>
            </a:xfrm>
            <a:prstGeom prst="rect">
              <a:avLst/>
            </a:prstGeom>
            <a:noFill/>
            <a:ln>
              <a:noFill/>
            </a:ln>
          </p:spPr>
        </p:pic>
        <p:pic>
          <p:nvPicPr>
            <p:cNvPr id="828" name="Google Shape;828;p6"/>
            <p:cNvPicPr preferRelativeResize="0"/>
            <p:nvPr/>
          </p:nvPicPr>
          <p:blipFill rotWithShape="1">
            <a:blip r:embed="rId8">
              <a:alphaModFix/>
            </a:blip>
            <a:srcRect b="0" l="0" r="0" t="0"/>
            <a:stretch/>
          </p:blipFill>
          <p:spPr>
            <a:xfrm>
              <a:off x="4256933" y="5972535"/>
              <a:ext cx="181650" cy="89738"/>
            </a:xfrm>
            <a:prstGeom prst="rect">
              <a:avLst/>
            </a:prstGeom>
            <a:noFill/>
            <a:ln>
              <a:noFill/>
            </a:ln>
          </p:spPr>
        </p:pic>
        <p:pic>
          <p:nvPicPr>
            <p:cNvPr id="829" name="Google Shape;829;p6"/>
            <p:cNvPicPr preferRelativeResize="0"/>
            <p:nvPr/>
          </p:nvPicPr>
          <p:blipFill rotWithShape="1">
            <a:blip r:embed="rId9">
              <a:alphaModFix/>
            </a:blip>
            <a:srcRect b="0" l="0" r="0" t="0"/>
            <a:stretch/>
          </p:blipFill>
          <p:spPr>
            <a:xfrm>
              <a:off x="3845349" y="6554495"/>
              <a:ext cx="93484" cy="93471"/>
            </a:xfrm>
            <a:prstGeom prst="rect">
              <a:avLst/>
            </a:prstGeom>
            <a:noFill/>
            <a:ln>
              <a:noFill/>
            </a:ln>
          </p:spPr>
        </p:pic>
        <p:sp>
          <p:nvSpPr>
            <p:cNvPr id="830" name="Google Shape;830;p6"/>
            <p:cNvSpPr/>
            <p:nvPr/>
          </p:nvSpPr>
          <p:spPr>
            <a:xfrm>
              <a:off x="3974439" y="6561937"/>
              <a:ext cx="77470" cy="118745"/>
            </a:xfrm>
            <a:custGeom>
              <a:rect b="b" l="l" r="r" t="t"/>
              <a:pathLst>
                <a:path extrusionOk="0" h="118745" w="77470">
                  <a:moveTo>
                    <a:pt x="77355" y="0"/>
                  </a:moveTo>
                  <a:lnTo>
                    <a:pt x="0" y="0"/>
                  </a:lnTo>
                  <a:lnTo>
                    <a:pt x="0" y="118529"/>
                  </a:lnTo>
                  <a:lnTo>
                    <a:pt x="77355" y="118529"/>
                  </a:lnTo>
                  <a:lnTo>
                    <a:pt x="77355"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6"/>
            <p:cNvSpPr/>
            <p:nvPr/>
          </p:nvSpPr>
          <p:spPr>
            <a:xfrm>
              <a:off x="3974439" y="6561937"/>
              <a:ext cx="77470" cy="118745"/>
            </a:xfrm>
            <a:custGeom>
              <a:rect b="b" l="l" r="r" t="t"/>
              <a:pathLst>
                <a:path extrusionOk="0" h="118745" w="77470">
                  <a:moveTo>
                    <a:pt x="0" y="118529"/>
                  </a:moveTo>
                  <a:lnTo>
                    <a:pt x="77355" y="118529"/>
                  </a:lnTo>
                  <a:lnTo>
                    <a:pt x="77355" y="0"/>
                  </a:lnTo>
                  <a:lnTo>
                    <a:pt x="0" y="0"/>
                  </a:lnTo>
                  <a:lnTo>
                    <a:pt x="0" y="11852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2" name="Google Shape;832;p6"/>
            <p:cNvPicPr preferRelativeResize="0"/>
            <p:nvPr/>
          </p:nvPicPr>
          <p:blipFill rotWithShape="1">
            <a:blip r:embed="rId9">
              <a:alphaModFix/>
            </a:blip>
            <a:srcRect b="0" l="0" r="0" t="0"/>
            <a:stretch/>
          </p:blipFill>
          <p:spPr>
            <a:xfrm>
              <a:off x="4076099" y="6554495"/>
              <a:ext cx="93484" cy="93471"/>
            </a:xfrm>
            <a:prstGeom prst="rect">
              <a:avLst/>
            </a:prstGeom>
            <a:noFill/>
            <a:ln>
              <a:noFill/>
            </a:ln>
          </p:spPr>
        </p:pic>
        <p:sp>
          <p:nvSpPr>
            <p:cNvPr id="833" name="Google Shape;833;p6"/>
            <p:cNvSpPr/>
            <p:nvPr/>
          </p:nvSpPr>
          <p:spPr>
            <a:xfrm>
              <a:off x="4205198" y="6561937"/>
              <a:ext cx="77470" cy="118745"/>
            </a:xfrm>
            <a:custGeom>
              <a:rect b="b" l="l" r="r" t="t"/>
              <a:pathLst>
                <a:path extrusionOk="0" h="118745" w="77470">
                  <a:moveTo>
                    <a:pt x="77355" y="0"/>
                  </a:moveTo>
                  <a:lnTo>
                    <a:pt x="0" y="0"/>
                  </a:lnTo>
                  <a:lnTo>
                    <a:pt x="0" y="118529"/>
                  </a:lnTo>
                  <a:lnTo>
                    <a:pt x="77355" y="118529"/>
                  </a:lnTo>
                  <a:lnTo>
                    <a:pt x="77355"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6"/>
            <p:cNvSpPr/>
            <p:nvPr/>
          </p:nvSpPr>
          <p:spPr>
            <a:xfrm>
              <a:off x="4205198" y="6561937"/>
              <a:ext cx="77470" cy="118745"/>
            </a:xfrm>
            <a:custGeom>
              <a:rect b="b" l="l" r="r" t="t"/>
              <a:pathLst>
                <a:path extrusionOk="0" h="118745" w="77470">
                  <a:moveTo>
                    <a:pt x="0" y="118529"/>
                  </a:moveTo>
                  <a:lnTo>
                    <a:pt x="77355" y="118529"/>
                  </a:lnTo>
                  <a:lnTo>
                    <a:pt x="77355" y="0"/>
                  </a:lnTo>
                  <a:lnTo>
                    <a:pt x="0" y="0"/>
                  </a:lnTo>
                  <a:lnTo>
                    <a:pt x="0" y="11852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5" name="Google Shape;835;p6"/>
            <p:cNvPicPr preferRelativeResize="0"/>
            <p:nvPr/>
          </p:nvPicPr>
          <p:blipFill rotWithShape="1">
            <a:blip r:embed="rId9">
              <a:alphaModFix/>
            </a:blip>
            <a:srcRect b="0" l="0" r="0" t="0"/>
            <a:stretch/>
          </p:blipFill>
          <p:spPr>
            <a:xfrm>
              <a:off x="4304974" y="6554495"/>
              <a:ext cx="93484" cy="93471"/>
            </a:xfrm>
            <a:prstGeom prst="rect">
              <a:avLst/>
            </a:prstGeom>
            <a:noFill/>
            <a:ln>
              <a:noFill/>
            </a:ln>
          </p:spPr>
        </p:pic>
        <p:sp>
          <p:nvSpPr>
            <p:cNvPr id="836" name="Google Shape;836;p6"/>
            <p:cNvSpPr/>
            <p:nvPr/>
          </p:nvSpPr>
          <p:spPr>
            <a:xfrm>
              <a:off x="4434065" y="6561937"/>
              <a:ext cx="77470" cy="118745"/>
            </a:xfrm>
            <a:custGeom>
              <a:rect b="b" l="l" r="r" t="t"/>
              <a:pathLst>
                <a:path extrusionOk="0" h="118745" w="77470">
                  <a:moveTo>
                    <a:pt x="77355" y="0"/>
                  </a:moveTo>
                  <a:lnTo>
                    <a:pt x="0" y="0"/>
                  </a:lnTo>
                  <a:lnTo>
                    <a:pt x="0" y="118529"/>
                  </a:lnTo>
                  <a:lnTo>
                    <a:pt x="77355" y="118529"/>
                  </a:lnTo>
                  <a:lnTo>
                    <a:pt x="77355"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6"/>
            <p:cNvSpPr/>
            <p:nvPr/>
          </p:nvSpPr>
          <p:spPr>
            <a:xfrm>
              <a:off x="4434065" y="6561937"/>
              <a:ext cx="77470" cy="118745"/>
            </a:xfrm>
            <a:custGeom>
              <a:rect b="b" l="l" r="r" t="t"/>
              <a:pathLst>
                <a:path extrusionOk="0" h="118745" w="77470">
                  <a:moveTo>
                    <a:pt x="0" y="118529"/>
                  </a:moveTo>
                  <a:lnTo>
                    <a:pt x="77355" y="118529"/>
                  </a:lnTo>
                  <a:lnTo>
                    <a:pt x="77355" y="0"/>
                  </a:lnTo>
                  <a:lnTo>
                    <a:pt x="0" y="0"/>
                  </a:lnTo>
                  <a:lnTo>
                    <a:pt x="0" y="11852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8" name="Google Shape;838;p6"/>
            <p:cNvPicPr preferRelativeResize="0"/>
            <p:nvPr/>
          </p:nvPicPr>
          <p:blipFill rotWithShape="1">
            <a:blip r:embed="rId9">
              <a:alphaModFix/>
            </a:blip>
            <a:srcRect b="0" l="0" r="0" t="0"/>
            <a:stretch/>
          </p:blipFill>
          <p:spPr>
            <a:xfrm>
              <a:off x="4539477" y="6554495"/>
              <a:ext cx="93484" cy="93471"/>
            </a:xfrm>
            <a:prstGeom prst="rect">
              <a:avLst/>
            </a:prstGeom>
            <a:noFill/>
            <a:ln>
              <a:noFill/>
            </a:ln>
          </p:spPr>
        </p:pic>
        <p:sp>
          <p:nvSpPr>
            <p:cNvPr id="839" name="Google Shape;839;p6"/>
            <p:cNvSpPr/>
            <p:nvPr/>
          </p:nvSpPr>
          <p:spPr>
            <a:xfrm>
              <a:off x="4668570" y="6561937"/>
              <a:ext cx="77470" cy="118745"/>
            </a:xfrm>
            <a:custGeom>
              <a:rect b="b" l="l" r="r" t="t"/>
              <a:pathLst>
                <a:path extrusionOk="0" h="118745" w="77470">
                  <a:moveTo>
                    <a:pt x="77355" y="0"/>
                  </a:moveTo>
                  <a:lnTo>
                    <a:pt x="0" y="0"/>
                  </a:lnTo>
                  <a:lnTo>
                    <a:pt x="0" y="118529"/>
                  </a:lnTo>
                  <a:lnTo>
                    <a:pt x="77355" y="118529"/>
                  </a:lnTo>
                  <a:lnTo>
                    <a:pt x="77355"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6"/>
            <p:cNvSpPr/>
            <p:nvPr/>
          </p:nvSpPr>
          <p:spPr>
            <a:xfrm>
              <a:off x="4668570" y="6561937"/>
              <a:ext cx="77470" cy="118745"/>
            </a:xfrm>
            <a:custGeom>
              <a:rect b="b" l="l" r="r" t="t"/>
              <a:pathLst>
                <a:path extrusionOk="0" h="118745" w="77470">
                  <a:moveTo>
                    <a:pt x="0" y="118529"/>
                  </a:moveTo>
                  <a:lnTo>
                    <a:pt x="77355" y="118529"/>
                  </a:lnTo>
                  <a:lnTo>
                    <a:pt x="77355" y="0"/>
                  </a:lnTo>
                  <a:lnTo>
                    <a:pt x="0" y="0"/>
                  </a:lnTo>
                  <a:lnTo>
                    <a:pt x="0" y="11852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6"/>
            <p:cNvSpPr/>
            <p:nvPr/>
          </p:nvSpPr>
          <p:spPr>
            <a:xfrm>
              <a:off x="3392970" y="5279517"/>
              <a:ext cx="61594" cy="49530"/>
            </a:xfrm>
            <a:custGeom>
              <a:rect b="b" l="l" r="r" t="t"/>
              <a:pathLst>
                <a:path extrusionOk="0" h="49529" w="61595">
                  <a:moveTo>
                    <a:pt x="61328" y="0"/>
                  </a:moveTo>
                  <a:lnTo>
                    <a:pt x="0" y="0"/>
                  </a:lnTo>
                  <a:lnTo>
                    <a:pt x="0" y="49161"/>
                  </a:lnTo>
                  <a:lnTo>
                    <a:pt x="61328" y="49161"/>
                  </a:lnTo>
                  <a:lnTo>
                    <a:pt x="61328"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6"/>
            <p:cNvSpPr/>
            <p:nvPr/>
          </p:nvSpPr>
          <p:spPr>
            <a:xfrm>
              <a:off x="3392970" y="5279517"/>
              <a:ext cx="61594" cy="49530"/>
            </a:xfrm>
            <a:custGeom>
              <a:rect b="b" l="l" r="r" t="t"/>
              <a:pathLst>
                <a:path extrusionOk="0" h="49529" w="61595">
                  <a:moveTo>
                    <a:pt x="0" y="49161"/>
                  </a:moveTo>
                  <a:lnTo>
                    <a:pt x="61328" y="49161"/>
                  </a:lnTo>
                  <a:lnTo>
                    <a:pt x="61328" y="0"/>
                  </a:lnTo>
                  <a:lnTo>
                    <a:pt x="0" y="0"/>
                  </a:lnTo>
                  <a:lnTo>
                    <a:pt x="0" y="4916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6"/>
            <p:cNvSpPr/>
            <p:nvPr/>
          </p:nvSpPr>
          <p:spPr>
            <a:xfrm>
              <a:off x="3270313" y="5279517"/>
              <a:ext cx="62230" cy="49530"/>
            </a:xfrm>
            <a:custGeom>
              <a:rect b="b" l="l" r="r" t="t"/>
              <a:pathLst>
                <a:path extrusionOk="0" h="49529" w="62229">
                  <a:moveTo>
                    <a:pt x="61849" y="0"/>
                  </a:moveTo>
                  <a:lnTo>
                    <a:pt x="0" y="0"/>
                  </a:lnTo>
                  <a:lnTo>
                    <a:pt x="0" y="49161"/>
                  </a:lnTo>
                  <a:lnTo>
                    <a:pt x="61849" y="49161"/>
                  </a:lnTo>
                  <a:lnTo>
                    <a:pt x="61849"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6"/>
            <p:cNvSpPr/>
            <p:nvPr/>
          </p:nvSpPr>
          <p:spPr>
            <a:xfrm>
              <a:off x="3270313" y="5279517"/>
              <a:ext cx="62230" cy="49530"/>
            </a:xfrm>
            <a:custGeom>
              <a:rect b="b" l="l" r="r" t="t"/>
              <a:pathLst>
                <a:path extrusionOk="0" h="49529" w="62229">
                  <a:moveTo>
                    <a:pt x="0" y="49161"/>
                  </a:moveTo>
                  <a:lnTo>
                    <a:pt x="61849" y="49161"/>
                  </a:lnTo>
                  <a:lnTo>
                    <a:pt x="61849" y="0"/>
                  </a:lnTo>
                  <a:lnTo>
                    <a:pt x="0" y="0"/>
                  </a:lnTo>
                  <a:lnTo>
                    <a:pt x="0" y="4916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6"/>
            <p:cNvSpPr/>
            <p:nvPr/>
          </p:nvSpPr>
          <p:spPr>
            <a:xfrm>
              <a:off x="3153943" y="5288495"/>
              <a:ext cx="38100" cy="32384"/>
            </a:xfrm>
            <a:custGeom>
              <a:rect b="b" l="l" r="r" t="t"/>
              <a:pathLst>
                <a:path extrusionOk="0" h="32385" w="38100">
                  <a:moveTo>
                    <a:pt x="37604" y="0"/>
                  </a:moveTo>
                  <a:lnTo>
                    <a:pt x="0" y="0"/>
                  </a:lnTo>
                  <a:lnTo>
                    <a:pt x="0" y="32245"/>
                  </a:lnTo>
                  <a:lnTo>
                    <a:pt x="37604" y="32245"/>
                  </a:lnTo>
                  <a:lnTo>
                    <a:pt x="37604"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6"/>
            <p:cNvSpPr/>
            <p:nvPr/>
          </p:nvSpPr>
          <p:spPr>
            <a:xfrm>
              <a:off x="3153943" y="5288495"/>
              <a:ext cx="38100" cy="32384"/>
            </a:xfrm>
            <a:custGeom>
              <a:rect b="b" l="l" r="r" t="t"/>
              <a:pathLst>
                <a:path extrusionOk="0" h="32385" w="38100">
                  <a:moveTo>
                    <a:pt x="0" y="32245"/>
                  </a:moveTo>
                  <a:lnTo>
                    <a:pt x="37604" y="32245"/>
                  </a:lnTo>
                  <a:lnTo>
                    <a:pt x="37604" y="0"/>
                  </a:lnTo>
                  <a:lnTo>
                    <a:pt x="0" y="0"/>
                  </a:lnTo>
                  <a:lnTo>
                    <a:pt x="0" y="3224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6"/>
            <p:cNvSpPr/>
            <p:nvPr/>
          </p:nvSpPr>
          <p:spPr>
            <a:xfrm>
              <a:off x="3197364" y="5289753"/>
              <a:ext cx="13970" cy="27940"/>
            </a:xfrm>
            <a:custGeom>
              <a:rect b="b" l="l" r="r" t="t"/>
              <a:pathLst>
                <a:path extrusionOk="0" h="27939" w="13969">
                  <a:moveTo>
                    <a:pt x="13741" y="0"/>
                  </a:moveTo>
                  <a:lnTo>
                    <a:pt x="0" y="0"/>
                  </a:lnTo>
                  <a:lnTo>
                    <a:pt x="0" y="27838"/>
                  </a:lnTo>
                  <a:lnTo>
                    <a:pt x="13741" y="27838"/>
                  </a:lnTo>
                  <a:lnTo>
                    <a:pt x="13741"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6"/>
            <p:cNvSpPr/>
            <p:nvPr/>
          </p:nvSpPr>
          <p:spPr>
            <a:xfrm>
              <a:off x="3197364" y="5289753"/>
              <a:ext cx="13970" cy="27940"/>
            </a:xfrm>
            <a:custGeom>
              <a:rect b="b" l="l" r="r" t="t"/>
              <a:pathLst>
                <a:path extrusionOk="0" h="27939" w="13969">
                  <a:moveTo>
                    <a:pt x="0" y="27838"/>
                  </a:moveTo>
                  <a:lnTo>
                    <a:pt x="13741" y="27838"/>
                  </a:lnTo>
                  <a:lnTo>
                    <a:pt x="13741" y="0"/>
                  </a:lnTo>
                  <a:lnTo>
                    <a:pt x="0" y="0"/>
                  </a:lnTo>
                  <a:lnTo>
                    <a:pt x="0" y="2783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49" name="Google Shape;849;p6"/>
            <p:cNvPicPr preferRelativeResize="0"/>
            <p:nvPr/>
          </p:nvPicPr>
          <p:blipFill rotWithShape="1">
            <a:blip r:embed="rId10">
              <a:alphaModFix/>
            </a:blip>
            <a:srcRect b="0" l="0" r="0" t="0"/>
            <a:stretch/>
          </p:blipFill>
          <p:spPr>
            <a:xfrm>
              <a:off x="3484884" y="5125363"/>
              <a:ext cx="122262" cy="122250"/>
            </a:xfrm>
            <a:prstGeom prst="rect">
              <a:avLst/>
            </a:prstGeom>
            <a:noFill/>
            <a:ln>
              <a:noFill/>
            </a:ln>
          </p:spPr>
        </p:pic>
        <p:sp>
          <p:nvSpPr>
            <p:cNvPr id="850" name="Google Shape;850;p6"/>
            <p:cNvSpPr/>
            <p:nvPr/>
          </p:nvSpPr>
          <p:spPr>
            <a:xfrm>
              <a:off x="3022232" y="5244122"/>
              <a:ext cx="117475" cy="117475"/>
            </a:xfrm>
            <a:custGeom>
              <a:rect b="b" l="l" r="r" t="t"/>
              <a:pathLst>
                <a:path extrusionOk="0" h="117475" w="117475">
                  <a:moveTo>
                    <a:pt x="58686" y="0"/>
                  </a:moveTo>
                  <a:lnTo>
                    <a:pt x="35843" y="4612"/>
                  </a:lnTo>
                  <a:lnTo>
                    <a:pt x="17189" y="17189"/>
                  </a:lnTo>
                  <a:lnTo>
                    <a:pt x="4612" y="35843"/>
                  </a:lnTo>
                  <a:lnTo>
                    <a:pt x="0" y="58686"/>
                  </a:lnTo>
                  <a:lnTo>
                    <a:pt x="4612" y="81527"/>
                  </a:lnTo>
                  <a:lnTo>
                    <a:pt x="17189" y="100177"/>
                  </a:lnTo>
                  <a:lnTo>
                    <a:pt x="35843" y="112750"/>
                  </a:lnTo>
                  <a:lnTo>
                    <a:pt x="58686" y="117360"/>
                  </a:lnTo>
                  <a:lnTo>
                    <a:pt x="81529" y="112750"/>
                  </a:lnTo>
                  <a:lnTo>
                    <a:pt x="100183" y="100177"/>
                  </a:lnTo>
                  <a:lnTo>
                    <a:pt x="112761" y="81527"/>
                  </a:lnTo>
                  <a:lnTo>
                    <a:pt x="117373" y="58686"/>
                  </a:lnTo>
                  <a:lnTo>
                    <a:pt x="112761" y="35843"/>
                  </a:lnTo>
                  <a:lnTo>
                    <a:pt x="100183" y="17189"/>
                  </a:lnTo>
                  <a:lnTo>
                    <a:pt x="81529" y="4612"/>
                  </a:lnTo>
                  <a:lnTo>
                    <a:pt x="58686"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6"/>
            <p:cNvSpPr/>
            <p:nvPr/>
          </p:nvSpPr>
          <p:spPr>
            <a:xfrm>
              <a:off x="3022232" y="5244122"/>
              <a:ext cx="117475" cy="117475"/>
            </a:xfrm>
            <a:custGeom>
              <a:rect b="b" l="l" r="r" t="t"/>
              <a:pathLst>
                <a:path extrusionOk="0" h="117475" w="117475">
                  <a:moveTo>
                    <a:pt x="58686" y="0"/>
                  </a:moveTo>
                  <a:lnTo>
                    <a:pt x="35843" y="4612"/>
                  </a:lnTo>
                  <a:lnTo>
                    <a:pt x="17189" y="17189"/>
                  </a:lnTo>
                  <a:lnTo>
                    <a:pt x="4612" y="35843"/>
                  </a:lnTo>
                  <a:lnTo>
                    <a:pt x="0" y="58686"/>
                  </a:lnTo>
                  <a:lnTo>
                    <a:pt x="4612" y="81527"/>
                  </a:lnTo>
                  <a:lnTo>
                    <a:pt x="17189" y="100177"/>
                  </a:lnTo>
                  <a:lnTo>
                    <a:pt x="35843" y="112750"/>
                  </a:lnTo>
                  <a:lnTo>
                    <a:pt x="58686" y="117360"/>
                  </a:lnTo>
                  <a:lnTo>
                    <a:pt x="81529" y="112750"/>
                  </a:lnTo>
                  <a:lnTo>
                    <a:pt x="100183" y="100177"/>
                  </a:lnTo>
                  <a:lnTo>
                    <a:pt x="112761" y="81527"/>
                  </a:lnTo>
                  <a:lnTo>
                    <a:pt x="117373" y="58686"/>
                  </a:lnTo>
                  <a:lnTo>
                    <a:pt x="112761" y="35843"/>
                  </a:lnTo>
                  <a:lnTo>
                    <a:pt x="100183" y="17189"/>
                  </a:lnTo>
                  <a:lnTo>
                    <a:pt x="81529" y="4612"/>
                  </a:lnTo>
                  <a:lnTo>
                    <a:pt x="58686"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6"/>
            <p:cNvSpPr/>
            <p:nvPr/>
          </p:nvSpPr>
          <p:spPr>
            <a:xfrm>
              <a:off x="2911963" y="4957484"/>
              <a:ext cx="553085" cy="392430"/>
            </a:xfrm>
            <a:custGeom>
              <a:rect b="b" l="l" r="r" t="t"/>
              <a:pathLst>
                <a:path extrusionOk="0" h="392429" w="553085">
                  <a:moveTo>
                    <a:pt x="445579" y="368020"/>
                  </a:moveTo>
                  <a:lnTo>
                    <a:pt x="431304" y="368020"/>
                  </a:lnTo>
                  <a:lnTo>
                    <a:pt x="431304" y="392277"/>
                  </a:lnTo>
                  <a:lnTo>
                    <a:pt x="445579" y="392277"/>
                  </a:lnTo>
                  <a:lnTo>
                    <a:pt x="445579" y="368020"/>
                  </a:lnTo>
                  <a:close/>
                </a:path>
                <a:path extrusionOk="0" h="392429" w="553085">
                  <a:moveTo>
                    <a:pt x="447954" y="322618"/>
                  </a:moveTo>
                  <a:lnTo>
                    <a:pt x="425754" y="322618"/>
                  </a:lnTo>
                  <a:lnTo>
                    <a:pt x="425754" y="368020"/>
                  </a:lnTo>
                  <a:lnTo>
                    <a:pt x="447954" y="368020"/>
                  </a:lnTo>
                  <a:lnTo>
                    <a:pt x="447954" y="322618"/>
                  </a:lnTo>
                  <a:close/>
                </a:path>
                <a:path extrusionOk="0" h="392429" w="553085">
                  <a:moveTo>
                    <a:pt x="475716" y="322618"/>
                  </a:moveTo>
                  <a:lnTo>
                    <a:pt x="453517" y="322618"/>
                  </a:lnTo>
                  <a:lnTo>
                    <a:pt x="453517" y="368020"/>
                  </a:lnTo>
                  <a:lnTo>
                    <a:pt x="475716" y="368020"/>
                  </a:lnTo>
                  <a:lnTo>
                    <a:pt x="475716" y="322618"/>
                  </a:lnTo>
                  <a:close/>
                </a:path>
                <a:path extrusionOk="0" h="392429" w="553085">
                  <a:moveTo>
                    <a:pt x="445579" y="290042"/>
                  </a:moveTo>
                  <a:lnTo>
                    <a:pt x="431304" y="290042"/>
                  </a:lnTo>
                  <a:lnTo>
                    <a:pt x="431304" y="322618"/>
                  </a:lnTo>
                  <a:lnTo>
                    <a:pt x="445579" y="322618"/>
                  </a:lnTo>
                  <a:lnTo>
                    <a:pt x="445579" y="290042"/>
                  </a:lnTo>
                  <a:close/>
                </a:path>
                <a:path extrusionOk="0" h="392429" w="553085">
                  <a:moveTo>
                    <a:pt x="470954" y="290042"/>
                  </a:moveTo>
                  <a:lnTo>
                    <a:pt x="456679" y="290042"/>
                  </a:lnTo>
                  <a:lnTo>
                    <a:pt x="456679" y="322618"/>
                  </a:lnTo>
                  <a:lnTo>
                    <a:pt x="470954" y="322618"/>
                  </a:lnTo>
                  <a:lnTo>
                    <a:pt x="470954" y="290042"/>
                  </a:lnTo>
                  <a:close/>
                </a:path>
                <a:path extrusionOk="0" h="392429" w="553085">
                  <a:moveTo>
                    <a:pt x="360730" y="200672"/>
                  </a:moveTo>
                  <a:lnTo>
                    <a:pt x="348081" y="200672"/>
                  </a:lnTo>
                  <a:lnTo>
                    <a:pt x="348081" y="290042"/>
                  </a:lnTo>
                  <a:lnTo>
                    <a:pt x="552665" y="290042"/>
                  </a:lnTo>
                  <a:lnTo>
                    <a:pt x="552665" y="277380"/>
                  </a:lnTo>
                  <a:lnTo>
                    <a:pt x="360730" y="277380"/>
                  </a:lnTo>
                  <a:lnTo>
                    <a:pt x="360730" y="200672"/>
                  </a:lnTo>
                  <a:close/>
                </a:path>
                <a:path extrusionOk="0" h="392429" w="553085">
                  <a:moveTo>
                    <a:pt x="552665" y="98094"/>
                  </a:moveTo>
                  <a:lnTo>
                    <a:pt x="540016" y="98094"/>
                  </a:lnTo>
                  <a:lnTo>
                    <a:pt x="540016" y="277380"/>
                  </a:lnTo>
                  <a:lnTo>
                    <a:pt x="552665" y="277380"/>
                  </a:lnTo>
                  <a:lnTo>
                    <a:pt x="552665" y="98094"/>
                  </a:lnTo>
                  <a:close/>
                </a:path>
                <a:path extrusionOk="0" h="392429" w="553085">
                  <a:moveTo>
                    <a:pt x="29527" y="0"/>
                  </a:moveTo>
                  <a:lnTo>
                    <a:pt x="0" y="0"/>
                  </a:lnTo>
                  <a:lnTo>
                    <a:pt x="0" y="200672"/>
                  </a:lnTo>
                  <a:lnTo>
                    <a:pt x="367309" y="200672"/>
                  </a:lnTo>
                  <a:lnTo>
                    <a:pt x="377002" y="228782"/>
                  </a:lnTo>
                  <a:lnTo>
                    <a:pt x="395412" y="251345"/>
                  </a:lnTo>
                  <a:lnTo>
                    <a:pt x="420535" y="266355"/>
                  </a:lnTo>
                  <a:lnTo>
                    <a:pt x="450367" y="271805"/>
                  </a:lnTo>
                  <a:lnTo>
                    <a:pt x="483090" y="265198"/>
                  </a:lnTo>
                  <a:lnTo>
                    <a:pt x="509809" y="247181"/>
                  </a:lnTo>
                  <a:lnTo>
                    <a:pt x="527823" y="220461"/>
                  </a:lnTo>
                  <a:lnTo>
                    <a:pt x="534428" y="187744"/>
                  </a:lnTo>
                  <a:lnTo>
                    <a:pt x="533293" y="174815"/>
                  </a:lnTo>
                  <a:lnTo>
                    <a:pt x="29527" y="174815"/>
                  </a:lnTo>
                  <a:lnTo>
                    <a:pt x="29527" y="0"/>
                  </a:lnTo>
                  <a:close/>
                </a:path>
                <a:path extrusionOk="0" h="392429" w="553085">
                  <a:moveTo>
                    <a:pt x="292950" y="200672"/>
                  </a:moveTo>
                  <a:lnTo>
                    <a:pt x="83477" y="200672"/>
                  </a:lnTo>
                  <a:lnTo>
                    <a:pt x="83477" y="243776"/>
                  </a:lnTo>
                  <a:lnTo>
                    <a:pt x="292950" y="243776"/>
                  </a:lnTo>
                  <a:lnTo>
                    <a:pt x="292950" y="200672"/>
                  </a:lnTo>
                  <a:close/>
                </a:path>
                <a:path extrusionOk="0" h="392429" w="553085">
                  <a:moveTo>
                    <a:pt x="292950" y="133286"/>
                  </a:moveTo>
                  <a:lnTo>
                    <a:pt x="83477" y="133286"/>
                  </a:lnTo>
                  <a:lnTo>
                    <a:pt x="83477" y="174815"/>
                  </a:lnTo>
                  <a:lnTo>
                    <a:pt x="292950" y="174815"/>
                  </a:lnTo>
                  <a:lnTo>
                    <a:pt x="292950" y="133286"/>
                  </a:lnTo>
                  <a:close/>
                </a:path>
                <a:path extrusionOk="0" h="392429" w="553085">
                  <a:moveTo>
                    <a:pt x="552665" y="85445"/>
                  </a:moveTo>
                  <a:lnTo>
                    <a:pt x="348081" y="85445"/>
                  </a:lnTo>
                  <a:lnTo>
                    <a:pt x="348081" y="174815"/>
                  </a:lnTo>
                  <a:lnTo>
                    <a:pt x="360730" y="174815"/>
                  </a:lnTo>
                  <a:lnTo>
                    <a:pt x="360730" y="98094"/>
                  </a:lnTo>
                  <a:lnTo>
                    <a:pt x="552665" y="98094"/>
                  </a:lnTo>
                  <a:lnTo>
                    <a:pt x="552665" y="85445"/>
                  </a:lnTo>
                  <a:close/>
                </a:path>
                <a:path extrusionOk="0" h="392429" w="553085">
                  <a:moveTo>
                    <a:pt x="450367" y="103682"/>
                  </a:moveTo>
                  <a:lnTo>
                    <a:pt x="420535" y="109132"/>
                  </a:lnTo>
                  <a:lnTo>
                    <a:pt x="395412" y="124142"/>
                  </a:lnTo>
                  <a:lnTo>
                    <a:pt x="377002" y="146706"/>
                  </a:lnTo>
                  <a:lnTo>
                    <a:pt x="367309" y="174815"/>
                  </a:lnTo>
                  <a:lnTo>
                    <a:pt x="533293" y="174815"/>
                  </a:lnTo>
                  <a:lnTo>
                    <a:pt x="533130" y="172950"/>
                  </a:lnTo>
                  <a:lnTo>
                    <a:pt x="529383" y="159005"/>
                  </a:lnTo>
                  <a:lnTo>
                    <a:pt x="523413" y="146129"/>
                  </a:lnTo>
                  <a:lnTo>
                    <a:pt x="515442" y="134543"/>
                  </a:lnTo>
                  <a:lnTo>
                    <a:pt x="515442" y="110972"/>
                  </a:lnTo>
                  <a:lnTo>
                    <a:pt x="484606" y="110972"/>
                  </a:lnTo>
                  <a:lnTo>
                    <a:pt x="476563" y="107861"/>
                  </a:lnTo>
                  <a:lnTo>
                    <a:pt x="468144" y="105575"/>
                  </a:lnTo>
                  <a:lnTo>
                    <a:pt x="459396" y="104164"/>
                  </a:lnTo>
                  <a:lnTo>
                    <a:pt x="450367" y="103682"/>
                  </a:lnTo>
                  <a:close/>
                </a:path>
                <a:path extrusionOk="0" h="392429" w="553085">
                  <a:moveTo>
                    <a:pt x="515442" y="98094"/>
                  </a:moveTo>
                  <a:lnTo>
                    <a:pt x="484606" y="98094"/>
                  </a:lnTo>
                  <a:lnTo>
                    <a:pt x="484606" y="110972"/>
                  </a:lnTo>
                  <a:lnTo>
                    <a:pt x="515442" y="110972"/>
                  </a:lnTo>
                  <a:lnTo>
                    <a:pt x="515442" y="98094"/>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6"/>
            <p:cNvSpPr/>
            <p:nvPr/>
          </p:nvSpPr>
          <p:spPr>
            <a:xfrm>
              <a:off x="2911963" y="4957484"/>
              <a:ext cx="553085" cy="392430"/>
            </a:xfrm>
            <a:custGeom>
              <a:rect b="b" l="l" r="r" t="t"/>
              <a:pathLst>
                <a:path extrusionOk="0" h="392429" w="553085">
                  <a:moveTo>
                    <a:pt x="540016" y="85445"/>
                  </a:moveTo>
                  <a:lnTo>
                    <a:pt x="515442" y="85445"/>
                  </a:lnTo>
                  <a:lnTo>
                    <a:pt x="484606" y="85445"/>
                  </a:lnTo>
                  <a:lnTo>
                    <a:pt x="360730" y="85445"/>
                  </a:lnTo>
                  <a:lnTo>
                    <a:pt x="348081" y="85445"/>
                  </a:lnTo>
                  <a:lnTo>
                    <a:pt x="348081" y="98094"/>
                  </a:lnTo>
                  <a:lnTo>
                    <a:pt x="348081" y="174815"/>
                  </a:lnTo>
                  <a:lnTo>
                    <a:pt x="299643" y="174815"/>
                  </a:lnTo>
                  <a:lnTo>
                    <a:pt x="292950" y="174815"/>
                  </a:lnTo>
                  <a:lnTo>
                    <a:pt x="292950" y="133286"/>
                  </a:lnTo>
                  <a:lnTo>
                    <a:pt x="83477" y="133286"/>
                  </a:lnTo>
                  <a:lnTo>
                    <a:pt x="83477" y="174815"/>
                  </a:lnTo>
                  <a:lnTo>
                    <a:pt x="29527" y="174815"/>
                  </a:lnTo>
                  <a:lnTo>
                    <a:pt x="29527" y="0"/>
                  </a:lnTo>
                  <a:lnTo>
                    <a:pt x="0" y="0"/>
                  </a:lnTo>
                  <a:lnTo>
                    <a:pt x="0" y="200672"/>
                  </a:lnTo>
                  <a:lnTo>
                    <a:pt x="3175" y="200672"/>
                  </a:lnTo>
                  <a:lnTo>
                    <a:pt x="29527" y="200672"/>
                  </a:lnTo>
                  <a:lnTo>
                    <a:pt x="83477" y="200672"/>
                  </a:lnTo>
                  <a:lnTo>
                    <a:pt x="83477" y="243776"/>
                  </a:lnTo>
                  <a:lnTo>
                    <a:pt x="292950" y="243776"/>
                  </a:lnTo>
                  <a:lnTo>
                    <a:pt x="292950" y="200672"/>
                  </a:lnTo>
                  <a:lnTo>
                    <a:pt x="299643" y="200672"/>
                  </a:lnTo>
                  <a:lnTo>
                    <a:pt x="348081" y="200672"/>
                  </a:lnTo>
                  <a:lnTo>
                    <a:pt x="348081" y="277380"/>
                  </a:lnTo>
                  <a:lnTo>
                    <a:pt x="348081" y="290042"/>
                  </a:lnTo>
                  <a:lnTo>
                    <a:pt x="360730" y="290042"/>
                  </a:lnTo>
                  <a:lnTo>
                    <a:pt x="431304" y="290042"/>
                  </a:lnTo>
                  <a:lnTo>
                    <a:pt x="431304" y="322618"/>
                  </a:lnTo>
                  <a:lnTo>
                    <a:pt x="425754" y="322618"/>
                  </a:lnTo>
                  <a:lnTo>
                    <a:pt x="425754" y="368020"/>
                  </a:lnTo>
                  <a:lnTo>
                    <a:pt x="431304" y="368020"/>
                  </a:lnTo>
                  <a:lnTo>
                    <a:pt x="431304" y="392277"/>
                  </a:lnTo>
                  <a:lnTo>
                    <a:pt x="445579" y="392277"/>
                  </a:lnTo>
                  <a:lnTo>
                    <a:pt x="445579" y="368020"/>
                  </a:lnTo>
                  <a:lnTo>
                    <a:pt x="447954" y="368020"/>
                  </a:lnTo>
                  <a:lnTo>
                    <a:pt x="447954" y="322618"/>
                  </a:lnTo>
                  <a:lnTo>
                    <a:pt x="445579" y="322618"/>
                  </a:lnTo>
                  <a:lnTo>
                    <a:pt x="445579" y="290042"/>
                  </a:lnTo>
                  <a:lnTo>
                    <a:pt x="456679" y="290042"/>
                  </a:lnTo>
                  <a:lnTo>
                    <a:pt x="456679" y="322618"/>
                  </a:lnTo>
                  <a:lnTo>
                    <a:pt x="453517" y="322618"/>
                  </a:lnTo>
                  <a:lnTo>
                    <a:pt x="453517" y="368020"/>
                  </a:lnTo>
                  <a:lnTo>
                    <a:pt x="475716" y="368020"/>
                  </a:lnTo>
                  <a:lnTo>
                    <a:pt x="475716" y="322618"/>
                  </a:lnTo>
                  <a:lnTo>
                    <a:pt x="470954" y="322618"/>
                  </a:lnTo>
                  <a:lnTo>
                    <a:pt x="470954" y="290042"/>
                  </a:lnTo>
                  <a:lnTo>
                    <a:pt x="540016" y="290042"/>
                  </a:lnTo>
                  <a:lnTo>
                    <a:pt x="552665" y="290042"/>
                  </a:lnTo>
                  <a:lnTo>
                    <a:pt x="552665" y="277380"/>
                  </a:lnTo>
                  <a:lnTo>
                    <a:pt x="552665" y="98094"/>
                  </a:lnTo>
                  <a:lnTo>
                    <a:pt x="552665" y="85445"/>
                  </a:lnTo>
                  <a:lnTo>
                    <a:pt x="540016" y="8544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4" name="Google Shape;854;p6"/>
            <p:cNvPicPr preferRelativeResize="0"/>
            <p:nvPr/>
          </p:nvPicPr>
          <p:blipFill rotWithShape="1">
            <a:blip r:embed="rId11">
              <a:alphaModFix/>
            </a:blip>
            <a:srcRect b="0" l="0" r="0" t="0"/>
            <a:stretch/>
          </p:blipFill>
          <p:spPr>
            <a:xfrm>
              <a:off x="3270249" y="5053134"/>
              <a:ext cx="184175" cy="184175"/>
            </a:xfrm>
            <a:prstGeom prst="rect">
              <a:avLst/>
            </a:prstGeom>
            <a:noFill/>
            <a:ln>
              <a:noFill/>
            </a:ln>
          </p:spPr>
        </p:pic>
        <p:sp>
          <p:nvSpPr>
            <p:cNvPr id="855" name="Google Shape;855;p6"/>
            <p:cNvSpPr/>
            <p:nvPr/>
          </p:nvSpPr>
          <p:spPr>
            <a:xfrm>
              <a:off x="6513156" y="4974704"/>
              <a:ext cx="177800" cy="1500505"/>
            </a:xfrm>
            <a:custGeom>
              <a:rect b="b" l="l" r="r" t="t"/>
              <a:pathLst>
                <a:path extrusionOk="0" h="1500504" w="177800">
                  <a:moveTo>
                    <a:pt x="177419" y="0"/>
                  </a:moveTo>
                  <a:lnTo>
                    <a:pt x="0" y="0"/>
                  </a:lnTo>
                  <a:lnTo>
                    <a:pt x="0" y="1500314"/>
                  </a:lnTo>
                  <a:lnTo>
                    <a:pt x="177419" y="1500314"/>
                  </a:lnTo>
                  <a:lnTo>
                    <a:pt x="177419" y="0"/>
                  </a:lnTo>
                  <a:close/>
                </a:path>
              </a:pathLst>
            </a:custGeom>
            <a:solidFill>
              <a:srgbClr val="BCBE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6"/>
            <p:cNvSpPr/>
            <p:nvPr/>
          </p:nvSpPr>
          <p:spPr>
            <a:xfrm>
              <a:off x="6513157" y="4961407"/>
              <a:ext cx="215265" cy="1887855"/>
            </a:xfrm>
            <a:custGeom>
              <a:rect b="b" l="l" r="r" t="t"/>
              <a:pathLst>
                <a:path extrusionOk="0" h="1887854" w="215265">
                  <a:moveTo>
                    <a:pt x="212712" y="1861210"/>
                  </a:moveTo>
                  <a:lnTo>
                    <a:pt x="0" y="1861210"/>
                  </a:lnTo>
                  <a:lnTo>
                    <a:pt x="0" y="1887804"/>
                  </a:lnTo>
                  <a:lnTo>
                    <a:pt x="212712" y="1887804"/>
                  </a:lnTo>
                  <a:lnTo>
                    <a:pt x="212712" y="1861210"/>
                  </a:lnTo>
                  <a:close/>
                </a:path>
                <a:path extrusionOk="0" h="1887854" w="215265">
                  <a:moveTo>
                    <a:pt x="215074" y="0"/>
                  </a:moveTo>
                  <a:lnTo>
                    <a:pt x="26593" y="0"/>
                  </a:lnTo>
                  <a:lnTo>
                    <a:pt x="1701" y="0"/>
                  </a:lnTo>
                  <a:lnTo>
                    <a:pt x="0" y="0"/>
                  </a:lnTo>
                  <a:lnTo>
                    <a:pt x="0" y="1556359"/>
                  </a:lnTo>
                  <a:lnTo>
                    <a:pt x="26593" y="1556359"/>
                  </a:lnTo>
                  <a:lnTo>
                    <a:pt x="26593" y="1526908"/>
                  </a:lnTo>
                  <a:lnTo>
                    <a:pt x="215074" y="1526908"/>
                  </a:lnTo>
                  <a:lnTo>
                    <a:pt x="215074" y="1500314"/>
                  </a:lnTo>
                  <a:lnTo>
                    <a:pt x="26593" y="1500314"/>
                  </a:lnTo>
                  <a:lnTo>
                    <a:pt x="26593" y="1339367"/>
                  </a:lnTo>
                  <a:lnTo>
                    <a:pt x="215074" y="1339367"/>
                  </a:lnTo>
                  <a:lnTo>
                    <a:pt x="215074" y="1312773"/>
                  </a:lnTo>
                  <a:lnTo>
                    <a:pt x="26593" y="1312773"/>
                  </a:lnTo>
                  <a:lnTo>
                    <a:pt x="26593" y="1151826"/>
                  </a:lnTo>
                  <a:lnTo>
                    <a:pt x="215074" y="1151826"/>
                  </a:lnTo>
                  <a:lnTo>
                    <a:pt x="215074" y="1125245"/>
                  </a:lnTo>
                  <a:lnTo>
                    <a:pt x="26593" y="1125245"/>
                  </a:lnTo>
                  <a:lnTo>
                    <a:pt x="26593" y="964298"/>
                  </a:lnTo>
                  <a:lnTo>
                    <a:pt x="215074" y="964298"/>
                  </a:lnTo>
                  <a:lnTo>
                    <a:pt x="215074" y="937704"/>
                  </a:lnTo>
                  <a:lnTo>
                    <a:pt x="26593" y="937704"/>
                  </a:lnTo>
                  <a:lnTo>
                    <a:pt x="26593" y="776757"/>
                  </a:lnTo>
                  <a:lnTo>
                    <a:pt x="215074" y="776757"/>
                  </a:lnTo>
                  <a:lnTo>
                    <a:pt x="215074" y="750163"/>
                  </a:lnTo>
                  <a:lnTo>
                    <a:pt x="26593" y="750163"/>
                  </a:lnTo>
                  <a:lnTo>
                    <a:pt x="26593" y="589216"/>
                  </a:lnTo>
                  <a:lnTo>
                    <a:pt x="215074" y="589216"/>
                  </a:lnTo>
                  <a:lnTo>
                    <a:pt x="215074" y="562622"/>
                  </a:lnTo>
                  <a:lnTo>
                    <a:pt x="26593" y="562622"/>
                  </a:lnTo>
                  <a:lnTo>
                    <a:pt x="26593" y="401675"/>
                  </a:lnTo>
                  <a:lnTo>
                    <a:pt x="215074" y="401675"/>
                  </a:lnTo>
                  <a:lnTo>
                    <a:pt x="215074" y="375094"/>
                  </a:lnTo>
                  <a:lnTo>
                    <a:pt x="26593" y="375094"/>
                  </a:lnTo>
                  <a:lnTo>
                    <a:pt x="26593" y="214134"/>
                  </a:lnTo>
                  <a:lnTo>
                    <a:pt x="215074" y="214134"/>
                  </a:lnTo>
                  <a:lnTo>
                    <a:pt x="215074" y="187553"/>
                  </a:lnTo>
                  <a:lnTo>
                    <a:pt x="26593" y="187553"/>
                  </a:lnTo>
                  <a:lnTo>
                    <a:pt x="26593" y="26593"/>
                  </a:lnTo>
                  <a:lnTo>
                    <a:pt x="215074" y="26593"/>
                  </a:lnTo>
                  <a:lnTo>
                    <a:pt x="215074"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6"/>
            <p:cNvSpPr/>
            <p:nvPr/>
          </p:nvSpPr>
          <p:spPr>
            <a:xfrm>
              <a:off x="1682229" y="5024335"/>
              <a:ext cx="327660" cy="1811655"/>
            </a:xfrm>
            <a:custGeom>
              <a:rect b="b" l="l" r="r" t="t"/>
              <a:pathLst>
                <a:path extrusionOk="0" h="1811654" w="327660">
                  <a:moveTo>
                    <a:pt x="327101" y="0"/>
                  </a:moveTo>
                  <a:lnTo>
                    <a:pt x="0" y="0"/>
                  </a:lnTo>
                  <a:lnTo>
                    <a:pt x="0" y="1811578"/>
                  </a:lnTo>
                  <a:lnTo>
                    <a:pt x="327101" y="1811578"/>
                  </a:lnTo>
                  <a:lnTo>
                    <a:pt x="327101" y="0"/>
                  </a:lnTo>
                  <a:close/>
                </a:path>
              </a:pathLst>
            </a:custGeom>
            <a:solidFill>
              <a:srgbClr val="BCBE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6"/>
            <p:cNvSpPr/>
            <p:nvPr/>
          </p:nvSpPr>
          <p:spPr>
            <a:xfrm>
              <a:off x="1682216" y="5011038"/>
              <a:ext cx="1063625" cy="1834514"/>
            </a:xfrm>
            <a:custGeom>
              <a:rect b="b" l="l" r="r" t="t"/>
              <a:pathLst>
                <a:path extrusionOk="0" h="1834515" w="1063625">
                  <a:moveTo>
                    <a:pt x="1063574" y="1807667"/>
                  </a:moveTo>
                  <a:lnTo>
                    <a:pt x="902957" y="1807667"/>
                  </a:lnTo>
                  <a:lnTo>
                    <a:pt x="902957" y="1834261"/>
                  </a:lnTo>
                  <a:lnTo>
                    <a:pt x="1063574" y="1834261"/>
                  </a:lnTo>
                  <a:lnTo>
                    <a:pt x="1063574" y="1807667"/>
                  </a:lnTo>
                  <a:close/>
                </a:path>
                <a:path extrusionOk="0" h="1834515" w="1063625">
                  <a:moveTo>
                    <a:pt x="1063574" y="0"/>
                  </a:moveTo>
                  <a:lnTo>
                    <a:pt x="12" y="0"/>
                  </a:lnTo>
                  <a:lnTo>
                    <a:pt x="12" y="11468"/>
                  </a:lnTo>
                  <a:lnTo>
                    <a:pt x="0" y="1820964"/>
                  </a:lnTo>
                  <a:lnTo>
                    <a:pt x="12" y="1834261"/>
                  </a:lnTo>
                  <a:lnTo>
                    <a:pt x="565404" y="1834261"/>
                  </a:lnTo>
                  <a:lnTo>
                    <a:pt x="565404" y="1807667"/>
                  </a:lnTo>
                  <a:lnTo>
                    <a:pt x="26593" y="1807667"/>
                  </a:lnTo>
                  <a:lnTo>
                    <a:pt x="26593" y="1472730"/>
                  </a:lnTo>
                  <a:lnTo>
                    <a:pt x="398856" y="1472730"/>
                  </a:lnTo>
                  <a:lnTo>
                    <a:pt x="398856" y="1446149"/>
                  </a:lnTo>
                  <a:lnTo>
                    <a:pt x="26593" y="1446149"/>
                  </a:lnTo>
                  <a:lnTo>
                    <a:pt x="26593" y="1111186"/>
                  </a:lnTo>
                  <a:lnTo>
                    <a:pt x="398856" y="1111186"/>
                  </a:lnTo>
                  <a:lnTo>
                    <a:pt x="398856" y="1084605"/>
                  </a:lnTo>
                  <a:lnTo>
                    <a:pt x="26593" y="1084605"/>
                  </a:lnTo>
                  <a:lnTo>
                    <a:pt x="26593" y="749655"/>
                  </a:lnTo>
                  <a:lnTo>
                    <a:pt x="398856" y="749655"/>
                  </a:lnTo>
                  <a:lnTo>
                    <a:pt x="398856" y="723061"/>
                  </a:lnTo>
                  <a:lnTo>
                    <a:pt x="26593" y="723061"/>
                  </a:lnTo>
                  <a:lnTo>
                    <a:pt x="26593" y="388124"/>
                  </a:lnTo>
                  <a:lnTo>
                    <a:pt x="398856" y="388124"/>
                  </a:lnTo>
                  <a:lnTo>
                    <a:pt x="398856" y="361530"/>
                  </a:lnTo>
                  <a:lnTo>
                    <a:pt x="26593" y="361530"/>
                  </a:lnTo>
                  <a:lnTo>
                    <a:pt x="26593" y="26593"/>
                  </a:lnTo>
                  <a:lnTo>
                    <a:pt x="1063574" y="26593"/>
                  </a:lnTo>
                  <a:lnTo>
                    <a:pt x="1063574"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6"/>
            <p:cNvSpPr/>
            <p:nvPr/>
          </p:nvSpPr>
          <p:spPr>
            <a:xfrm>
              <a:off x="2655404" y="6409893"/>
              <a:ext cx="250190" cy="266065"/>
            </a:xfrm>
            <a:custGeom>
              <a:rect b="b" l="l" r="r" t="t"/>
              <a:pathLst>
                <a:path extrusionOk="0" h="266065" w="250189">
                  <a:moveTo>
                    <a:pt x="249923" y="0"/>
                  </a:moveTo>
                  <a:lnTo>
                    <a:pt x="0" y="0"/>
                  </a:lnTo>
                  <a:lnTo>
                    <a:pt x="0" y="265899"/>
                  </a:lnTo>
                  <a:lnTo>
                    <a:pt x="249923" y="265899"/>
                  </a:lnTo>
                  <a:lnTo>
                    <a:pt x="24992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6"/>
            <p:cNvSpPr/>
            <p:nvPr/>
          </p:nvSpPr>
          <p:spPr>
            <a:xfrm>
              <a:off x="2655404" y="6409893"/>
              <a:ext cx="250190" cy="266065"/>
            </a:xfrm>
            <a:custGeom>
              <a:rect b="b" l="l" r="r" t="t"/>
              <a:pathLst>
                <a:path extrusionOk="0" h="266065" w="250189">
                  <a:moveTo>
                    <a:pt x="249923" y="265899"/>
                  </a:moveTo>
                  <a:lnTo>
                    <a:pt x="0" y="265899"/>
                  </a:lnTo>
                  <a:lnTo>
                    <a:pt x="0" y="0"/>
                  </a:lnTo>
                  <a:lnTo>
                    <a:pt x="249923" y="0"/>
                  </a:lnTo>
                  <a:lnTo>
                    <a:pt x="249923" y="265899"/>
                  </a:lnTo>
                  <a:close/>
                </a:path>
              </a:pathLst>
            </a:custGeom>
            <a:noFill/>
            <a:ln cap="flat" cmpd="sng" w="113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61" name="Google Shape;861;p6"/>
            <p:cNvPicPr preferRelativeResize="0"/>
            <p:nvPr/>
          </p:nvPicPr>
          <p:blipFill rotWithShape="1">
            <a:blip r:embed="rId12">
              <a:alphaModFix/>
            </a:blip>
            <a:srcRect b="0" l="0" r="0" t="0"/>
            <a:stretch/>
          </p:blipFill>
          <p:spPr>
            <a:xfrm>
              <a:off x="2625956" y="6441462"/>
              <a:ext cx="154886" cy="202764"/>
            </a:xfrm>
            <a:prstGeom prst="rect">
              <a:avLst/>
            </a:prstGeom>
            <a:noFill/>
            <a:ln>
              <a:noFill/>
            </a:ln>
          </p:spPr>
        </p:pic>
        <p:sp>
          <p:nvSpPr>
            <p:cNvPr id="862" name="Google Shape;862;p6"/>
            <p:cNvSpPr/>
            <p:nvPr/>
          </p:nvSpPr>
          <p:spPr>
            <a:xfrm>
              <a:off x="2719197" y="5029453"/>
              <a:ext cx="3844290" cy="1816100"/>
            </a:xfrm>
            <a:custGeom>
              <a:rect b="b" l="l" r="r" t="t"/>
              <a:pathLst>
                <a:path extrusionOk="0" h="1816100" w="3844290">
                  <a:moveTo>
                    <a:pt x="26593" y="1646339"/>
                  </a:moveTo>
                  <a:lnTo>
                    <a:pt x="0" y="1646339"/>
                  </a:lnTo>
                  <a:lnTo>
                    <a:pt x="0" y="1815846"/>
                  </a:lnTo>
                  <a:lnTo>
                    <a:pt x="26593" y="1815846"/>
                  </a:lnTo>
                  <a:lnTo>
                    <a:pt x="26593" y="1646339"/>
                  </a:lnTo>
                  <a:close/>
                </a:path>
                <a:path extrusionOk="0" h="1816100" w="3844290">
                  <a:moveTo>
                    <a:pt x="26593" y="0"/>
                  </a:moveTo>
                  <a:lnTo>
                    <a:pt x="0" y="0"/>
                  </a:lnTo>
                  <a:lnTo>
                    <a:pt x="0" y="1378140"/>
                  </a:lnTo>
                  <a:lnTo>
                    <a:pt x="26593" y="1378140"/>
                  </a:lnTo>
                  <a:lnTo>
                    <a:pt x="26593" y="0"/>
                  </a:lnTo>
                  <a:close/>
                </a:path>
                <a:path extrusionOk="0" h="1816100" w="3844290">
                  <a:moveTo>
                    <a:pt x="186143" y="1648625"/>
                  </a:moveTo>
                  <a:lnTo>
                    <a:pt x="26606" y="1648625"/>
                  </a:lnTo>
                  <a:lnTo>
                    <a:pt x="26606" y="1675218"/>
                  </a:lnTo>
                  <a:lnTo>
                    <a:pt x="186143" y="1675218"/>
                  </a:lnTo>
                  <a:lnTo>
                    <a:pt x="186143" y="1648625"/>
                  </a:lnTo>
                  <a:close/>
                </a:path>
                <a:path extrusionOk="0" h="1816100" w="3844290">
                  <a:moveTo>
                    <a:pt x="186143" y="1351572"/>
                  </a:moveTo>
                  <a:lnTo>
                    <a:pt x="26606" y="1351572"/>
                  </a:lnTo>
                  <a:lnTo>
                    <a:pt x="26606" y="1378153"/>
                  </a:lnTo>
                  <a:lnTo>
                    <a:pt x="186143" y="1378153"/>
                  </a:lnTo>
                  <a:lnTo>
                    <a:pt x="186143" y="1351572"/>
                  </a:lnTo>
                  <a:close/>
                </a:path>
                <a:path extrusionOk="0" h="1816100" w="3844290">
                  <a:moveTo>
                    <a:pt x="3843667" y="1596021"/>
                  </a:moveTo>
                  <a:lnTo>
                    <a:pt x="3820553" y="1596021"/>
                  </a:lnTo>
                  <a:lnTo>
                    <a:pt x="3793960" y="1596021"/>
                  </a:lnTo>
                  <a:lnTo>
                    <a:pt x="3674262" y="1596021"/>
                  </a:lnTo>
                  <a:lnTo>
                    <a:pt x="3674262" y="1622615"/>
                  </a:lnTo>
                  <a:lnTo>
                    <a:pt x="3793960" y="1622615"/>
                  </a:lnTo>
                  <a:lnTo>
                    <a:pt x="3793960" y="1810905"/>
                  </a:lnTo>
                  <a:lnTo>
                    <a:pt x="3820553" y="1810905"/>
                  </a:lnTo>
                  <a:lnTo>
                    <a:pt x="3820553" y="1622615"/>
                  </a:lnTo>
                  <a:lnTo>
                    <a:pt x="3843667" y="1622615"/>
                  </a:lnTo>
                  <a:lnTo>
                    <a:pt x="3843667" y="1596021"/>
                  </a:lnTo>
                  <a:close/>
                </a:path>
                <a:path extrusionOk="0" h="1816100" w="3844290">
                  <a:moveTo>
                    <a:pt x="3843667" y="1475016"/>
                  </a:moveTo>
                  <a:lnTo>
                    <a:pt x="3674262" y="1475016"/>
                  </a:lnTo>
                  <a:lnTo>
                    <a:pt x="3674262" y="1501609"/>
                  </a:lnTo>
                  <a:lnTo>
                    <a:pt x="3843667" y="1501609"/>
                  </a:lnTo>
                  <a:lnTo>
                    <a:pt x="3843667" y="1475016"/>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6"/>
            <p:cNvSpPr/>
            <p:nvPr/>
          </p:nvSpPr>
          <p:spPr>
            <a:xfrm>
              <a:off x="4668570" y="5071668"/>
              <a:ext cx="688975" cy="254000"/>
            </a:xfrm>
            <a:custGeom>
              <a:rect b="b" l="l" r="r" t="t"/>
              <a:pathLst>
                <a:path extrusionOk="0" h="254000" w="688975">
                  <a:moveTo>
                    <a:pt x="688378" y="0"/>
                  </a:moveTo>
                  <a:lnTo>
                    <a:pt x="0" y="0"/>
                  </a:lnTo>
                  <a:lnTo>
                    <a:pt x="0" y="253784"/>
                  </a:lnTo>
                  <a:lnTo>
                    <a:pt x="688378" y="253784"/>
                  </a:lnTo>
                  <a:lnTo>
                    <a:pt x="688378" y="0"/>
                  </a:lnTo>
                  <a:close/>
                </a:path>
              </a:pathLst>
            </a:custGeom>
            <a:solidFill>
              <a:srgbClr val="ABADB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6"/>
            <p:cNvSpPr/>
            <p:nvPr/>
          </p:nvSpPr>
          <p:spPr>
            <a:xfrm>
              <a:off x="4668570" y="5071668"/>
              <a:ext cx="688975" cy="254000"/>
            </a:xfrm>
            <a:custGeom>
              <a:rect b="b" l="l" r="r" t="t"/>
              <a:pathLst>
                <a:path extrusionOk="0" h="254000" w="688975">
                  <a:moveTo>
                    <a:pt x="688378" y="253784"/>
                  </a:moveTo>
                  <a:lnTo>
                    <a:pt x="0" y="253784"/>
                  </a:lnTo>
                  <a:lnTo>
                    <a:pt x="0" y="0"/>
                  </a:lnTo>
                  <a:lnTo>
                    <a:pt x="688378" y="0"/>
                  </a:lnTo>
                  <a:lnTo>
                    <a:pt x="688378" y="25378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6"/>
            <p:cNvSpPr/>
            <p:nvPr/>
          </p:nvSpPr>
          <p:spPr>
            <a:xfrm>
              <a:off x="4686693" y="5090287"/>
              <a:ext cx="652145" cy="217170"/>
            </a:xfrm>
            <a:custGeom>
              <a:rect b="b" l="l" r="r" t="t"/>
              <a:pathLst>
                <a:path extrusionOk="0" h="217170" w="652145">
                  <a:moveTo>
                    <a:pt x="652145" y="0"/>
                  </a:moveTo>
                  <a:lnTo>
                    <a:pt x="0" y="0"/>
                  </a:lnTo>
                  <a:lnTo>
                    <a:pt x="0" y="216560"/>
                  </a:lnTo>
                  <a:lnTo>
                    <a:pt x="652145" y="216560"/>
                  </a:lnTo>
                  <a:lnTo>
                    <a:pt x="652145" y="0"/>
                  </a:lnTo>
                  <a:close/>
                </a:path>
              </a:pathLst>
            </a:custGeom>
            <a:solidFill>
              <a:srgbClr val="D4EF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6"/>
            <p:cNvSpPr/>
            <p:nvPr/>
          </p:nvSpPr>
          <p:spPr>
            <a:xfrm>
              <a:off x="4686693" y="5090287"/>
              <a:ext cx="652145" cy="217170"/>
            </a:xfrm>
            <a:custGeom>
              <a:rect b="b" l="l" r="r" t="t"/>
              <a:pathLst>
                <a:path extrusionOk="0" h="217170" w="652145">
                  <a:moveTo>
                    <a:pt x="652145" y="216560"/>
                  </a:moveTo>
                  <a:lnTo>
                    <a:pt x="0" y="216560"/>
                  </a:lnTo>
                  <a:lnTo>
                    <a:pt x="0" y="0"/>
                  </a:lnTo>
                  <a:lnTo>
                    <a:pt x="652145" y="0"/>
                  </a:lnTo>
                  <a:lnTo>
                    <a:pt x="652145" y="21656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6"/>
            <p:cNvSpPr/>
            <p:nvPr/>
          </p:nvSpPr>
          <p:spPr>
            <a:xfrm>
              <a:off x="6426381" y="5329118"/>
              <a:ext cx="0" cy="1517650"/>
            </a:xfrm>
            <a:custGeom>
              <a:rect b="b" l="l" r="r" t="t"/>
              <a:pathLst>
                <a:path extrusionOk="0" h="1517650" w="120000">
                  <a:moveTo>
                    <a:pt x="0" y="1322793"/>
                  </a:moveTo>
                  <a:lnTo>
                    <a:pt x="0" y="1517065"/>
                  </a:lnTo>
                </a:path>
                <a:path extrusionOk="0" h="1517650" w="120000">
                  <a:moveTo>
                    <a:pt x="0" y="0"/>
                  </a:moveTo>
                  <a:lnTo>
                    <a:pt x="0" y="1175359"/>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6"/>
            <p:cNvSpPr/>
            <p:nvPr/>
          </p:nvSpPr>
          <p:spPr>
            <a:xfrm>
              <a:off x="5486771" y="5327898"/>
              <a:ext cx="939800" cy="2540"/>
            </a:xfrm>
            <a:custGeom>
              <a:rect b="b" l="l" r="r" t="t"/>
              <a:pathLst>
                <a:path extrusionOk="0" h="2539" w="939800">
                  <a:moveTo>
                    <a:pt x="0" y="2444"/>
                  </a:moveTo>
                  <a:lnTo>
                    <a:pt x="886430" y="2444"/>
                  </a:lnTo>
                </a:path>
                <a:path extrusionOk="0" h="2539" w="939800">
                  <a:moveTo>
                    <a:pt x="0" y="0"/>
                  </a:moveTo>
                  <a:lnTo>
                    <a:pt x="93960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6"/>
            <p:cNvSpPr/>
            <p:nvPr/>
          </p:nvSpPr>
          <p:spPr>
            <a:xfrm>
              <a:off x="3332712" y="6844964"/>
              <a:ext cx="3041015" cy="0"/>
            </a:xfrm>
            <a:custGeom>
              <a:rect b="b" l="l" r="r" t="t"/>
              <a:pathLst>
                <a:path extrusionOk="0" h="120000" w="3041015">
                  <a:moveTo>
                    <a:pt x="0" y="0"/>
                  </a:moveTo>
                  <a:lnTo>
                    <a:pt x="239302" y="0"/>
                  </a:lnTo>
                </a:path>
                <a:path extrusionOk="0" h="120000" w="3041015">
                  <a:moveTo>
                    <a:pt x="292477" y="0"/>
                  </a:moveTo>
                  <a:lnTo>
                    <a:pt x="1194507" y="0"/>
                  </a:lnTo>
                </a:path>
                <a:path extrusionOk="0" h="120000" w="3041015">
                  <a:moveTo>
                    <a:pt x="1247682" y="0"/>
                  </a:moveTo>
                  <a:lnTo>
                    <a:pt x="304049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6"/>
            <p:cNvSpPr/>
            <p:nvPr/>
          </p:nvSpPr>
          <p:spPr>
            <a:xfrm>
              <a:off x="3332712" y="6847408"/>
              <a:ext cx="3093720" cy="0"/>
            </a:xfrm>
            <a:custGeom>
              <a:rect b="b" l="l" r="r" t="t"/>
              <a:pathLst>
                <a:path extrusionOk="0" h="120000" w="3093720">
                  <a:moveTo>
                    <a:pt x="0" y="0"/>
                  </a:moveTo>
                  <a:lnTo>
                    <a:pt x="309366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6"/>
            <p:cNvSpPr/>
            <p:nvPr/>
          </p:nvSpPr>
          <p:spPr>
            <a:xfrm>
              <a:off x="2840570" y="4961420"/>
              <a:ext cx="3585845" cy="1885314"/>
            </a:xfrm>
            <a:custGeom>
              <a:rect b="b" l="l" r="r" t="t"/>
              <a:pathLst>
                <a:path extrusionOk="0" h="1885315" w="3585845">
                  <a:moveTo>
                    <a:pt x="53187" y="1831594"/>
                  </a:moveTo>
                  <a:lnTo>
                    <a:pt x="0" y="1831594"/>
                  </a:lnTo>
                  <a:lnTo>
                    <a:pt x="0" y="1884768"/>
                  </a:lnTo>
                  <a:lnTo>
                    <a:pt x="53187" y="1884768"/>
                  </a:lnTo>
                  <a:lnTo>
                    <a:pt x="53187" y="1831594"/>
                  </a:lnTo>
                  <a:close/>
                </a:path>
                <a:path extrusionOk="0" h="1885315" w="3585845">
                  <a:moveTo>
                    <a:pt x="53187" y="367703"/>
                  </a:moveTo>
                  <a:lnTo>
                    <a:pt x="0" y="367703"/>
                  </a:lnTo>
                  <a:lnTo>
                    <a:pt x="0" y="420878"/>
                  </a:lnTo>
                  <a:lnTo>
                    <a:pt x="53187" y="420878"/>
                  </a:lnTo>
                  <a:lnTo>
                    <a:pt x="53187" y="367703"/>
                  </a:lnTo>
                  <a:close/>
                </a:path>
                <a:path extrusionOk="0" h="1885315" w="3585845">
                  <a:moveTo>
                    <a:pt x="53187" y="0"/>
                  </a:moveTo>
                  <a:lnTo>
                    <a:pt x="0" y="0"/>
                  </a:lnTo>
                  <a:lnTo>
                    <a:pt x="0" y="53174"/>
                  </a:lnTo>
                  <a:lnTo>
                    <a:pt x="53187" y="53174"/>
                  </a:lnTo>
                  <a:lnTo>
                    <a:pt x="53187" y="0"/>
                  </a:lnTo>
                  <a:close/>
                </a:path>
                <a:path extrusionOk="0" h="1885315" w="3585845">
                  <a:moveTo>
                    <a:pt x="784618" y="1831594"/>
                  </a:moveTo>
                  <a:lnTo>
                    <a:pt x="731431" y="1831594"/>
                  </a:lnTo>
                  <a:lnTo>
                    <a:pt x="731431" y="1884768"/>
                  </a:lnTo>
                  <a:lnTo>
                    <a:pt x="784618" y="1884768"/>
                  </a:lnTo>
                  <a:lnTo>
                    <a:pt x="784618" y="1831594"/>
                  </a:lnTo>
                  <a:close/>
                </a:path>
                <a:path extrusionOk="0" h="1885315" w="3585845">
                  <a:moveTo>
                    <a:pt x="784618" y="367703"/>
                  </a:moveTo>
                  <a:lnTo>
                    <a:pt x="731431" y="367703"/>
                  </a:lnTo>
                  <a:lnTo>
                    <a:pt x="731431" y="420878"/>
                  </a:lnTo>
                  <a:lnTo>
                    <a:pt x="784618" y="420878"/>
                  </a:lnTo>
                  <a:lnTo>
                    <a:pt x="784618" y="367703"/>
                  </a:lnTo>
                  <a:close/>
                </a:path>
                <a:path extrusionOk="0" h="1885315" w="3585845">
                  <a:moveTo>
                    <a:pt x="784618" y="0"/>
                  </a:moveTo>
                  <a:lnTo>
                    <a:pt x="731431" y="0"/>
                  </a:lnTo>
                  <a:lnTo>
                    <a:pt x="731431" y="53174"/>
                  </a:lnTo>
                  <a:lnTo>
                    <a:pt x="784618" y="53174"/>
                  </a:lnTo>
                  <a:lnTo>
                    <a:pt x="784618" y="0"/>
                  </a:lnTo>
                  <a:close/>
                </a:path>
                <a:path extrusionOk="0" h="1885315" w="3585845">
                  <a:moveTo>
                    <a:pt x="1739823" y="1831594"/>
                  </a:moveTo>
                  <a:lnTo>
                    <a:pt x="1686648" y="1831594"/>
                  </a:lnTo>
                  <a:lnTo>
                    <a:pt x="1686648" y="1884768"/>
                  </a:lnTo>
                  <a:lnTo>
                    <a:pt x="1739823" y="1884768"/>
                  </a:lnTo>
                  <a:lnTo>
                    <a:pt x="1739823" y="1831594"/>
                  </a:lnTo>
                  <a:close/>
                </a:path>
                <a:path extrusionOk="0" h="1885315" w="3585845">
                  <a:moveTo>
                    <a:pt x="1739823" y="367703"/>
                  </a:moveTo>
                  <a:lnTo>
                    <a:pt x="1686648" y="367703"/>
                  </a:lnTo>
                  <a:lnTo>
                    <a:pt x="1686648" y="420878"/>
                  </a:lnTo>
                  <a:lnTo>
                    <a:pt x="1739823" y="420878"/>
                  </a:lnTo>
                  <a:lnTo>
                    <a:pt x="1739823" y="367703"/>
                  </a:lnTo>
                  <a:close/>
                </a:path>
                <a:path extrusionOk="0" h="1885315" w="3585845">
                  <a:moveTo>
                    <a:pt x="1739823" y="0"/>
                  </a:moveTo>
                  <a:lnTo>
                    <a:pt x="1686648" y="0"/>
                  </a:lnTo>
                  <a:lnTo>
                    <a:pt x="1686648" y="53174"/>
                  </a:lnTo>
                  <a:lnTo>
                    <a:pt x="1739823" y="53174"/>
                  </a:lnTo>
                  <a:lnTo>
                    <a:pt x="1739823" y="0"/>
                  </a:lnTo>
                  <a:close/>
                </a:path>
                <a:path extrusionOk="0" h="1885315" w="3585845">
                  <a:moveTo>
                    <a:pt x="2695029" y="1831594"/>
                  </a:moveTo>
                  <a:lnTo>
                    <a:pt x="2641854" y="1831594"/>
                  </a:lnTo>
                  <a:lnTo>
                    <a:pt x="2641854" y="1884768"/>
                  </a:lnTo>
                  <a:lnTo>
                    <a:pt x="2695029" y="1884768"/>
                  </a:lnTo>
                  <a:lnTo>
                    <a:pt x="2695029" y="1831594"/>
                  </a:lnTo>
                  <a:close/>
                </a:path>
                <a:path extrusionOk="0" h="1885315" w="3585845">
                  <a:moveTo>
                    <a:pt x="2695029" y="367703"/>
                  </a:moveTo>
                  <a:lnTo>
                    <a:pt x="2641854" y="367703"/>
                  </a:lnTo>
                  <a:lnTo>
                    <a:pt x="2641854" y="420878"/>
                  </a:lnTo>
                  <a:lnTo>
                    <a:pt x="2695029" y="420878"/>
                  </a:lnTo>
                  <a:lnTo>
                    <a:pt x="2695029" y="367703"/>
                  </a:lnTo>
                  <a:close/>
                </a:path>
                <a:path extrusionOk="0" h="1885315" w="3585845">
                  <a:moveTo>
                    <a:pt x="3585807" y="1831594"/>
                  </a:moveTo>
                  <a:lnTo>
                    <a:pt x="3532632" y="1831594"/>
                  </a:lnTo>
                  <a:lnTo>
                    <a:pt x="3532632" y="1884768"/>
                  </a:lnTo>
                  <a:lnTo>
                    <a:pt x="3585807" y="1884768"/>
                  </a:lnTo>
                  <a:lnTo>
                    <a:pt x="3585807" y="1831594"/>
                  </a:lnTo>
                  <a:close/>
                </a:path>
                <a:path extrusionOk="0" h="1885315" w="3585845">
                  <a:moveTo>
                    <a:pt x="3585807" y="367703"/>
                  </a:moveTo>
                  <a:lnTo>
                    <a:pt x="3532632" y="367703"/>
                  </a:lnTo>
                  <a:lnTo>
                    <a:pt x="3532632" y="420878"/>
                  </a:lnTo>
                  <a:lnTo>
                    <a:pt x="3585807" y="420878"/>
                  </a:lnTo>
                  <a:lnTo>
                    <a:pt x="3585807" y="367703"/>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2" name="Google Shape;872;p6"/>
          <p:cNvSpPr txBox="1"/>
          <p:nvPr/>
        </p:nvSpPr>
        <p:spPr>
          <a:xfrm>
            <a:off x="4498730" y="6093419"/>
            <a:ext cx="328930" cy="1066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URC-1000</a:t>
            </a:r>
            <a:endParaRPr b="0" i="0" sz="500" u="none" cap="none" strike="noStrike">
              <a:solidFill>
                <a:srgbClr val="000000"/>
              </a:solidFill>
              <a:latin typeface="Arial"/>
              <a:ea typeface="Arial"/>
              <a:cs typeface="Arial"/>
              <a:sym typeface="Arial"/>
            </a:endParaRPr>
          </a:p>
        </p:txBody>
      </p:sp>
      <p:grpSp>
        <p:nvGrpSpPr>
          <p:cNvPr id="873" name="Google Shape;873;p6"/>
          <p:cNvGrpSpPr/>
          <p:nvPr/>
        </p:nvGrpSpPr>
        <p:grpSpPr>
          <a:xfrm>
            <a:off x="2364879" y="5681127"/>
            <a:ext cx="7479280" cy="1315009"/>
            <a:chOff x="2364879" y="5681127"/>
            <a:chExt cx="7479280" cy="1315009"/>
          </a:xfrm>
        </p:grpSpPr>
        <p:sp>
          <p:nvSpPr>
            <p:cNvPr id="874" name="Google Shape;874;p6"/>
            <p:cNvSpPr/>
            <p:nvPr/>
          </p:nvSpPr>
          <p:spPr>
            <a:xfrm>
              <a:off x="2364879" y="6775157"/>
              <a:ext cx="2861945" cy="220979"/>
            </a:xfrm>
            <a:custGeom>
              <a:rect b="b" l="l" r="r" t="t"/>
              <a:pathLst>
                <a:path extrusionOk="0" h="220979" w="2861945">
                  <a:moveTo>
                    <a:pt x="33489" y="197866"/>
                  </a:moveTo>
                  <a:lnTo>
                    <a:pt x="11950" y="197866"/>
                  </a:lnTo>
                  <a:lnTo>
                    <a:pt x="11950" y="177939"/>
                  </a:lnTo>
                  <a:lnTo>
                    <a:pt x="31127" y="177939"/>
                  </a:lnTo>
                  <a:lnTo>
                    <a:pt x="31127" y="173278"/>
                  </a:lnTo>
                  <a:lnTo>
                    <a:pt x="11950" y="173278"/>
                  </a:lnTo>
                  <a:lnTo>
                    <a:pt x="11950" y="155854"/>
                  </a:lnTo>
                  <a:lnTo>
                    <a:pt x="32346" y="155854"/>
                  </a:lnTo>
                  <a:lnTo>
                    <a:pt x="32346" y="151130"/>
                  </a:lnTo>
                  <a:lnTo>
                    <a:pt x="6337" y="151130"/>
                  </a:lnTo>
                  <a:lnTo>
                    <a:pt x="6337" y="202590"/>
                  </a:lnTo>
                  <a:lnTo>
                    <a:pt x="33489" y="202590"/>
                  </a:lnTo>
                  <a:lnTo>
                    <a:pt x="33489" y="197866"/>
                  </a:lnTo>
                  <a:close/>
                </a:path>
                <a:path extrusionOk="0" h="220979" w="2861945">
                  <a:moveTo>
                    <a:pt x="78054" y="151130"/>
                  </a:moveTo>
                  <a:lnTo>
                    <a:pt x="72720" y="151130"/>
                  </a:lnTo>
                  <a:lnTo>
                    <a:pt x="72720" y="181660"/>
                  </a:lnTo>
                  <a:lnTo>
                    <a:pt x="72847" y="187807"/>
                  </a:lnTo>
                  <a:lnTo>
                    <a:pt x="73393" y="194957"/>
                  </a:lnTo>
                  <a:lnTo>
                    <a:pt x="73253" y="195033"/>
                  </a:lnTo>
                  <a:lnTo>
                    <a:pt x="70891" y="189687"/>
                  </a:lnTo>
                  <a:lnTo>
                    <a:pt x="67919" y="184353"/>
                  </a:lnTo>
                  <a:lnTo>
                    <a:pt x="64274" y="178219"/>
                  </a:lnTo>
                  <a:lnTo>
                    <a:pt x="47663" y="151130"/>
                  </a:lnTo>
                  <a:lnTo>
                    <a:pt x="41795" y="151130"/>
                  </a:lnTo>
                  <a:lnTo>
                    <a:pt x="41795" y="202590"/>
                  </a:lnTo>
                  <a:lnTo>
                    <a:pt x="47053" y="202590"/>
                  </a:lnTo>
                  <a:lnTo>
                    <a:pt x="46990" y="164973"/>
                  </a:lnTo>
                  <a:lnTo>
                    <a:pt x="46520" y="158432"/>
                  </a:lnTo>
                  <a:lnTo>
                    <a:pt x="46786" y="158356"/>
                  </a:lnTo>
                  <a:lnTo>
                    <a:pt x="49288" y="164033"/>
                  </a:lnTo>
                  <a:lnTo>
                    <a:pt x="52590" y="169773"/>
                  </a:lnTo>
                  <a:lnTo>
                    <a:pt x="72453" y="202590"/>
                  </a:lnTo>
                  <a:lnTo>
                    <a:pt x="78054" y="202590"/>
                  </a:lnTo>
                  <a:lnTo>
                    <a:pt x="78054" y="151130"/>
                  </a:lnTo>
                  <a:close/>
                </a:path>
                <a:path extrusionOk="0" h="220979" w="2861945">
                  <a:moveTo>
                    <a:pt x="119659" y="151206"/>
                  </a:moveTo>
                  <a:lnTo>
                    <a:pt x="83731" y="151206"/>
                  </a:lnTo>
                  <a:lnTo>
                    <a:pt x="83731" y="155930"/>
                  </a:lnTo>
                  <a:lnTo>
                    <a:pt x="98856" y="155930"/>
                  </a:lnTo>
                  <a:lnTo>
                    <a:pt x="98856" y="202590"/>
                  </a:lnTo>
                  <a:lnTo>
                    <a:pt x="104470" y="202590"/>
                  </a:lnTo>
                  <a:lnTo>
                    <a:pt x="104470" y="155930"/>
                  </a:lnTo>
                  <a:lnTo>
                    <a:pt x="119659" y="155930"/>
                  </a:lnTo>
                  <a:lnTo>
                    <a:pt x="119659" y="151206"/>
                  </a:lnTo>
                  <a:close/>
                </a:path>
                <a:path extrusionOk="0" h="220979" w="2861945">
                  <a:moveTo>
                    <a:pt x="120116" y="104025"/>
                  </a:moveTo>
                  <a:lnTo>
                    <a:pt x="60058" y="0"/>
                  </a:lnTo>
                  <a:lnTo>
                    <a:pt x="0" y="104025"/>
                  </a:lnTo>
                  <a:lnTo>
                    <a:pt x="120116" y="104025"/>
                  </a:lnTo>
                  <a:close/>
                </a:path>
                <a:path extrusionOk="0" h="220979" w="2861945">
                  <a:moveTo>
                    <a:pt x="2774988" y="215722"/>
                  </a:moveTo>
                  <a:lnTo>
                    <a:pt x="2753449" y="215722"/>
                  </a:lnTo>
                  <a:lnTo>
                    <a:pt x="2753449" y="195795"/>
                  </a:lnTo>
                  <a:lnTo>
                    <a:pt x="2772626" y="195795"/>
                  </a:lnTo>
                  <a:lnTo>
                    <a:pt x="2772626" y="191135"/>
                  </a:lnTo>
                  <a:lnTo>
                    <a:pt x="2753449" y="191135"/>
                  </a:lnTo>
                  <a:lnTo>
                    <a:pt x="2753449" y="173710"/>
                  </a:lnTo>
                  <a:lnTo>
                    <a:pt x="2773845" y="173710"/>
                  </a:lnTo>
                  <a:lnTo>
                    <a:pt x="2773845" y="168986"/>
                  </a:lnTo>
                  <a:lnTo>
                    <a:pt x="2747835" y="168986"/>
                  </a:lnTo>
                  <a:lnTo>
                    <a:pt x="2747835" y="220446"/>
                  </a:lnTo>
                  <a:lnTo>
                    <a:pt x="2774988" y="220446"/>
                  </a:lnTo>
                  <a:lnTo>
                    <a:pt x="2774988" y="215722"/>
                  </a:lnTo>
                  <a:close/>
                </a:path>
                <a:path extrusionOk="0" h="220979" w="2861945">
                  <a:moveTo>
                    <a:pt x="2819552" y="168986"/>
                  </a:moveTo>
                  <a:lnTo>
                    <a:pt x="2814218" y="168986"/>
                  </a:lnTo>
                  <a:lnTo>
                    <a:pt x="2814218" y="199517"/>
                  </a:lnTo>
                  <a:lnTo>
                    <a:pt x="2814345" y="205663"/>
                  </a:lnTo>
                  <a:lnTo>
                    <a:pt x="2814891" y="212813"/>
                  </a:lnTo>
                  <a:lnTo>
                    <a:pt x="2814751" y="212877"/>
                  </a:lnTo>
                  <a:lnTo>
                    <a:pt x="2812389" y="207543"/>
                  </a:lnTo>
                  <a:lnTo>
                    <a:pt x="2809417" y="202209"/>
                  </a:lnTo>
                  <a:lnTo>
                    <a:pt x="2805773" y="196075"/>
                  </a:lnTo>
                  <a:lnTo>
                    <a:pt x="2789161" y="168986"/>
                  </a:lnTo>
                  <a:lnTo>
                    <a:pt x="2783294" y="168986"/>
                  </a:lnTo>
                  <a:lnTo>
                    <a:pt x="2783294" y="220446"/>
                  </a:lnTo>
                  <a:lnTo>
                    <a:pt x="2788551" y="220446"/>
                  </a:lnTo>
                  <a:lnTo>
                    <a:pt x="2788488" y="182829"/>
                  </a:lnTo>
                  <a:lnTo>
                    <a:pt x="2788018" y="176288"/>
                  </a:lnTo>
                  <a:lnTo>
                    <a:pt x="2788285" y="176212"/>
                  </a:lnTo>
                  <a:lnTo>
                    <a:pt x="2790787" y="181889"/>
                  </a:lnTo>
                  <a:lnTo>
                    <a:pt x="2794089" y="187629"/>
                  </a:lnTo>
                  <a:lnTo>
                    <a:pt x="2813951" y="220446"/>
                  </a:lnTo>
                  <a:lnTo>
                    <a:pt x="2819552" y="220446"/>
                  </a:lnTo>
                  <a:lnTo>
                    <a:pt x="2819552" y="168986"/>
                  </a:lnTo>
                  <a:close/>
                </a:path>
                <a:path extrusionOk="0" h="220979" w="2861945">
                  <a:moveTo>
                    <a:pt x="2861157" y="169062"/>
                  </a:moveTo>
                  <a:lnTo>
                    <a:pt x="2825229" y="169062"/>
                  </a:lnTo>
                  <a:lnTo>
                    <a:pt x="2825229" y="173786"/>
                  </a:lnTo>
                  <a:lnTo>
                    <a:pt x="2840355" y="173786"/>
                  </a:lnTo>
                  <a:lnTo>
                    <a:pt x="2840355" y="220446"/>
                  </a:lnTo>
                  <a:lnTo>
                    <a:pt x="2845968" y="220446"/>
                  </a:lnTo>
                  <a:lnTo>
                    <a:pt x="2845968" y="173786"/>
                  </a:lnTo>
                  <a:lnTo>
                    <a:pt x="2861157" y="173786"/>
                  </a:lnTo>
                  <a:lnTo>
                    <a:pt x="2861157" y="169062"/>
                  </a:lnTo>
                  <a:close/>
                </a:path>
                <a:path extrusionOk="0" h="220979" w="2861945">
                  <a:moveTo>
                    <a:pt x="2861614" y="121881"/>
                  </a:moveTo>
                  <a:lnTo>
                    <a:pt x="2801556" y="17856"/>
                  </a:lnTo>
                  <a:lnTo>
                    <a:pt x="2741498" y="121881"/>
                  </a:lnTo>
                  <a:lnTo>
                    <a:pt x="2861614" y="12188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6"/>
            <p:cNvSpPr/>
            <p:nvPr/>
          </p:nvSpPr>
          <p:spPr>
            <a:xfrm>
              <a:off x="8148025" y="5681127"/>
              <a:ext cx="924560" cy="0"/>
            </a:xfrm>
            <a:custGeom>
              <a:rect b="b" l="l" r="r" t="t"/>
              <a:pathLst>
                <a:path extrusionOk="0" h="120000" w="924559">
                  <a:moveTo>
                    <a:pt x="0" y="0"/>
                  </a:moveTo>
                  <a:lnTo>
                    <a:pt x="923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6"/>
            <p:cNvSpPr/>
            <p:nvPr/>
          </p:nvSpPr>
          <p:spPr>
            <a:xfrm>
              <a:off x="9071999" y="5681127"/>
              <a:ext cx="772160" cy="0"/>
            </a:xfrm>
            <a:custGeom>
              <a:rect b="b" l="l" r="r" t="t"/>
              <a:pathLst>
                <a:path extrusionOk="0" h="120000" w="772159">
                  <a:moveTo>
                    <a:pt x="0" y="0"/>
                  </a:moveTo>
                  <a:lnTo>
                    <a:pt x="77186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6"/>
            <p:cNvSpPr/>
            <p:nvPr/>
          </p:nvSpPr>
          <p:spPr>
            <a:xfrm>
              <a:off x="8148025" y="5865327"/>
              <a:ext cx="924560" cy="0"/>
            </a:xfrm>
            <a:custGeom>
              <a:rect b="b" l="l" r="r" t="t"/>
              <a:pathLst>
                <a:path extrusionOk="0" h="120000" w="924559">
                  <a:moveTo>
                    <a:pt x="0" y="0"/>
                  </a:moveTo>
                  <a:lnTo>
                    <a:pt x="923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6"/>
            <p:cNvSpPr/>
            <p:nvPr/>
          </p:nvSpPr>
          <p:spPr>
            <a:xfrm>
              <a:off x="9071999" y="5865327"/>
              <a:ext cx="772160" cy="0"/>
            </a:xfrm>
            <a:custGeom>
              <a:rect b="b" l="l" r="r" t="t"/>
              <a:pathLst>
                <a:path extrusionOk="0" h="120000" w="772159">
                  <a:moveTo>
                    <a:pt x="0" y="0"/>
                  </a:moveTo>
                  <a:lnTo>
                    <a:pt x="77186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6"/>
            <p:cNvSpPr/>
            <p:nvPr/>
          </p:nvSpPr>
          <p:spPr>
            <a:xfrm>
              <a:off x="8148025" y="6049526"/>
              <a:ext cx="924560" cy="0"/>
            </a:xfrm>
            <a:custGeom>
              <a:rect b="b" l="l" r="r" t="t"/>
              <a:pathLst>
                <a:path extrusionOk="0" h="120000" w="924559">
                  <a:moveTo>
                    <a:pt x="0" y="0"/>
                  </a:moveTo>
                  <a:lnTo>
                    <a:pt x="923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6"/>
            <p:cNvSpPr/>
            <p:nvPr/>
          </p:nvSpPr>
          <p:spPr>
            <a:xfrm>
              <a:off x="9071999" y="6049526"/>
              <a:ext cx="772160" cy="0"/>
            </a:xfrm>
            <a:custGeom>
              <a:rect b="b" l="l" r="r" t="t"/>
              <a:pathLst>
                <a:path extrusionOk="0" h="120000" w="772159">
                  <a:moveTo>
                    <a:pt x="0" y="0"/>
                  </a:moveTo>
                  <a:lnTo>
                    <a:pt x="77186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6"/>
            <p:cNvSpPr/>
            <p:nvPr/>
          </p:nvSpPr>
          <p:spPr>
            <a:xfrm>
              <a:off x="8148025" y="6381927"/>
              <a:ext cx="924560" cy="0"/>
            </a:xfrm>
            <a:custGeom>
              <a:rect b="b" l="l" r="r" t="t"/>
              <a:pathLst>
                <a:path extrusionOk="0" h="120000" w="924559">
                  <a:moveTo>
                    <a:pt x="0" y="0"/>
                  </a:moveTo>
                  <a:lnTo>
                    <a:pt x="923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6"/>
            <p:cNvSpPr/>
            <p:nvPr/>
          </p:nvSpPr>
          <p:spPr>
            <a:xfrm>
              <a:off x="9071999" y="6381927"/>
              <a:ext cx="772160" cy="0"/>
            </a:xfrm>
            <a:custGeom>
              <a:rect b="b" l="l" r="r" t="t"/>
              <a:pathLst>
                <a:path extrusionOk="0" h="120000" w="772159">
                  <a:moveTo>
                    <a:pt x="0" y="0"/>
                  </a:moveTo>
                  <a:lnTo>
                    <a:pt x="77186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6"/>
            <p:cNvSpPr/>
            <p:nvPr/>
          </p:nvSpPr>
          <p:spPr>
            <a:xfrm>
              <a:off x="8148025" y="6566127"/>
              <a:ext cx="924560" cy="0"/>
            </a:xfrm>
            <a:custGeom>
              <a:rect b="b" l="l" r="r" t="t"/>
              <a:pathLst>
                <a:path extrusionOk="0" h="120000" w="924559">
                  <a:moveTo>
                    <a:pt x="0" y="0"/>
                  </a:moveTo>
                  <a:lnTo>
                    <a:pt x="923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6"/>
            <p:cNvSpPr/>
            <p:nvPr/>
          </p:nvSpPr>
          <p:spPr>
            <a:xfrm>
              <a:off x="9071999" y="6566127"/>
              <a:ext cx="772160" cy="0"/>
            </a:xfrm>
            <a:custGeom>
              <a:rect b="b" l="l" r="r" t="t"/>
              <a:pathLst>
                <a:path extrusionOk="0" h="120000" w="772159">
                  <a:moveTo>
                    <a:pt x="0" y="0"/>
                  </a:moveTo>
                  <a:lnTo>
                    <a:pt x="77186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6"/>
            <p:cNvSpPr/>
            <p:nvPr/>
          </p:nvSpPr>
          <p:spPr>
            <a:xfrm>
              <a:off x="8148025" y="6750326"/>
              <a:ext cx="924560" cy="0"/>
            </a:xfrm>
            <a:custGeom>
              <a:rect b="b" l="l" r="r" t="t"/>
              <a:pathLst>
                <a:path extrusionOk="0" h="120000" w="924559">
                  <a:moveTo>
                    <a:pt x="0" y="0"/>
                  </a:moveTo>
                  <a:lnTo>
                    <a:pt x="923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6"/>
            <p:cNvSpPr/>
            <p:nvPr/>
          </p:nvSpPr>
          <p:spPr>
            <a:xfrm>
              <a:off x="9071999" y="6750326"/>
              <a:ext cx="772160" cy="0"/>
            </a:xfrm>
            <a:custGeom>
              <a:rect b="b" l="l" r="r" t="t"/>
              <a:pathLst>
                <a:path extrusionOk="0" h="120000" w="772159">
                  <a:moveTo>
                    <a:pt x="0" y="0"/>
                  </a:moveTo>
                  <a:lnTo>
                    <a:pt x="77186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6"/>
            <p:cNvSpPr/>
            <p:nvPr/>
          </p:nvSpPr>
          <p:spPr>
            <a:xfrm>
              <a:off x="8148025" y="6934527"/>
              <a:ext cx="924560" cy="0"/>
            </a:xfrm>
            <a:custGeom>
              <a:rect b="b" l="l" r="r" t="t"/>
              <a:pathLst>
                <a:path extrusionOk="0" h="120000" w="924559">
                  <a:moveTo>
                    <a:pt x="0" y="0"/>
                  </a:moveTo>
                  <a:lnTo>
                    <a:pt x="923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6"/>
            <p:cNvSpPr/>
            <p:nvPr/>
          </p:nvSpPr>
          <p:spPr>
            <a:xfrm>
              <a:off x="9071999" y="6934527"/>
              <a:ext cx="772160" cy="0"/>
            </a:xfrm>
            <a:custGeom>
              <a:rect b="b" l="l" r="r" t="t"/>
              <a:pathLst>
                <a:path extrusionOk="0" h="120000" w="772159">
                  <a:moveTo>
                    <a:pt x="0" y="0"/>
                  </a:moveTo>
                  <a:lnTo>
                    <a:pt x="77186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9" name="Google Shape;889;p6"/>
          <p:cNvSpPr txBox="1"/>
          <p:nvPr/>
        </p:nvSpPr>
        <p:spPr>
          <a:xfrm>
            <a:off x="8207325" y="5731283"/>
            <a:ext cx="53086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Building area S</a:t>
            </a:r>
            <a:endParaRPr b="0" i="0" sz="600" u="none" cap="none" strike="noStrike">
              <a:solidFill>
                <a:srgbClr val="000000"/>
              </a:solidFill>
              <a:latin typeface="Arial"/>
              <a:ea typeface="Arial"/>
              <a:cs typeface="Arial"/>
              <a:sym typeface="Arial"/>
            </a:endParaRPr>
          </a:p>
        </p:txBody>
      </p:sp>
      <p:sp>
        <p:nvSpPr>
          <p:cNvPr id="890" name="Google Shape;890;p6"/>
          <p:cNvSpPr txBox="1"/>
          <p:nvPr/>
        </p:nvSpPr>
        <p:spPr>
          <a:xfrm>
            <a:off x="9283421" y="5731283"/>
            <a:ext cx="29718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2,415 m</a:t>
            </a:r>
            <a:endParaRPr b="0" i="0" sz="600" u="none" cap="none" strike="noStrike">
              <a:solidFill>
                <a:srgbClr val="000000"/>
              </a:solidFill>
              <a:latin typeface="Arial"/>
              <a:ea typeface="Arial"/>
              <a:cs typeface="Arial"/>
              <a:sym typeface="Arial"/>
            </a:endParaRPr>
          </a:p>
        </p:txBody>
      </p:sp>
      <p:sp>
        <p:nvSpPr>
          <p:cNvPr id="891" name="Google Shape;891;p6"/>
          <p:cNvSpPr txBox="1"/>
          <p:nvPr/>
        </p:nvSpPr>
        <p:spPr>
          <a:xfrm>
            <a:off x="9554687" y="5725609"/>
            <a:ext cx="501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231F20"/>
                </a:solidFill>
                <a:latin typeface="Arial"/>
                <a:ea typeface="Arial"/>
                <a:cs typeface="Arial"/>
                <a:sym typeface="Arial"/>
              </a:rPr>
              <a:t>2</a:t>
            </a:r>
            <a:endParaRPr b="0" i="0" sz="350" u="none" cap="none" strike="noStrike">
              <a:solidFill>
                <a:srgbClr val="000000"/>
              </a:solidFill>
              <a:latin typeface="Arial"/>
              <a:ea typeface="Arial"/>
              <a:cs typeface="Arial"/>
              <a:sym typeface="Arial"/>
            </a:endParaRPr>
          </a:p>
        </p:txBody>
      </p:sp>
      <p:sp>
        <p:nvSpPr>
          <p:cNvPr id="892" name="Google Shape;892;p6"/>
          <p:cNvSpPr txBox="1"/>
          <p:nvPr/>
        </p:nvSpPr>
        <p:spPr>
          <a:xfrm>
            <a:off x="8278343" y="5915483"/>
            <a:ext cx="4318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 ditto - RS</a:t>
            </a:r>
            <a:endParaRPr b="0" i="0" sz="600" u="none" cap="none" strike="noStrike">
              <a:solidFill>
                <a:srgbClr val="000000"/>
              </a:solidFill>
              <a:latin typeface="Arial"/>
              <a:ea typeface="Arial"/>
              <a:cs typeface="Arial"/>
              <a:sym typeface="Arial"/>
            </a:endParaRPr>
          </a:p>
        </p:txBody>
      </p:sp>
      <p:sp>
        <p:nvSpPr>
          <p:cNvPr id="893" name="Google Shape;893;p6"/>
          <p:cNvSpPr txBox="1"/>
          <p:nvPr/>
        </p:nvSpPr>
        <p:spPr>
          <a:xfrm>
            <a:off x="9316772" y="5915483"/>
            <a:ext cx="31369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710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894" name="Google Shape;894;p6"/>
          <p:cNvSpPr txBox="1"/>
          <p:nvPr/>
        </p:nvSpPr>
        <p:spPr>
          <a:xfrm>
            <a:off x="8207312" y="6099684"/>
            <a:ext cx="720090"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Main building structure</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Firewall structure</a:t>
            </a:r>
            <a:endParaRPr b="0" i="0" sz="600" u="none" cap="none" strike="noStrike">
              <a:solidFill>
                <a:srgbClr val="000000"/>
              </a:solidFill>
              <a:latin typeface="Arial"/>
              <a:ea typeface="Arial"/>
              <a:cs typeface="Arial"/>
              <a:sym typeface="Arial"/>
            </a:endParaRPr>
          </a:p>
        </p:txBody>
      </p:sp>
      <p:sp>
        <p:nvSpPr>
          <p:cNvPr id="895" name="Google Shape;895;p6"/>
          <p:cNvSpPr txBox="1"/>
          <p:nvPr/>
        </p:nvSpPr>
        <p:spPr>
          <a:xfrm>
            <a:off x="9203322" y="6099684"/>
            <a:ext cx="470534"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HR-construct</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R-construct</a:t>
            </a:r>
            <a:endParaRPr b="0" i="0" sz="600" u="none" cap="none" strike="noStrike">
              <a:solidFill>
                <a:srgbClr val="000000"/>
              </a:solidFill>
              <a:latin typeface="Arial"/>
              <a:ea typeface="Arial"/>
              <a:cs typeface="Arial"/>
              <a:sym typeface="Arial"/>
            </a:endParaRPr>
          </a:p>
        </p:txBody>
      </p:sp>
      <p:sp>
        <p:nvSpPr>
          <p:cNvPr id="896" name="Google Shape;896;p6"/>
          <p:cNvSpPr txBox="1"/>
          <p:nvPr/>
        </p:nvSpPr>
        <p:spPr>
          <a:xfrm>
            <a:off x="8207312" y="6432068"/>
            <a:ext cx="5035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Ceiling height</a:t>
            </a:r>
            <a:endParaRPr b="0" i="0" sz="600" u="none" cap="none" strike="noStrike">
              <a:solidFill>
                <a:srgbClr val="000000"/>
              </a:solidFill>
              <a:latin typeface="Arial"/>
              <a:ea typeface="Arial"/>
              <a:cs typeface="Arial"/>
              <a:sym typeface="Arial"/>
            </a:endParaRPr>
          </a:p>
        </p:txBody>
      </p:sp>
      <p:sp>
        <p:nvSpPr>
          <p:cNvPr id="897" name="Google Shape;897;p6"/>
          <p:cNvSpPr txBox="1"/>
          <p:nvPr/>
        </p:nvSpPr>
        <p:spPr>
          <a:xfrm>
            <a:off x="9362885" y="6432068"/>
            <a:ext cx="15430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9 m</a:t>
            </a:r>
            <a:endParaRPr b="0" i="0" sz="600" u="none" cap="none" strike="noStrike">
              <a:solidFill>
                <a:srgbClr val="000000"/>
              </a:solidFill>
              <a:latin typeface="Arial"/>
              <a:ea typeface="Arial"/>
              <a:cs typeface="Arial"/>
              <a:sym typeface="Arial"/>
            </a:endParaRPr>
          </a:p>
        </p:txBody>
      </p:sp>
      <p:sp>
        <p:nvSpPr>
          <p:cNvPr id="898" name="Google Shape;898;p6"/>
          <p:cNvSpPr txBox="1"/>
          <p:nvPr/>
        </p:nvSpPr>
        <p:spPr>
          <a:xfrm>
            <a:off x="8207312" y="6616244"/>
            <a:ext cx="5613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Oil storage tank</a:t>
            </a:r>
            <a:endParaRPr b="0" i="0" sz="600" u="none" cap="none" strike="noStrike">
              <a:solidFill>
                <a:srgbClr val="000000"/>
              </a:solidFill>
              <a:latin typeface="Arial"/>
              <a:ea typeface="Arial"/>
              <a:cs typeface="Arial"/>
              <a:sym typeface="Arial"/>
            </a:endParaRPr>
          </a:p>
        </p:txBody>
      </p:sp>
      <p:sp>
        <p:nvSpPr>
          <p:cNvPr id="899" name="Google Shape;899;p6"/>
          <p:cNvSpPr txBox="1"/>
          <p:nvPr/>
        </p:nvSpPr>
        <p:spPr>
          <a:xfrm>
            <a:off x="9290495" y="6616244"/>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8 </a:t>
            </a:r>
            <a:endParaRPr b="0" i="0" sz="600" u="none" cap="none" strike="noStrike">
              <a:solidFill>
                <a:srgbClr val="000000"/>
              </a:solidFill>
              <a:latin typeface="Arial"/>
              <a:ea typeface="Arial"/>
              <a:cs typeface="Arial"/>
              <a:sym typeface="Arial"/>
            </a:endParaRPr>
          </a:p>
        </p:txBody>
      </p:sp>
      <p:sp>
        <p:nvSpPr>
          <p:cNvPr id="900" name="Google Shape;900;p6"/>
          <p:cNvSpPr txBox="1"/>
          <p:nvPr/>
        </p:nvSpPr>
        <p:spPr>
          <a:xfrm>
            <a:off x="8207325" y="6800484"/>
            <a:ext cx="6394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Water storage tank</a:t>
            </a:r>
            <a:endParaRPr b="0" i="0" sz="600" u="none" cap="none" strike="noStrike">
              <a:solidFill>
                <a:srgbClr val="000000"/>
              </a:solidFill>
              <a:latin typeface="Arial"/>
              <a:ea typeface="Arial"/>
              <a:cs typeface="Arial"/>
              <a:sym typeface="Arial"/>
            </a:endParaRPr>
          </a:p>
        </p:txBody>
      </p:sp>
      <p:sp>
        <p:nvSpPr>
          <p:cNvPr id="901" name="Google Shape;901;p6"/>
          <p:cNvSpPr txBox="1"/>
          <p:nvPr/>
        </p:nvSpPr>
        <p:spPr>
          <a:xfrm>
            <a:off x="9239301" y="6800484"/>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2 </a:t>
            </a:r>
            <a:endParaRPr b="0" i="0" sz="600" u="none" cap="none" strike="noStrike">
              <a:solidFill>
                <a:srgbClr val="000000"/>
              </a:solidFill>
              <a:latin typeface="Arial"/>
              <a:ea typeface="Arial"/>
              <a:cs typeface="Arial"/>
              <a:sym typeface="Arial"/>
            </a:endParaRPr>
          </a:p>
        </p:txBody>
      </p:sp>
      <p:sp>
        <p:nvSpPr>
          <p:cNvPr id="902" name="Google Shape;902;p6"/>
          <p:cNvSpPr/>
          <p:nvPr/>
        </p:nvSpPr>
        <p:spPr>
          <a:xfrm>
            <a:off x="891938" y="783382"/>
            <a:ext cx="2058670" cy="312420"/>
          </a:xfrm>
          <a:custGeom>
            <a:rect b="b" l="l" r="r" t="t"/>
            <a:pathLst>
              <a:path extrusionOk="0" h="312419" w="2058670">
                <a:moveTo>
                  <a:pt x="2058047" y="0"/>
                </a:moveTo>
                <a:lnTo>
                  <a:pt x="0" y="0"/>
                </a:lnTo>
                <a:lnTo>
                  <a:pt x="135001" y="312267"/>
                </a:lnTo>
                <a:lnTo>
                  <a:pt x="2058047" y="312267"/>
                </a:lnTo>
                <a:lnTo>
                  <a:pt x="205804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6"/>
          <p:cNvSpPr txBox="1"/>
          <p:nvPr/>
        </p:nvSpPr>
        <p:spPr>
          <a:xfrm>
            <a:off x="1061899" y="1088241"/>
            <a:ext cx="1833880" cy="4368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700"/>
              <a:buFont typeface="Arial"/>
              <a:buNone/>
            </a:pPr>
            <a:r>
              <a:rPr b="0" i="0" lang="en-US" sz="2700" u="none" cap="none" strike="noStrike">
                <a:solidFill>
                  <a:srgbClr val="231F20"/>
                </a:solidFill>
                <a:latin typeface="Verdana"/>
                <a:ea typeface="Verdana"/>
                <a:cs typeface="Verdana"/>
                <a:sym typeface="Verdana"/>
              </a:rPr>
              <a:t>UR</a:t>
            </a:r>
            <a:r>
              <a:rPr b="0" i="0" lang="en-US" sz="2700" u="none" cap="none" strike="noStrike">
                <a:solidFill>
                  <a:srgbClr val="696A6D"/>
                </a:solidFill>
                <a:latin typeface="Verdana"/>
                <a:ea typeface="Verdana"/>
                <a:cs typeface="Verdana"/>
                <a:sym typeface="Verdana"/>
              </a:rPr>
              <a:t>C</a:t>
            </a:r>
            <a:r>
              <a:rPr b="0" i="0" lang="en-US" sz="2700" u="none" cap="none" strike="noStrike">
                <a:solidFill>
                  <a:srgbClr val="231F20"/>
                </a:solidFill>
                <a:latin typeface="Verdana"/>
                <a:ea typeface="Verdana"/>
                <a:cs typeface="Verdana"/>
                <a:sym typeface="Verdana"/>
              </a:rPr>
              <a:t>-1000</a:t>
            </a:r>
            <a:endParaRPr b="0" i="0" sz="2700" u="none" cap="none" strike="noStrike">
              <a:solidFill>
                <a:srgbClr val="000000"/>
              </a:solidFill>
              <a:latin typeface="Verdana"/>
              <a:ea typeface="Verdana"/>
              <a:cs typeface="Verdana"/>
              <a:sym typeface="Verdana"/>
            </a:endParaRPr>
          </a:p>
        </p:txBody>
      </p:sp>
      <p:grpSp>
        <p:nvGrpSpPr>
          <p:cNvPr id="904" name="Google Shape;904;p6"/>
          <p:cNvGrpSpPr/>
          <p:nvPr/>
        </p:nvGrpSpPr>
        <p:grpSpPr>
          <a:xfrm>
            <a:off x="2252040" y="778751"/>
            <a:ext cx="813473" cy="1122680"/>
            <a:chOff x="2252040" y="778751"/>
            <a:chExt cx="813473" cy="1122680"/>
          </a:xfrm>
        </p:grpSpPr>
        <p:sp>
          <p:nvSpPr>
            <p:cNvPr id="905" name="Google Shape;905;p6"/>
            <p:cNvSpPr/>
            <p:nvPr/>
          </p:nvSpPr>
          <p:spPr>
            <a:xfrm>
              <a:off x="2992488" y="778751"/>
              <a:ext cx="73025" cy="1122680"/>
            </a:xfrm>
            <a:custGeom>
              <a:rect b="b" l="l" r="r" t="t"/>
              <a:pathLst>
                <a:path extrusionOk="0" h="1122680" w="73025">
                  <a:moveTo>
                    <a:pt x="72948" y="0"/>
                  </a:moveTo>
                  <a:lnTo>
                    <a:pt x="0" y="0"/>
                  </a:lnTo>
                  <a:lnTo>
                    <a:pt x="0" y="1122057"/>
                  </a:lnTo>
                  <a:lnTo>
                    <a:pt x="72948" y="1122057"/>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6" name="Google Shape;906;p6"/>
            <p:cNvPicPr preferRelativeResize="0"/>
            <p:nvPr/>
          </p:nvPicPr>
          <p:blipFill rotWithShape="1">
            <a:blip r:embed="rId13">
              <a:alphaModFix/>
            </a:blip>
            <a:srcRect b="0" l="0" r="0" t="0"/>
            <a:stretch/>
          </p:blipFill>
          <p:spPr>
            <a:xfrm>
              <a:off x="2252040" y="1531658"/>
              <a:ext cx="286283" cy="284949"/>
            </a:xfrm>
            <a:prstGeom prst="rect">
              <a:avLst/>
            </a:prstGeom>
            <a:noFill/>
            <a:ln>
              <a:noFill/>
            </a:ln>
          </p:spPr>
        </p:pic>
        <p:sp>
          <p:nvSpPr>
            <p:cNvPr id="907" name="Google Shape;907;p6"/>
            <p:cNvSpPr/>
            <p:nvPr/>
          </p:nvSpPr>
          <p:spPr>
            <a:xfrm>
              <a:off x="2252044"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8" name="Google Shape;908;p6"/>
            <p:cNvPicPr preferRelativeResize="0"/>
            <p:nvPr/>
          </p:nvPicPr>
          <p:blipFill rotWithShape="1">
            <a:blip r:embed="rId14">
              <a:alphaModFix/>
            </a:blip>
            <a:srcRect b="0" l="0" r="0" t="0"/>
            <a:stretch/>
          </p:blipFill>
          <p:spPr>
            <a:xfrm>
              <a:off x="2337395" y="1589524"/>
              <a:ext cx="116586" cy="140601"/>
            </a:xfrm>
            <a:prstGeom prst="rect">
              <a:avLst/>
            </a:prstGeom>
            <a:noFill/>
            <a:ln>
              <a:noFill/>
            </a:ln>
          </p:spPr>
        </p:pic>
      </p:grpSp>
      <p:sp>
        <p:nvSpPr>
          <p:cNvPr id="909" name="Google Shape;909;p6"/>
          <p:cNvSpPr txBox="1"/>
          <p:nvPr/>
        </p:nvSpPr>
        <p:spPr>
          <a:xfrm>
            <a:off x="2280655" y="1730846"/>
            <a:ext cx="2406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GENERAL</a:t>
            </a:r>
            <a:endParaRPr b="0" i="0" sz="350" u="none" cap="none" strike="noStrike">
              <a:solidFill>
                <a:srgbClr val="000000"/>
              </a:solidFill>
              <a:latin typeface="Arial"/>
              <a:ea typeface="Arial"/>
              <a:cs typeface="Arial"/>
              <a:sym typeface="Arial"/>
            </a:endParaRPr>
          </a:p>
        </p:txBody>
      </p:sp>
      <p:grpSp>
        <p:nvGrpSpPr>
          <p:cNvPr id="910" name="Google Shape;910;p6"/>
          <p:cNvGrpSpPr/>
          <p:nvPr/>
        </p:nvGrpSpPr>
        <p:grpSpPr>
          <a:xfrm>
            <a:off x="2595651" y="1531657"/>
            <a:ext cx="286386" cy="286392"/>
            <a:chOff x="2595651" y="1531657"/>
            <a:chExt cx="286386" cy="286392"/>
          </a:xfrm>
        </p:grpSpPr>
        <p:pic>
          <p:nvPicPr>
            <p:cNvPr id="911" name="Google Shape;911;p6"/>
            <p:cNvPicPr preferRelativeResize="0"/>
            <p:nvPr/>
          </p:nvPicPr>
          <p:blipFill rotWithShape="1">
            <a:blip r:embed="rId13">
              <a:alphaModFix/>
            </a:blip>
            <a:srcRect b="0" l="0" r="0" t="0"/>
            <a:stretch/>
          </p:blipFill>
          <p:spPr>
            <a:xfrm>
              <a:off x="2595651" y="1531657"/>
              <a:ext cx="286283" cy="284949"/>
            </a:xfrm>
            <a:prstGeom prst="rect">
              <a:avLst/>
            </a:prstGeom>
            <a:noFill/>
            <a:ln>
              <a:noFill/>
            </a:ln>
          </p:spPr>
        </p:pic>
        <p:sp>
          <p:nvSpPr>
            <p:cNvPr id="912" name="Google Shape;912;p6"/>
            <p:cNvSpPr/>
            <p:nvPr/>
          </p:nvSpPr>
          <p:spPr>
            <a:xfrm>
              <a:off x="2595652" y="1531664"/>
              <a:ext cx="286385" cy="286385"/>
            </a:xfrm>
            <a:custGeom>
              <a:rect b="b" l="l" r="r" t="t"/>
              <a:pathLst>
                <a:path extrusionOk="0" h="286385" w="286385">
                  <a:moveTo>
                    <a:pt x="235966"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6"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6"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3" name="Google Shape;913;p6"/>
            <p:cNvPicPr preferRelativeResize="0"/>
            <p:nvPr/>
          </p:nvPicPr>
          <p:blipFill rotWithShape="1">
            <a:blip r:embed="rId15">
              <a:alphaModFix/>
            </a:blip>
            <a:srcRect b="0" l="0" r="0" t="0"/>
            <a:stretch/>
          </p:blipFill>
          <p:spPr>
            <a:xfrm>
              <a:off x="2678167" y="1586586"/>
              <a:ext cx="121272" cy="146469"/>
            </a:xfrm>
            <a:prstGeom prst="rect">
              <a:avLst/>
            </a:prstGeom>
            <a:noFill/>
            <a:ln>
              <a:noFill/>
            </a:ln>
          </p:spPr>
        </p:pic>
      </p:grpSp>
      <p:sp>
        <p:nvSpPr>
          <p:cNvPr id="914" name="Google Shape;914;p6"/>
          <p:cNvSpPr txBox="1"/>
          <p:nvPr/>
        </p:nvSpPr>
        <p:spPr>
          <a:xfrm>
            <a:off x="2614279" y="1730846"/>
            <a:ext cx="26479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ORGANICS</a:t>
            </a:r>
            <a:endParaRPr b="0" i="0" sz="350" u="none" cap="none" strike="noStrike">
              <a:solidFill>
                <a:srgbClr val="000000"/>
              </a:solidFill>
              <a:latin typeface="Arial"/>
              <a:ea typeface="Arial"/>
              <a:cs typeface="Arial"/>
              <a:sym typeface="Arial"/>
            </a:endParaRPr>
          </a:p>
        </p:txBody>
      </p:sp>
      <p:sp>
        <p:nvSpPr>
          <p:cNvPr id="915" name="Google Shape;915;p6"/>
          <p:cNvSpPr txBox="1"/>
          <p:nvPr/>
        </p:nvSpPr>
        <p:spPr>
          <a:xfrm>
            <a:off x="1128707" y="790910"/>
            <a:ext cx="111379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100 </a:t>
            </a:r>
            <a:r>
              <a:rPr b="1" i="0" lang="en-US" sz="1800" u="none" cap="none" strike="noStrike">
                <a:solidFill>
                  <a:srgbClr val="8ED8F8"/>
                </a:solidFill>
                <a:latin typeface="Arial"/>
                <a:ea typeface="Arial"/>
                <a:cs typeface="Arial"/>
                <a:sym typeface="Arial"/>
              </a:rPr>
              <a:t>ton  </a:t>
            </a:r>
            <a:r>
              <a:rPr b="1" i="0" lang="en-US" sz="1800" u="none" cap="none" strike="noStrike">
                <a:solidFill>
                  <a:srgbClr val="FFFFFF"/>
                </a:solidFill>
                <a:latin typeface="Arial"/>
                <a:ea typeface="Arial"/>
                <a:cs typeface="Arial"/>
                <a:sym typeface="Arial"/>
              </a:rPr>
              <a:t>4</a:t>
            </a:r>
            <a:endParaRPr b="0" i="0" sz="1800" u="none" cap="none" strike="noStrike">
              <a:solidFill>
                <a:srgbClr val="000000"/>
              </a:solidFill>
              <a:latin typeface="Arial"/>
              <a:ea typeface="Arial"/>
              <a:cs typeface="Arial"/>
              <a:sym typeface="Arial"/>
            </a:endParaRPr>
          </a:p>
        </p:txBody>
      </p:sp>
      <p:sp>
        <p:nvSpPr>
          <p:cNvPr id="916" name="Google Shape;916;p6"/>
          <p:cNvSpPr txBox="1"/>
          <p:nvPr/>
        </p:nvSpPr>
        <p:spPr>
          <a:xfrm>
            <a:off x="2279594" y="835514"/>
            <a:ext cx="585470" cy="236220"/>
          </a:xfrm>
          <a:prstGeom prst="rect">
            <a:avLst/>
          </a:prstGeom>
          <a:noFill/>
          <a:ln>
            <a:noFill/>
          </a:ln>
        </p:spPr>
        <p:txBody>
          <a:bodyPr anchorCtr="0" anchor="t" bIns="0" lIns="0" spcFirstLastPara="1" rIns="0" wrap="square" tIns="45700">
            <a:spAutoFit/>
          </a:bodyPr>
          <a:lstStyle/>
          <a:p>
            <a:pPr indent="0" lvl="0" marL="12700" marR="5080" rtl="0" algn="l">
              <a:lnSpc>
                <a:spcPct val="72900"/>
              </a:lnSpc>
              <a:spcBef>
                <a:spcPts val="0"/>
              </a:spcBef>
              <a:spcAft>
                <a:spcPts val="0"/>
              </a:spcAft>
              <a:buClr>
                <a:srgbClr val="000000"/>
              </a:buClr>
              <a:buSzPts val="800"/>
              <a:buFont typeface="Arial"/>
              <a:buNone/>
            </a:pPr>
            <a:r>
              <a:rPr b="1" i="0" lang="en-US" sz="800" u="none" cap="none" strike="noStrike">
                <a:solidFill>
                  <a:srgbClr val="8ED8F8"/>
                </a:solidFill>
                <a:latin typeface="Arial"/>
                <a:ea typeface="Arial"/>
                <a:cs typeface="Arial"/>
                <a:sym typeface="Arial"/>
              </a:rPr>
              <a:t>Continuous Process</a:t>
            </a:r>
            <a:endParaRPr b="0" i="0" sz="800" u="none" cap="none" strike="noStrike">
              <a:solidFill>
                <a:srgbClr val="000000"/>
              </a:solidFill>
              <a:latin typeface="Arial"/>
              <a:ea typeface="Arial"/>
              <a:cs typeface="Arial"/>
              <a:sym typeface="Arial"/>
            </a:endParaRPr>
          </a:p>
        </p:txBody>
      </p:sp>
      <p:sp>
        <p:nvSpPr>
          <p:cNvPr id="917" name="Google Shape;917;p6"/>
          <p:cNvSpPr txBox="1"/>
          <p:nvPr/>
        </p:nvSpPr>
        <p:spPr>
          <a:xfrm>
            <a:off x="2120370" y="5816918"/>
            <a:ext cx="49339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Waste storage place</a:t>
            </a:r>
            <a:endParaRPr b="0" i="0" sz="400" u="none" cap="none" strike="noStrike">
              <a:solidFill>
                <a:srgbClr val="000000"/>
              </a:solidFill>
              <a:latin typeface="Arial"/>
              <a:ea typeface="Arial"/>
              <a:cs typeface="Arial"/>
              <a:sym typeface="Arial"/>
            </a:endParaRPr>
          </a:p>
        </p:txBody>
      </p:sp>
      <p:sp>
        <p:nvSpPr>
          <p:cNvPr id="918" name="Google Shape;918;p6"/>
          <p:cNvSpPr txBox="1"/>
          <p:nvPr/>
        </p:nvSpPr>
        <p:spPr>
          <a:xfrm>
            <a:off x="2030302" y="6515215"/>
            <a:ext cx="583565" cy="149860"/>
          </a:xfrm>
          <a:prstGeom prst="rect">
            <a:avLst/>
          </a:prstGeom>
          <a:noFill/>
          <a:ln>
            <a:noFill/>
          </a:ln>
        </p:spPr>
        <p:txBody>
          <a:bodyPr anchorCtr="0" anchor="t" bIns="0" lIns="0" spcFirstLastPara="1" rIns="0" wrap="square" tIns="10150">
            <a:spAutoFit/>
          </a:bodyPr>
          <a:lstStyle/>
          <a:p>
            <a:pPr indent="137795" lvl="0" marL="1270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Input throat (with crushing function)</a:t>
            </a:r>
            <a:endParaRPr b="0" i="0" sz="400" u="none" cap="none" strike="noStrike">
              <a:solidFill>
                <a:srgbClr val="000000"/>
              </a:solidFill>
              <a:latin typeface="Arial"/>
              <a:ea typeface="Arial"/>
              <a:cs typeface="Arial"/>
              <a:sym typeface="Arial"/>
            </a:endParaRPr>
          </a:p>
        </p:txBody>
      </p:sp>
      <p:sp>
        <p:nvSpPr>
          <p:cNvPr id="919" name="Google Shape;919;p6"/>
          <p:cNvSpPr txBox="1"/>
          <p:nvPr/>
        </p:nvSpPr>
        <p:spPr>
          <a:xfrm>
            <a:off x="2942924" y="5392890"/>
            <a:ext cx="583565" cy="149860"/>
          </a:xfrm>
          <a:prstGeom prst="rect">
            <a:avLst/>
          </a:prstGeom>
          <a:noFill/>
          <a:ln>
            <a:noFill/>
          </a:ln>
        </p:spPr>
        <p:txBody>
          <a:bodyPr anchorCtr="0" anchor="t" bIns="0" lIns="0" spcFirstLastPara="1" rIns="0" wrap="square" tIns="10150">
            <a:spAutoFit/>
          </a:bodyPr>
          <a:lstStyle/>
          <a:p>
            <a:pPr indent="-149225" lvl="0" marL="1612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Exhaust gas purification equipment</a:t>
            </a:r>
            <a:endParaRPr b="0" i="0" sz="400" u="none" cap="none" strike="noStrike">
              <a:solidFill>
                <a:srgbClr val="000000"/>
              </a:solidFill>
              <a:latin typeface="Arial"/>
              <a:ea typeface="Arial"/>
              <a:cs typeface="Arial"/>
              <a:sym typeface="Arial"/>
            </a:endParaRPr>
          </a:p>
        </p:txBody>
      </p:sp>
      <p:sp>
        <p:nvSpPr>
          <p:cNvPr id="920" name="Google Shape;920;p6"/>
          <p:cNvSpPr txBox="1"/>
          <p:nvPr/>
        </p:nvSpPr>
        <p:spPr>
          <a:xfrm>
            <a:off x="5617696" y="6458065"/>
            <a:ext cx="583565" cy="149860"/>
          </a:xfrm>
          <a:prstGeom prst="rect">
            <a:avLst/>
          </a:prstGeom>
          <a:noFill/>
          <a:ln>
            <a:noFill/>
          </a:ln>
        </p:spPr>
        <p:txBody>
          <a:bodyPr anchorCtr="0" anchor="t" bIns="0" lIns="0" spcFirstLastPara="1" rIns="0" wrap="square" tIns="10150">
            <a:spAutoFit/>
          </a:bodyPr>
          <a:lstStyle/>
          <a:p>
            <a:pPr indent="-34925" lvl="0" marL="469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processing plant</a:t>
            </a:r>
            <a:endParaRPr b="0" i="0" sz="400" u="none" cap="none" strike="noStrike">
              <a:solidFill>
                <a:srgbClr val="000000"/>
              </a:solidFill>
              <a:latin typeface="Arial"/>
              <a:ea typeface="Arial"/>
              <a:cs typeface="Arial"/>
              <a:sym typeface="Arial"/>
            </a:endParaRPr>
          </a:p>
        </p:txBody>
      </p:sp>
      <p:sp>
        <p:nvSpPr>
          <p:cNvPr id="921" name="Google Shape;921;p6"/>
          <p:cNvSpPr txBox="1"/>
          <p:nvPr/>
        </p:nvSpPr>
        <p:spPr>
          <a:xfrm>
            <a:off x="6871288" y="5567287"/>
            <a:ext cx="466725" cy="213360"/>
          </a:xfrm>
          <a:prstGeom prst="rect">
            <a:avLst/>
          </a:prstGeom>
          <a:noFill/>
          <a:ln>
            <a:noFill/>
          </a:ln>
        </p:spPr>
        <p:txBody>
          <a:bodyPr anchorCtr="0" anchor="t" bIns="0" lIns="0" spcFirstLastPara="1" rIns="0" wrap="square" tIns="10150">
            <a:spAutoFit/>
          </a:bodyPr>
          <a:lstStyle/>
          <a:p>
            <a:pPr indent="0" lvl="0" marL="12700" marR="5080" rtl="0" algn="ctr">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storage area</a:t>
            </a:r>
            <a:endParaRPr b="0" i="0" sz="400" u="none" cap="none" strike="noStrike">
              <a:solidFill>
                <a:srgbClr val="000000"/>
              </a:solidFill>
              <a:latin typeface="Arial"/>
              <a:ea typeface="Arial"/>
              <a:cs typeface="Arial"/>
              <a:sym typeface="Arial"/>
            </a:endParaRPr>
          </a:p>
        </p:txBody>
      </p:sp>
      <p:sp>
        <p:nvSpPr>
          <p:cNvPr id="922" name="Google Shape;922;p6"/>
          <p:cNvSpPr txBox="1"/>
          <p:nvPr/>
        </p:nvSpPr>
        <p:spPr>
          <a:xfrm>
            <a:off x="4841929" y="5507242"/>
            <a:ext cx="583565" cy="149860"/>
          </a:xfrm>
          <a:prstGeom prst="rect">
            <a:avLst/>
          </a:prstGeom>
          <a:noFill/>
          <a:ln>
            <a:noFill/>
          </a:ln>
        </p:spPr>
        <p:txBody>
          <a:bodyPr anchorCtr="0" anchor="t" bIns="0" lIns="0" spcFirstLastPara="1" rIns="0" wrap="square" tIns="10150">
            <a:spAutoFit/>
          </a:bodyPr>
          <a:lstStyle/>
          <a:p>
            <a:pPr indent="276225" lvl="0" marL="1270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Input throat (with crushing function)</a:t>
            </a:r>
            <a:endParaRPr b="0" i="0" sz="400" u="none" cap="none" strike="noStrike">
              <a:solidFill>
                <a:srgbClr val="000000"/>
              </a:solidFill>
              <a:latin typeface="Arial"/>
              <a:ea typeface="Arial"/>
              <a:cs typeface="Arial"/>
              <a:sym typeface="Arial"/>
            </a:endParaRPr>
          </a:p>
        </p:txBody>
      </p:sp>
      <p:sp>
        <p:nvSpPr>
          <p:cNvPr id="923" name="Google Shape;923;p6"/>
          <p:cNvSpPr txBox="1"/>
          <p:nvPr/>
        </p:nvSpPr>
        <p:spPr>
          <a:xfrm>
            <a:off x="4778023" y="5150829"/>
            <a:ext cx="46672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Water storage tank</a:t>
            </a:r>
            <a:endParaRPr b="0" i="0" sz="400" u="none" cap="none" strike="noStrike">
              <a:solidFill>
                <a:srgbClr val="000000"/>
              </a:solidFill>
              <a:latin typeface="Arial"/>
              <a:ea typeface="Arial"/>
              <a:cs typeface="Arial"/>
              <a:sym typeface="Arial"/>
            </a:endParaRPr>
          </a:p>
        </p:txBody>
      </p:sp>
      <p:sp>
        <p:nvSpPr>
          <p:cNvPr id="924" name="Google Shape;924;p6"/>
          <p:cNvSpPr txBox="1"/>
          <p:nvPr/>
        </p:nvSpPr>
        <p:spPr>
          <a:xfrm>
            <a:off x="5837355" y="5680164"/>
            <a:ext cx="227965" cy="149860"/>
          </a:xfrm>
          <a:prstGeom prst="rect">
            <a:avLst/>
          </a:prstGeom>
          <a:noFill/>
          <a:ln>
            <a:noFill/>
          </a:ln>
        </p:spPr>
        <p:txBody>
          <a:bodyPr anchorCtr="0" anchor="t" bIns="0" lIns="0" spcFirstLastPara="1" rIns="0" wrap="square" tIns="10150">
            <a:spAutoFit/>
          </a:bodyPr>
          <a:lstStyle/>
          <a:p>
            <a:pPr indent="0" lvl="0" marL="1270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Sorting machine</a:t>
            </a:r>
            <a:endParaRPr b="0" i="0" sz="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8" name="Shape 928"/>
        <p:cNvGrpSpPr/>
        <p:nvPr/>
      </p:nvGrpSpPr>
      <p:grpSpPr>
        <a:xfrm>
          <a:off x="0" y="0"/>
          <a:ext cx="0" cy="0"/>
          <a:chOff x="0" y="0"/>
          <a:chExt cx="0" cy="0"/>
        </a:xfrm>
      </p:grpSpPr>
      <p:pic>
        <p:nvPicPr>
          <p:cNvPr id="929" name="Google Shape;929;p7"/>
          <p:cNvPicPr preferRelativeResize="0"/>
          <p:nvPr/>
        </p:nvPicPr>
        <p:blipFill rotWithShape="1">
          <a:blip r:embed="rId3">
            <a:alphaModFix/>
          </a:blip>
          <a:srcRect b="0" l="0" r="0" t="0"/>
          <a:stretch/>
        </p:blipFill>
        <p:spPr>
          <a:xfrm>
            <a:off x="0" y="12"/>
            <a:ext cx="18740" cy="7559992"/>
          </a:xfrm>
          <a:prstGeom prst="rect">
            <a:avLst/>
          </a:prstGeom>
          <a:noFill/>
          <a:ln>
            <a:noFill/>
          </a:ln>
        </p:spPr>
      </p:pic>
      <p:grpSp>
        <p:nvGrpSpPr>
          <p:cNvPr id="930" name="Google Shape;930;p7"/>
          <p:cNvGrpSpPr/>
          <p:nvPr/>
        </p:nvGrpSpPr>
        <p:grpSpPr>
          <a:xfrm>
            <a:off x="2756890" y="2216490"/>
            <a:ext cx="7566705" cy="4233296"/>
            <a:chOff x="2756890" y="2216490"/>
            <a:chExt cx="7566705" cy="4233296"/>
          </a:xfrm>
        </p:grpSpPr>
        <p:pic>
          <p:nvPicPr>
            <p:cNvPr id="931" name="Google Shape;931;p7"/>
            <p:cNvPicPr preferRelativeResize="0"/>
            <p:nvPr/>
          </p:nvPicPr>
          <p:blipFill rotWithShape="1">
            <a:blip r:embed="rId4">
              <a:alphaModFix/>
            </a:blip>
            <a:srcRect b="0" l="0" r="0" t="0"/>
            <a:stretch/>
          </p:blipFill>
          <p:spPr>
            <a:xfrm>
              <a:off x="2756890" y="2238794"/>
              <a:ext cx="7566705" cy="4210992"/>
            </a:xfrm>
            <a:prstGeom prst="rect">
              <a:avLst/>
            </a:prstGeom>
            <a:noFill/>
            <a:ln>
              <a:noFill/>
            </a:ln>
          </p:spPr>
        </p:pic>
        <p:sp>
          <p:nvSpPr>
            <p:cNvPr id="932" name="Google Shape;932;p7"/>
            <p:cNvSpPr/>
            <p:nvPr/>
          </p:nvSpPr>
          <p:spPr>
            <a:xfrm>
              <a:off x="7531200" y="22164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7"/>
            <p:cNvSpPr/>
            <p:nvPr/>
          </p:nvSpPr>
          <p:spPr>
            <a:xfrm>
              <a:off x="8577299" y="22164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7"/>
            <p:cNvSpPr/>
            <p:nvPr/>
          </p:nvSpPr>
          <p:spPr>
            <a:xfrm>
              <a:off x="7531200" y="2400691"/>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7"/>
            <p:cNvSpPr/>
            <p:nvPr/>
          </p:nvSpPr>
          <p:spPr>
            <a:xfrm>
              <a:off x="8577299" y="2400691"/>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7"/>
            <p:cNvSpPr/>
            <p:nvPr/>
          </p:nvSpPr>
          <p:spPr>
            <a:xfrm>
              <a:off x="7531200" y="25848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7"/>
            <p:cNvSpPr/>
            <p:nvPr/>
          </p:nvSpPr>
          <p:spPr>
            <a:xfrm>
              <a:off x="8577299" y="25848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7"/>
            <p:cNvSpPr/>
            <p:nvPr/>
          </p:nvSpPr>
          <p:spPr>
            <a:xfrm>
              <a:off x="7531200" y="27690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7"/>
            <p:cNvSpPr/>
            <p:nvPr/>
          </p:nvSpPr>
          <p:spPr>
            <a:xfrm>
              <a:off x="8577299" y="27690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7"/>
            <p:cNvSpPr/>
            <p:nvPr/>
          </p:nvSpPr>
          <p:spPr>
            <a:xfrm>
              <a:off x="7531200" y="2953291"/>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7"/>
            <p:cNvSpPr/>
            <p:nvPr/>
          </p:nvSpPr>
          <p:spPr>
            <a:xfrm>
              <a:off x="8577299" y="2953291"/>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42" name="Google Shape;942;p7"/>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943" name="Google Shape;943;p7"/>
          <p:cNvGrpSpPr/>
          <p:nvPr/>
        </p:nvGrpSpPr>
        <p:grpSpPr>
          <a:xfrm>
            <a:off x="9273599" y="180301"/>
            <a:ext cx="1238885" cy="114904"/>
            <a:chOff x="9273599" y="180301"/>
            <a:chExt cx="1238885" cy="114904"/>
          </a:xfrm>
        </p:grpSpPr>
        <p:sp>
          <p:nvSpPr>
            <p:cNvPr id="944" name="Google Shape;944;p7"/>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45" name="Google Shape;945;p7"/>
            <p:cNvPicPr preferRelativeResize="0"/>
            <p:nvPr/>
          </p:nvPicPr>
          <p:blipFill rotWithShape="1">
            <a:blip r:embed="rId5">
              <a:alphaModFix/>
            </a:blip>
            <a:srcRect b="0" l="0" r="0" t="0"/>
            <a:stretch/>
          </p:blipFill>
          <p:spPr>
            <a:xfrm>
              <a:off x="9305594" y="180305"/>
              <a:ext cx="97408" cy="81000"/>
            </a:xfrm>
            <a:prstGeom prst="rect">
              <a:avLst/>
            </a:prstGeom>
            <a:noFill/>
            <a:ln>
              <a:noFill/>
            </a:ln>
          </p:spPr>
        </p:pic>
        <p:sp>
          <p:nvSpPr>
            <p:cNvPr id="946" name="Google Shape;946;p7"/>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47" name="Google Shape;947;p7"/>
            <p:cNvPicPr preferRelativeResize="0"/>
            <p:nvPr/>
          </p:nvPicPr>
          <p:blipFill rotWithShape="1">
            <a:blip r:embed="rId6">
              <a:alphaModFix/>
            </a:blip>
            <a:srcRect b="0" l="0" r="0" t="0"/>
            <a:stretch/>
          </p:blipFill>
          <p:spPr>
            <a:xfrm>
              <a:off x="9474179" y="180305"/>
              <a:ext cx="95719" cy="81000"/>
            </a:xfrm>
            <a:prstGeom prst="rect">
              <a:avLst/>
            </a:prstGeom>
            <a:noFill/>
            <a:ln>
              <a:noFill/>
            </a:ln>
          </p:spPr>
        </p:pic>
      </p:grpSp>
      <p:grpSp>
        <p:nvGrpSpPr>
          <p:cNvPr id="948" name="Google Shape;948;p7"/>
          <p:cNvGrpSpPr/>
          <p:nvPr/>
        </p:nvGrpSpPr>
        <p:grpSpPr>
          <a:xfrm>
            <a:off x="8639998" y="180300"/>
            <a:ext cx="573311" cy="81280"/>
            <a:chOff x="8639998" y="180300"/>
            <a:chExt cx="573311" cy="81280"/>
          </a:xfrm>
        </p:grpSpPr>
        <p:pic>
          <p:nvPicPr>
            <p:cNvPr id="949" name="Google Shape;949;p7"/>
            <p:cNvPicPr preferRelativeResize="0"/>
            <p:nvPr/>
          </p:nvPicPr>
          <p:blipFill rotWithShape="1">
            <a:blip r:embed="rId7">
              <a:alphaModFix/>
            </a:blip>
            <a:srcRect b="0" l="0" r="0" t="0"/>
            <a:stretch/>
          </p:blipFill>
          <p:spPr>
            <a:xfrm>
              <a:off x="8760571" y="180305"/>
              <a:ext cx="97396" cy="81000"/>
            </a:xfrm>
            <a:prstGeom prst="rect">
              <a:avLst/>
            </a:prstGeom>
            <a:noFill/>
            <a:ln>
              <a:noFill/>
            </a:ln>
          </p:spPr>
        </p:pic>
        <p:pic>
          <p:nvPicPr>
            <p:cNvPr id="950" name="Google Shape;950;p7"/>
            <p:cNvPicPr preferRelativeResize="0"/>
            <p:nvPr/>
          </p:nvPicPr>
          <p:blipFill rotWithShape="1">
            <a:blip r:embed="rId8">
              <a:alphaModFix/>
            </a:blip>
            <a:srcRect b="0" l="0" r="0" t="0"/>
            <a:stretch/>
          </p:blipFill>
          <p:spPr>
            <a:xfrm>
              <a:off x="8880355" y="180305"/>
              <a:ext cx="216256" cy="81000"/>
            </a:xfrm>
            <a:prstGeom prst="rect">
              <a:avLst/>
            </a:prstGeom>
            <a:noFill/>
            <a:ln>
              <a:noFill/>
            </a:ln>
          </p:spPr>
        </p:pic>
        <p:pic>
          <p:nvPicPr>
            <p:cNvPr id="951" name="Google Shape;951;p7"/>
            <p:cNvPicPr preferRelativeResize="0"/>
            <p:nvPr/>
          </p:nvPicPr>
          <p:blipFill rotWithShape="1">
            <a:blip r:embed="rId9">
              <a:alphaModFix/>
            </a:blip>
            <a:srcRect b="0" l="0" r="0" t="0"/>
            <a:stretch/>
          </p:blipFill>
          <p:spPr>
            <a:xfrm>
              <a:off x="9118352" y="180305"/>
              <a:ext cx="94957" cy="81000"/>
            </a:xfrm>
            <a:prstGeom prst="rect">
              <a:avLst/>
            </a:prstGeom>
            <a:noFill/>
            <a:ln>
              <a:noFill/>
            </a:ln>
          </p:spPr>
        </p:pic>
        <p:sp>
          <p:nvSpPr>
            <p:cNvPr id="952" name="Google Shape;952;p7"/>
            <p:cNvSpPr/>
            <p:nvPr/>
          </p:nvSpPr>
          <p:spPr>
            <a:xfrm>
              <a:off x="8639998"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3" name="Google Shape;953;p7"/>
            <p:cNvPicPr preferRelativeResize="0"/>
            <p:nvPr/>
          </p:nvPicPr>
          <p:blipFill rotWithShape="1">
            <a:blip r:embed="rId10">
              <a:alphaModFix/>
            </a:blip>
            <a:srcRect b="0" l="0" r="0" t="0"/>
            <a:stretch/>
          </p:blipFill>
          <p:spPr>
            <a:xfrm>
              <a:off x="8640927" y="181229"/>
              <a:ext cx="18338" cy="36207"/>
            </a:xfrm>
            <a:prstGeom prst="rect">
              <a:avLst/>
            </a:prstGeom>
            <a:noFill/>
            <a:ln>
              <a:noFill/>
            </a:ln>
          </p:spPr>
        </p:pic>
        <p:sp>
          <p:nvSpPr>
            <p:cNvPr id="954" name="Google Shape;954;p7"/>
            <p:cNvSpPr/>
            <p:nvPr/>
          </p:nvSpPr>
          <p:spPr>
            <a:xfrm>
              <a:off x="8639998"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5" name="Google Shape;955;p7"/>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7</a:t>
            </a:r>
            <a:endParaRPr b="0" i="0" sz="600" u="none" cap="none" strike="noStrike">
              <a:solidFill>
                <a:srgbClr val="000000"/>
              </a:solidFill>
              <a:latin typeface="Arial"/>
              <a:ea typeface="Arial"/>
              <a:cs typeface="Arial"/>
              <a:sym typeface="Arial"/>
            </a:endParaRPr>
          </a:p>
        </p:txBody>
      </p:sp>
      <p:sp>
        <p:nvSpPr>
          <p:cNvPr id="956" name="Google Shape;956;p7"/>
          <p:cNvSpPr txBox="1"/>
          <p:nvPr/>
        </p:nvSpPr>
        <p:spPr>
          <a:xfrm>
            <a:off x="7518499" y="767798"/>
            <a:ext cx="350520" cy="132080"/>
          </a:xfrm>
          <a:prstGeom prst="rect">
            <a:avLst/>
          </a:prstGeom>
          <a:noFill/>
          <a:ln>
            <a:noFill/>
          </a:ln>
        </p:spPr>
        <p:txBody>
          <a:bodyPr anchorCtr="0" anchor="t" bIns="0" lIns="0" spcFirstLastPara="1" rIns="0" wrap="square" tIns="12700">
            <a:spAutoFit/>
          </a:bodyPr>
          <a:lstStyle/>
          <a:p>
            <a:pPr indent="-125095" lvl="0" marL="137795" marR="0" rtl="0" algn="l">
              <a:lnSpc>
                <a:spcPct val="100000"/>
              </a:lnSpc>
              <a:spcBef>
                <a:spcPts val="0"/>
              </a:spcBef>
              <a:spcAft>
                <a:spcPts val="0"/>
              </a:spcAft>
              <a:buClr>
                <a:srgbClr val="231F20"/>
              </a:buClr>
              <a:buSzPts val="1200"/>
              <a:buFont typeface="Arial"/>
              <a:buChar char="■"/>
            </a:pPr>
            <a:r>
              <a:rPr b="0" baseline="30000" i="0" lang="en-US" sz="1050" u="none" cap="none" strike="noStrike">
                <a:solidFill>
                  <a:srgbClr val="231F20"/>
                </a:solidFill>
                <a:latin typeface="Arial"/>
                <a:ea typeface="Arial"/>
                <a:cs typeface="Arial"/>
                <a:sym typeface="Arial"/>
              </a:rPr>
              <a:t>SPEC</a:t>
            </a:r>
            <a:endParaRPr b="0" baseline="30000" i="0" sz="1050" u="none" cap="none" strike="noStrike">
              <a:solidFill>
                <a:srgbClr val="000000"/>
              </a:solidFill>
              <a:latin typeface="Arial"/>
              <a:ea typeface="Arial"/>
              <a:cs typeface="Arial"/>
              <a:sym typeface="Arial"/>
            </a:endParaRPr>
          </a:p>
        </p:txBody>
      </p:sp>
      <p:grpSp>
        <p:nvGrpSpPr>
          <p:cNvPr id="957" name="Google Shape;957;p7"/>
          <p:cNvGrpSpPr/>
          <p:nvPr/>
        </p:nvGrpSpPr>
        <p:grpSpPr>
          <a:xfrm>
            <a:off x="7531199" y="927091"/>
            <a:ext cx="2297050" cy="0"/>
            <a:chOff x="7531199" y="927091"/>
            <a:chExt cx="2297050" cy="0"/>
          </a:xfrm>
        </p:grpSpPr>
        <p:sp>
          <p:nvSpPr>
            <p:cNvPr id="958" name="Google Shape;958;p7"/>
            <p:cNvSpPr/>
            <p:nvPr/>
          </p:nvSpPr>
          <p:spPr>
            <a:xfrm>
              <a:off x="7531199" y="927091"/>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7"/>
            <p:cNvSpPr/>
            <p:nvPr/>
          </p:nvSpPr>
          <p:spPr>
            <a:xfrm>
              <a:off x="8577299" y="927091"/>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0" name="Google Shape;960;p7"/>
          <p:cNvGrpSpPr/>
          <p:nvPr/>
        </p:nvGrpSpPr>
        <p:grpSpPr>
          <a:xfrm>
            <a:off x="7531199" y="1111290"/>
            <a:ext cx="2297050" cy="0"/>
            <a:chOff x="7531199" y="1111290"/>
            <a:chExt cx="2297050" cy="0"/>
          </a:xfrm>
        </p:grpSpPr>
        <p:sp>
          <p:nvSpPr>
            <p:cNvPr id="961" name="Google Shape;961;p7"/>
            <p:cNvSpPr/>
            <p:nvPr/>
          </p:nvSpPr>
          <p:spPr>
            <a:xfrm>
              <a:off x="7531199" y="11112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7"/>
            <p:cNvSpPr/>
            <p:nvPr/>
          </p:nvSpPr>
          <p:spPr>
            <a:xfrm>
              <a:off x="8577299" y="11112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3" name="Google Shape;963;p7"/>
          <p:cNvGrpSpPr/>
          <p:nvPr/>
        </p:nvGrpSpPr>
        <p:grpSpPr>
          <a:xfrm>
            <a:off x="7531199" y="1295490"/>
            <a:ext cx="2297050" cy="0"/>
            <a:chOff x="7531199" y="1295490"/>
            <a:chExt cx="2297050" cy="0"/>
          </a:xfrm>
        </p:grpSpPr>
        <p:sp>
          <p:nvSpPr>
            <p:cNvPr id="964" name="Google Shape;964;p7"/>
            <p:cNvSpPr/>
            <p:nvPr/>
          </p:nvSpPr>
          <p:spPr>
            <a:xfrm>
              <a:off x="7531199" y="12954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7"/>
            <p:cNvSpPr/>
            <p:nvPr/>
          </p:nvSpPr>
          <p:spPr>
            <a:xfrm>
              <a:off x="8577299" y="12954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6" name="Google Shape;966;p7"/>
          <p:cNvGrpSpPr/>
          <p:nvPr/>
        </p:nvGrpSpPr>
        <p:grpSpPr>
          <a:xfrm>
            <a:off x="7531199" y="1479690"/>
            <a:ext cx="2297050" cy="0"/>
            <a:chOff x="7531199" y="1479690"/>
            <a:chExt cx="2297050" cy="0"/>
          </a:xfrm>
        </p:grpSpPr>
        <p:sp>
          <p:nvSpPr>
            <p:cNvPr id="967" name="Google Shape;967;p7"/>
            <p:cNvSpPr/>
            <p:nvPr/>
          </p:nvSpPr>
          <p:spPr>
            <a:xfrm>
              <a:off x="7531199" y="14796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7"/>
            <p:cNvSpPr/>
            <p:nvPr/>
          </p:nvSpPr>
          <p:spPr>
            <a:xfrm>
              <a:off x="8577299" y="14796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9" name="Google Shape;969;p7"/>
          <p:cNvGrpSpPr/>
          <p:nvPr/>
        </p:nvGrpSpPr>
        <p:grpSpPr>
          <a:xfrm>
            <a:off x="7531199" y="1663890"/>
            <a:ext cx="2297050" cy="0"/>
            <a:chOff x="7531199" y="1663890"/>
            <a:chExt cx="2297050" cy="0"/>
          </a:xfrm>
        </p:grpSpPr>
        <p:sp>
          <p:nvSpPr>
            <p:cNvPr id="970" name="Google Shape;970;p7"/>
            <p:cNvSpPr/>
            <p:nvPr/>
          </p:nvSpPr>
          <p:spPr>
            <a:xfrm>
              <a:off x="7531199" y="16638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7"/>
            <p:cNvSpPr/>
            <p:nvPr/>
          </p:nvSpPr>
          <p:spPr>
            <a:xfrm>
              <a:off x="8577299" y="16638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2" name="Google Shape;972;p7"/>
          <p:cNvGrpSpPr/>
          <p:nvPr/>
        </p:nvGrpSpPr>
        <p:grpSpPr>
          <a:xfrm>
            <a:off x="7531199" y="1848091"/>
            <a:ext cx="2297050" cy="0"/>
            <a:chOff x="7531199" y="1848091"/>
            <a:chExt cx="2297050" cy="0"/>
          </a:xfrm>
        </p:grpSpPr>
        <p:sp>
          <p:nvSpPr>
            <p:cNvPr id="973" name="Google Shape;973;p7"/>
            <p:cNvSpPr/>
            <p:nvPr/>
          </p:nvSpPr>
          <p:spPr>
            <a:xfrm>
              <a:off x="7531199" y="1848091"/>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7"/>
            <p:cNvSpPr/>
            <p:nvPr/>
          </p:nvSpPr>
          <p:spPr>
            <a:xfrm>
              <a:off x="8577299" y="1848091"/>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5" name="Google Shape;975;p7"/>
          <p:cNvGrpSpPr/>
          <p:nvPr/>
        </p:nvGrpSpPr>
        <p:grpSpPr>
          <a:xfrm>
            <a:off x="7531199" y="2032290"/>
            <a:ext cx="2297050" cy="0"/>
            <a:chOff x="7531199" y="2032290"/>
            <a:chExt cx="2297050" cy="0"/>
          </a:xfrm>
        </p:grpSpPr>
        <p:sp>
          <p:nvSpPr>
            <p:cNvPr id="976" name="Google Shape;976;p7"/>
            <p:cNvSpPr/>
            <p:nvPr/>
          </p:nvSpPr>
          <p:spPr>
            <a:xfrm>
              <a:off x="7531199" y="2032290"/>
              <a:ext cx="1008380" cy="0"/>
            </a:xfrm>
            <a:custGeom>
              <a:rect b="b" l="l" r="r" t="t"/>
              <a:pathLst>
                <a:path extrusionOk="0" h="120000" w="1008379">
                  <a:moveTo>
                    <a:pt x="0" y="0"/>
                  </a:moveTo>
                  <a:lnTo>
                    <a:pt x="10079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7"/>
            <p:cNvSpPr/>
            <p:nvPr/>
          </p:nvSpPr>
          <p:spPr>
            <a:xfrm>
              <a:off x="8577299" y="2032290"/>
              <a:ext cx="1250950" cy="0"/>
            </a:xfrm>
            <a:custGeom>
              <a:rect b="b" l="l" r="r" t="t"/>
              <a:pathLst>
                <a:path extrusionOk="0" h="120000" w="1250950">
                  <a:moveTo>
                    <a:pt x="0" y="0"/>
                  </a:moveTo>
                  <a:lnTo>
                    <a:pt x="12506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8" name="Google Shape;978;p7"/>
          <p:cNvSpPr txBox="1"/>
          <p:nvPr/>
        </p:nvSpPr>
        <p:spPr>
          <a:xfrm>
            <a:off x="7554500" y="977247"/>
            <a:ext cx="69151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Product model name</a:t>
            </a:r>
            <a:endParaRPr b="0" i="0" sz="600" u="none" cap="none" strike="noStrike">
              <a:solidFill>
                <a:srgbClr val="000000"/>
              </a:solidFill>
              <a:latin typeface="Arial"/>
              <a:ea typeface="Arial"/>
              <a:cs typeface="Arial"/>
              <a:sym typeface="Arial"/>
            </a:endParaRPr>
          </a:p>
        </p:txBody>
      </p:sp>
      <p:sp>
        <p:nvSpPr>
          <p:cNvPr id="979" name="Google Shape;979;p7"/>
          <p:cNvSpPr txBox="1"/>
          <p:nvPr/>
        </p:nvSpPr>
        <p:spPr>
          <a:xfrm>
            <a:off x="8636599" y="977247"/>
            <a:ext cx="3219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URC-150</a:t>
            </a:r>
            <a:endParaRPr b="0" i="0" sz="600" u="none" cap="none" strike="noStrike">
              <a:solidFill>
                <a:srgbClr val="000000"/>
              </a:solidFill>
              <a:latin typeface="Arial"/>
              <a:ea typeface="Arial"/>
              <a:cs typeface="Arial"/>
              <a:sym typeface="Arial"/>
            </a:endParaRPr>
          </a:p>
        </p:txBody>
      </p:sp>
      <p:sp>
        <p:nvSpPr>
          <p:cNvPr id="980" name="Google Shape;980;p7"/>
          <p:cNvSpPr txBox="1"/>
          <p:nvPr/>
        </p:nvSpPr>
        <p:spPr>
          <a:xfrm>
            <a:off x="7554483" y="1161422"/>
            <a:ext cx="62611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Throughput / day</a:t>
            </a:r>
            <a:endParaRPr b="0" i="0" sz="600" u="none" cap="none" strike="noStrike">
              <a:solidFill>
                <a:srgbClr val="000000"/>
              </a:solidFill>
              <a:latin typeface="Arial"/>
              <a:ea typeface="Arial"/>
              <a:cs typeface="Arial"/>
              <a:sym typeface="Arial"/>
            </a:endParaRPr>
          </a:p>
        </p:txBody>
      </p:sp>
      <p:sp>
        <p:nvSpPr>
          <p:cNvPr id="981" name="Google Shape;981;p7"/>
          <p:cNvSpPr txBox="1"/>
          <p:nvPr/>
        </p:nvSpPr>
        <p:spPr>
          <a:xfrm>
            <a:off x="8636599" y="1161422"/>
            <a:ext cx="43307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15 ton / day</a:t>
            </a:r>
            <a:endParaRPr b="0" i="0" sz="600" u="none" cap="none" strike="noStrike">
              <a:solidFill>
                <a:srgbClr val="000000"/>
              </a:solidFill>
              <a:latin typeface="Arial"/>
              <a:ea typeface="Arial"/>
              <a:cs typeface="Arial"/>
              <a:sym typeface="Arial"/>
            </a:endParaRPr>
          </a:p>
        </p:txBody>
      </p:sp>
      <p:sp>
        <p:nvSpPr>
          <p:cNvPr id="982" name="Google Shape;982;p7"/>
          <p:cNvSpPr txBox="1"/>
          <p:nvPr/>
        </p:nvSpPr>
        <p:spPr>
          <a:xfrm>
            <a:off x="7554500" y="1345647"/>
            <a:ext cx="8382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Decomposition temperature</a:t>
            </a:r>
            <a:endParaRPr b="0" i="0" sz="600" u="none" cap="none" strike="noStrike">
              <a:solidFill>
                <a:srgbClr val="000000"/>
              </a:solidFill>
              <a:latin typeface="Arial"/>
              <a:ea typeface="Arial"/>
              <a:cs typeface="Arial"/>
              <a:sym typeface="Arial"/>
            </a:endParaRPr>
          </a:p>
        </p:txBody>
      </p:sp>
      <p:sp>
        <p:nvSpPr>
          <p:cNvPr id="983" name="Google Shape;983;p7"/>
          <p:cNvSpPr txBox="1"/>
          <p:nvPr/>
        </p:nvSpPr>
        <p:spPr>
          <a:xfrm>
            <a:off x="8636599" y="1345647"/>
            <a:ext cx="11430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MAX 600°normal, 0.2MPa under</a:t>
            </a:r>
            <a:endParaRPr b="0" i="0" sz="600" u="none" cap="none" strike="noStrike">
              <a:solidFill>
                <a:srgbClr val="000000"/>
              </a:solidFill>
              <a:latin typeface="Arial"/>
              <a:ea typeface="Arial"/>
              <a:cs typeface="Arial"/>
              <a:sym typeface="Arial"/>
            </a:endParaRPr>
          </a:p>
        </p:txBody>
      </p:sp>
      <p:sp>
        <p:nvSpPr>
          <p:cNvPr id="984" name="Google Shape;984;p7"/>
          <p:cNvSpPr txBox="1"/>
          <p:nvPr/>
        </p:nvSpPr>
        <p:spPr>
          <a:xfrm>
            <a:off x="7554483" y="1529822"/>
            <a:ext cx="75501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 (Processing Unit)</a:t>
            </a:r>
            <a:endParaRPr b="0" i="0" sz="600" u="none" cap="none" strike="noStrike">
              <a:solidFill>
                <a:srgbClr val="000000"/>
              </a:solidFill>
              <a:latin typeface="Arial"/>
              <a:ea typeface="Arial"/>
              <a:cs typeface="Arial"/>
              <a:sym typeface="Arial"/>
            </a:endParaRPr>
          </a:p>
        </p:txBody>
      </p:sp>
      <p:sp>
        <p:nvSpPr>
          <p:cNvPr id="985" name="Google Shape;985;p7"/>
          <p:cNvSpPr txBox="1"/>
          <p:nvPr/>
        </p:nvSpPr>
        <p:spPr>
          <a:xfrm>
            <a:off x="8636599" y="1529822"/>
            <a:ext cx="81026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 22m D: 6.5m H: 6m</a:t>
            </a:r>
            <a:endParaRPr b="0" i="0" sz="600" u="none" cap="none" strike="noStrike">
              <a:solidFill>
                <a:srgbClr val="000000"/>
              </a:solidFill>
              <a:latin typeface="Arial"/>
              <a:ea typeface="Arial"/>
              <a:cs typeface="Arial"/>
              <a:sym typeface="Arial"/>
            </a:endParaRPr>
          </a:p>
        </p:txBody>
      </p:sp>
      <p:sp>
        <p:nvSpPr>
          <p:cNvPr id="986" name="Google Shape;986;p7"/>
          <p:cNvSpPr txBox="1"/>
          <p:nvPr/>
        </p:nvSpPr>
        <p:spPr>
          <a:xfrm>
            <a:off x="7554483" y="1713998"/>
            <a:ext cx="5632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 (bucket 1P)</a:t>
            </a:r>
            <a:endParaRPr b="0" i="0" sz="600" u="none" cap="none" strike="noStrike">
              <a:solidFill>
                <a:srgbClr val="000000"/>
              </a:solidFill>
              <a:latin typeface="Arial"/>
              <a:ea typeface="Arial"/>
              <a:cs typeface="Arial"/>
              <a:sym typeface="Arial"/>
            </a:endParaRPr>
          </a:p>
        </p:txBody>
      </p:sp>
      <p:sp>
        <p:nvSpPr>
          <p:cNvPr id="987" name="Google Shape;987;p7"/>
          <p:cNvSpPr txBox="1"/>
          <p:nvPr/>
        </p:nvSpPr>
        <p:spPr>
          <a:xfrm>
            <a:off x="8636599" y="1713998"/>
            <a:ext cx="88519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 1m D: 2m H: 1m / 1m</a:t>
            </a:r>
            <a:endParaRPr b="0" i="0" sz="600" u="none" cap="none" strike="noStrike">
              <a:solidFill>
                <a:srgbClr val="000000"/>
              </a:solidFill>
              <a:latin typeface="Arial"/>
              <a:ea typeface="Arial"/>
              <a:cs typeface="Arial"/>
              <a:sym typeface="Arial"/>
            </a:endParaRPr>
          </a:p>
        </p:txBody>
      </p:sp>
      <p:sp>
        <p:nvSpPr>
          <p:cNvPr id="988" name="Google Shape;988;p7"/>
          <p:cNvSpPr txBox="1"/>
          <p:nvPr/>
        </p:nvSpPr>
        <p:spPr>
          <a:xfrm>
            <a:off x="9496043" y="1708373"/>
            <a:ext cx="501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231F20"/>
                </a:solidFill>
                <a:latin typeface="Arial"/>
                <a:ea typeface="Arial"/>
                <a:cs typeface="Arial"/>
                <a:sym typeface="Arial"/>
              </a:rPr>
              <a:t>3</a:t>
            </a:r>
            <a:endParaRPr b="0" i="0" sz="350" u="none" cap="none" strike="noStrike">
              <a:solidFill>
                <a:srgbClr val="000000"/>
              </a:solidFill>
              <a:latin typeface="Arial"/>
              <a:ea typeface="Arial"/>
              <a:cs typeface="Arial"/>
              <a:sym typeface="Arial"/>
            </a:endParaRPr>
          </a:p>
        </p:txBody>
      </p:sp>
      <p:sp>
        <p:nvSpPr>
          <p:cNvPr id="989" name="Google Shape;989;p7"/>
          <p:cNvSpPr txBox="1"/>
          <p:nvPr/>
        </p:nvSpPr>
        <p:spPr>
          <a:xfrm>
            <a:off x="7554500" y="1898247"/>
            <a:ext cx="5632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 (bucket 2P)</a:t>
            </a:r>
            <a:endParaRPr b="0" i="0" sz="600" u="none" cap="none" strike="noStrike">
              <a:solidFill>
                <a:srgbClr val="000000"/>
              </a:solidFill>
              <a:latin typeface="Arial"/>
              <a:ea typeface="Arial"/>
              <a:cs typeface="Arial"/>
              <a:sym typeface="Arial"/>
            </a:endParaRPr>
          </a:p>
        </p:txBody>
      </p:sp>
      <p:sp>
        <p:nvSpPr>
          <p:cNvPr id="990" name="Google Shape;990;p7"/>
          <p:cNvSpPr txBox="1"/>
          <p:nvPr/>
        </p:nvSpPr>
        <p:spPr>
          <a:xfrm>
            <a:off x="8611216" y="1898247"/>
            <a:ext cx="960119"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 2m D: 2m H: 1m / 2m</a:t>
            </a:r>
            <a:r>
              <a:rPr b="0" baseline="30000" i="0" lang="en-US" sz="525" u="none" cap="none" strike="noStrike">
                <a:solidFill>
                  <a:srgbClr val="231F20"/>
                </a:solidFill>
                <a:latin typeface="Arial"/>
                <a:ea typeface="Arial"/>
                <a:cs typeface="Arial"/>
                <a:sym typeface="Arial"/>
              </a:rPr>
              <a:t>3</a:t>
            </a:r>
            <a:endParaRPr b="0" baseline="30000" i="0" sz="525" u="none" cap="none" strike="noStrike">
              <a:solidFill>
                <a:srgbClr val="000000"/>
              </a:solidFill>
              <a:latin typeface="Arial"/>
              <a:ea typeface="Arial"/>
              <a:cs typeface="Arial"/>
              <a:sym typeface="Arial"/>
            </a:endParaRPr>
          </a:p>
        </p:txBody>
      </p:sp>
      <p:sp>
        <p:nvSpPr>
          <p:cNvPr id="991" name="Google Shape;991;p7"/>
          <p:cNvSpPr txBox="1"/>
          <p:nvPr/>
        </p:nvSpPr>
        <p:spPr>
          <a:xfrm>
            <a:off x="7554500" y="2082446"/>
            <a:ext cx="5486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Process System</a:t>
            </a:r>
            <a:endParaRPr b="0" i="0" sz="600" u="none" cap="none" strike="noStrike">
              <a:solidFill>
                <a:srgbClr val="000000"/>
              </a:solidFill>
              <a:latin typeface="Arial"/>
              <a:ea typeface="Arial"/>
              <a:cs typeface="Arial"/>
              <a:sym typeface="Arial"/>
            </a:endParaRPr>
          </a:p>
        </p:txBody>
      </p:sp>
      <p:sp>
        <p:nvSpPr>
          <p:cNvPr id="992" name="Google Shape;992;p7"/>
          <p:cNvSpPr txBox="1"/>
          <p:nvPr/>
        </p:nvSpPr>
        <p:spPr>
          <a:xfrm>
            <a:off x="8636616" y="2082446"/>
            <a:ext cx="5924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Continuous type</a:t>
            </a:r>
            <a:endParaRPr b="0" i="0" sz="600" u="none" cap="none" strike="noStrike">
              <a:solidFill>
                <a:srgbClr val="000000"/>
              </a:solidFill>
              <a:latin typeface="Arial"/>
              <a:ea typeface="Arial"/>
              <a:cs typeface="Arial"/>
              <a:sym typeface="Arial"/>
            </a:endParaRPr>
          </a:p>
        </p:txBody>
      </p:sp>
      <p:sp>
        <p:nvSpPr>
          <p:cNvPr id="993" name="Google Shape;993;p7"/>
          <p:cNvSpPr txBox="1"/>
          <p:nvPr/>
        </p:nvSpPr>
        <p:spPr>
          <a:xfrm>
            <a:off x="7554500" y="2266622"/>
            <a:ext cx="64198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Steam Generation</a:t>
            </a:r>
            <a:endParaRPr b="0" i="0" sz="600" u="none" cap="none" strike="noStrike">
              <a:solidFill>
                <a:srgbClr val="000000"/>
              </a:solidFill>
              <a:latin typeface="Arial"/>
              <a:ea typeface="Arial"/>
              <a:cs typeface="Arial"/>
              <a:sym typeface="Arial"/>
            </a:endParaRPr>
          </a:p>
        </p:txBody>
      </p:sp>
      <p:sp>
        <p:nvSpPr>
          <p:cNvPr id="994" name="Google Shape;994;p7"/>
          <p:cNvSpPr txBox="1"/>
          <p:nvPr/>
        </p:nvSpPr>
        <p:spPr>
          <a:xfrm>
            <a:off x="8636616" y="2266622"/>
            <a:ext cx="45656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Steam boiler</a:t>
            </a:r>
            <a:endParaRPr b="0" i="0" sz="600" u="none" cap="none" strike="noStrike">
              <a:solidFill>
                <a:srgbClr val="000000"/>
              </a:solidFill>
              <a:latin typeface="Arial"/>
              <a:ea typeface="Arial"/>
              <a:cs typeface="Arial"/>
              <a:sym typeface="Arial"/>
            </a:endParaRPr>
          </a:p>
        </p:txBody>
      </p:sp>
      <p:sp>
        <p:nvSpPr>
          <p:cNvPr id="995" name="Google Shape;995;p7"/>
          <p:cNvSpPr txBox="1"/>
          <p:nvPr/>
        </p:nvSpPr>
        <p:spPr>
          <a:xfrm>
            <a:off x="7554500" y="2450797"/>
            <a:ext cx="65849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Superheating type</a:t>
            </a:r>
            <a:endParaRPr b="0" i="0" sz="600" u="none" cap="none" strike="noStrike">
              <a:solidFill>
                <a:srgbClr val="000000"/>
              </a:solidFill>
              <a:latin typeface="Arial"/>
              <a:ea typeface="Arial"/>
              <a:cs typeface="Arial"/>
              <a:sym typeface="Arial"/>
            </a:endParaRPr>
          </a:p>
        </p:txBody>
      </p:sp>
      <p:sp>
        <p:nvSpPr>
          <p:cNvPr id="996" name="Google Shape;996;p7"/>
          <p:cNvSpPr txBox="1"/>
          <p:nvPr/>
        </p:nvSpPr>
        <p:spPr>
          <a:xfrm>
            <a:off x="8636616" y="2450797"/>
            <a:ext cx="56007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Heating burner</a:t>
            </a:r>
            <a:endParaRPr b="0" i="0" sz="600" u="none" cap="none" strike="noStrike">
              <a:solidFill>
                <a:srgbClr val="000000"/>
              </a:solidFill>
              <a:latin typeface="Arial"/>
              <a:ea typeface="Arial"/>
              <a:cs typeface="Arial"/>
              <a:sym typeface="Arial"/>
            </a:endParaRPr>
          </a:p>
        </p:txBody>
      </p:sp>
      <p:sp>
        <p:nvSpPr>
          <p:cNvPr id="997" name="Google Shape;997;p7"/>
          <p:cNvSpPr txBox="1"/>
          <p:nvPr/>
        </p:nvSpPr>
        <p:spPr>
          <a:xfrm>
            <a:off x="7554500" y="2634973"/>
            <a:ext cx="5461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Control System</a:t>
            </a:r>
            <a:endParaRPr b="0" i="0" sz="600" u="none" cap="none" strike="noStrike">
              <a:solidFill>
                <a:srgbClr val="000000"/>
              </a:solidFill>
              <a:latin typeface="Arial"/>
              <a:ea typeface="Arial"/>
              <a:cs typeface="Arial"/>
              <a:sym typeface="Arial"/>
            </a:endParaRPr>
          </a:p>
        </p:txBody>
      </p:sp>
      <p:sp>
        <p:nvSpPr>
          <p:cNvPr id="998" name="Google Shape;998;p7"/>
          <p:cNvSpPr txBox="1"/>
          <p:nvPr/>
        </p:nvSpPr>
        <p:spPr>
          <a:xfrm>
            <a:off x="8636616" y="2634973"/>
            <a:ext cx="820419"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microcomputer control</a:t>
            </a:r>
            <a:endParaRPr b="0" i="0" sz="600" u="none" cap="none" strike="noStrike">
              <a:solidFill>
                <a:srgbClr val="000000"/>
              </a:solidFill>
              <a:latin typeface="Arial"/>
              <a:ea typeface="Arial"/>
              <a:cs typeface="Arial"/>
              <a:sym typeface="Arial"/>
            </a:endParaRPr>
          </a:p>
        </p:txBody>
      </p:sp>
      <p:sp>
        <p:nvSpPr>
          <p:cNvPr id="999" name="Google Shape;999;p7"/>
          <p:cNvSpPr txBox="1"/>
          <p:nvPr/>
        </p:nvSpPr>
        <p:spPr>
          <a:xfrm>
            <a:off x="7554500" y="2819148"/>
            <a:ext cx="47625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Safety device</a:t>
            </a:r>
            <a:endParaRPr b="0" i="0" sz="600" u="none" cap="none" strike="noStrike">
              <a:solidFill>
                <a:srgbClr val="000000"/>
              </a:solidFill>
              <a:latin typeface="Arial"/>
              <a:ea typeface="Arial"/>
              <a:cs typeface="Arial"/>
              <a:sym typeface="Arial"/>
            </a:endParaRPr>
          </a:p>
        </p:txBody>
      </p:sp>
      <p:sp>
        <p:nvSpPr>
          <p:cNvPr id="1000" name="Google Shape;1000;p7"/>
          <p:cNvSpPr txBox="1"/>
          <p:nvPr/>
        </p:nvSpPr>
        <p:spPr>
          <a:xfrm>
            <a:off x="8636616" y="2819148"/>
            <a:ext cx="5162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Valve &amp; sensor</a:t>
            </a:r>
            <a:endParaRPr b="0" i="0" sz="600" u="none" cap="none" strike="noStrike">
              <a:solidFill>
                <a:srgbClr val="000000"/>
              </a:solidFill>
              <a:latin typeface="Arial"/>
              <a:ea typeface="Arial"/>
              <a:cs typeface="Arial"/>
              <a:sym typeface="Arial"/>
            </a:endParaRPr>
          </a:p>
        </p:txBody>
      </p:sp>
      <p:sp>
        <p:nvSpPr>
          <p:cNvPr id="1001" name="Google Shape;1001;p7"/>
          <p:cNvSpPr/>
          <p:nvPr/>
        </p:nvSpPr>
        <p:spPr>
          <a:xfrm>
            <a:off x="743080" y="783382"/>
            <a:ext cx="2058670" cy="312420"/>
          </a:xfrm>
          <a:custGeom>
            <a:rect b="b" l="l" r="r" t="t"/>
            <a:pathLst>
              <a:path extrusionOk="0" h="312419" w="2058670">
                <a:moveTo>
                  <a:pt x="2058047" y="0"/>
                </a:moveTo>
                <a:lnTo>
                  <a:pt x="0" y="0"/>
                </a:lnTo>
                <a:lnTo>
                  <a:pt x="135001" y="312267"/>
                </a:lnTo>
                <a:lnTo>
                  <a:pt x="2058047" y="312267"/>
                </a:lnTo>
                <a:lnTo>
                  <a:pt x="2058047"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7"/>
          <p:cNvSpPr txBox="1"/>
          <p:nvPr/>
        </p:nvSpPr>
        <p:spPr>
          <a:xfrm>
            <a:off x="1189757" y="1088241"/>
            <a:ext cx="1557655" cy="4368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700"/>
              <a:buFont typeface="Arial"/>
              <a:buNone/>
            </a:pPr>
            <a:r>
              <a:rPr b="0" i="0" lang="en-US" sz="2700" u="none" cap="none" strike="noStrike">
                <a:solidFill>
                  <a:srgbClr val="231F20"/>
                </a:solidFill>
                <a:latin typeface="Verdana"/>
                <a:ea typeface="Verdana"/>
                <a:cs typeface="Verdana"/>
                <a:sym typeface="Verdana"/>
              </a:rPr>
              <a:t>UR</a:t>
            </a:r>
            <a:r>
              <a:rPr b="0" i="0" lang="en-US" sz="2700" u="none" cap="none" strike="noStrike">
                <a:solidFill>
                  <a:srgbClr val="696A6D"/>
                </a:solidFill>
                <a:latin typeface="Verdana"/>
                <a:ea typeface="Verdana"/>
                <a:cs typeface="Verdana"/>
                <a:sym typeface="Verdana"/>
              </a:rPr>
              <a:t>C</a:t>
            </a:r>
            <a:r>
              <a:rPr b="0" i="0" lang="en-US" sz="2700" u="none" cap="none" strike="noStrike">
                <a:solidFill>
                  <a:srgbClr val="231F20"/>
                </a:solidFill>
                <a:latin typeface="Verdana"/>
                <a:ea typeface="Verdana"/>
                <a:cs typeface="Verdana"/>
                <a:sym typeface="Verdana"/>
              </a:rPr>
              <a:t>-150</a:t>
            </a:r>
            <a:endParaRPr b="0" i="0" sz="2700" u="none" cap="none" strike="noStrike">
              <a:solidFill>
                <a:srgbClr val="000000"/>
              </a:solidFill>
              <a:latin typeface="Verdana"/>
              <a:ea typeface="Verdana"/>
              <a:cs typeface="Verdana"/>
              <a:sym typeface="Verdana"/>
            </a:endParaRPr>
          </a:p>
        </p:txBody>
      </p:sp>
      <p:grpSp>
        <p:nvGrpSpPr>
          <p:cNvPr id="1003" name="Google Shape;1003;p7"/>
          <p:cNvGrpSpPr/>
          <p:nvPr/>
        </p:nvGrpSpPr>
        <p:grpSpPr>
          <a:xfrm>
            <a:off x="1415968" y="778751"/>
            <a:ext cx="1500688" cy="1122680"/>
            <a:chOff x="1415968" y="778751"/>
            <a:chExt cx="1500688" cy="1122680"/>
          </a:xfrm>
        </p:grpSpPr>
        <p:sp>
          <p:nvSpPr>
            <p:cNvPr id="1004" name="Google Shape;1004;p7"/>
            <p:cNvSpPr/>
            <p:nvPr/>
          </p:nvSpPr>
          <p:spPr>
            <a:xfrm>
              <a:off x="2843631" y="778751"/>
              <a:ext cx="73025" cy="1122680"/>
            </a:xfrm>
            <a:custGeom>
              <a:rect b="b" l="l" r="r" t="t"/>
              <a:pathLst>
                <a:path extrusionOk="0" h="1122680" w="73025">
                  <a:moveTo>
                    <a:pt x="72948" y="0"/>
                  </a:moveTo>
                  <a:lnTo>
                    <a:pt x="0" y="0"/>
                  </a:lnTo>
                  <a:lnTo>
                    <a:pt x="0" y="1122057"/>
                  </a:lnTo>
                  <a:lnTo>
                    <a:pt x="72948" y="1122057"/>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05" name="Google Shape;1005;p7"/>
            <p:cNvPicPr preferRelativeResize="0"/>
            <p:nvPr/>
          </p:nvPicPr>
          <p:blipFill rotWithShape="1">
            <a:blip r:embed="rId11">
              <a:alphaModFix/>
            </a:blip>
            <a:srcRect b="0" l="0" r="0" t="0"/>
            <a:stretch/>
          </p:blipFill>
          <p:spPr>
            <a:xfrm>
              <a:off x="1415973" y="1531658"/>
              <a:ext cx="286270" cy="284949"/>
            </a:xfrm>
            <a:prstGeom prst="rect">
              <a:avLst/>
            </a:prstGeom>
            <a:noFill/>
            <a:ln>
              <a:noFill/>
            </a:ln>
          </p:spPr>
        </p:pic>
        <p:sp>
          <p:nvSpPr>
            <p:cNvPr id="1006" name="Google Shape;1006;p7"/>
            <p:cNvSpPr/>
            <p:nvPr/>
          </p:nvSpPr>
          <p:spPr>
            <a:xfrm>
              <a:off x="1415968"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07" name="Google Shape;1007;p7"/>
            <p:cNvPicPr preferRelativeResize="0"/>
            <p:nvPr/>
          </p:nvPicPr>
          <p:blipFill rotWithShape="1">
            <a:blip r:embed="rId12">
              <a:alphaModFix/>
            </a:blip>
            <a:srcRect b="0" l="0" r="0" t="0"/>
            <a:stretch/>
          </p:blipFill>
          <p:spPr>
            <a:xfrm>
              <a:off x="1501320" y="1589524"/>
              <a:ext cx="116585" cy="140601"/>
            </a:xfrm>
            <a:prstGeom prst="rect">
              <a:avLst/>
            </a:prstGeom>
            <a:noFill/>
            <a:ln>
              <a:noFill/>
            </a:ln>
          </p:spPr>
        </p:pic>
      </p:grpSp>
      <p:sp>
        <p:nvSpPr>
          <p:cNvPr id="1008" name="Google Shape;1008;p7"/>
          <p:cNvSpPr txBox="1"/>
          <p:nvPr/>
        </p:nvSpPr>
        <p:spPr>
          <a:xfrm>
            <a:off x="1444580" y="1730846"/>
            <a:ext cx="2406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GENERAL</a:t>
            </a:r>
            <a:endParaRPr b="0" i="0" sz="350" u="none" cap="none" strike="noStrike">
              <a:solidFill>
                <a:srgbClr val="000000"/>
              </a:solidFill>
              <a:latin typeface="Arial"/>
              <a:ea typeface="Arial"/>
              <a:cs typeface="Arial"/>
              <a:sym typeface="Arial"/>
            </a:endParaRPr>
          </a:p>
        </p:txBody>
      </p:sp>
      <p:grpSp>
        <p:nvGrpSpPr>
          <p:cNvPr id="1009" name="Google Shape;1009;p7"/>
          <p:cNvGrpSpPr/>
          <p:nvPr/>
        </p:nvGrpSpPr>
        <p:grpSpPr>
          <a:xfrm>
            <a:off x="2103170" y="1531658"/>
            <a:ext cx="286401" cy="286391"/>
            <a:chOff x="2103170" y="1531658"/>
            <a:chExt cx="286401" cy="286391"/>
          </a:xfrm>
        </p:grpSpPr>
        <p:pic>
          <p:nvPicPr>
            <p:cNvPr id="1010" name="Google Shape;1010;p7"/>
            <p:cNvPicPr preferRelativeResize="0"/>
            <p:nvPr/>
          </p:nvPicPr>
          <p:blipFill rotWithShape="1">
            <a:blip r:embed="rId11">
              <a:alphaModFix/>
            </a:blip>
            <a:srcRect b="0" l="0" r="0" t="0"/>
            <a:stretch/>
          </p:blipFill>
          <p:spPr>
            <a:xfrm>
              <a:off x="2103170" y="1531658"/>
              <a:ext cx="286296" cy="284949"/>
            </a:xfrm>
            <a:prstGeom prst="rect">
              <a:avLst/>
            </a:prstGeom>
            <a:noFill/>
            <a:ln>
              <a:noFill/>
            </a:ln>
          </p:spPr>
        </p:pic>
        <p:sp>
          <p:nvSpPr>
            <p:cNvPr id="1011" name="Google Shape;1011;p7"/>
            <p:cNvSpPr/>
            <p:nvPr/>
          </p:nvSpPr>
          <p:spPr>
            <a:xfrm>
              <a:off x="2103186"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2" name="Google Shape;1012;p7"/>
            <p:cNvPicPr preferRelativeResize="0"/>
            <p:nvPr/>
          </p:nvPicPr>
          <p:blipFill rotWithShape="1">
            <a:blip r:embed="rId13">
              <a:alphaModFix/>
            </a:blip>
            <a:srcRect b="0" l="0" r="0" t="0"/>
            <a:stretch/>
          </p:blipFill>
          <p:spPr>
            <a:xfrm>
              <a:off x="2176913" y="1589524"/>
              <a:ext cx="138849" cy="140601"/>
            </a:xfrm>
            <a:prstGeom prst="rect">
              <a:avLst/>
            </a:prstGeom>
            <a:noFill/>
            <a:ln>
              <a:noFill/>
            </a:ln>
          </p:spPr>
        </p:pic>
      </p:grpSp>
      <p:sp>
        <p:nvSpPr>
          <p:cNvPr id="1013" name="Google Shape;1013;p7"/>
          <p:cNvSpPr txBox="1"/>
          <p:nvPr/>
        </p:nvSpPr>
        <p:spPr>
          <a:xfrm>
            <a:off x="2152773" y="1730846"/>
            <a:ext cx="18732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META L</a:t>
            </a:r>
            <a:endParaRPr b="0" i="0" sz="350" u="none" cap="none" strike="noStrike">
              <a:solidFill>
                <a:srgbClr val="000000"/>
              </a:solidFill>
              <a:latin typeface="Arial"/>
              <a:ea typeface="Arial"/>
              <a:cs typeface="Arial"/>
              <a:sym typeface="Arial"/>
            </a:endParaRPr>
          </a:p>
        </p:txBody>
      </p:sp>
      <p:grpSp>
        <p:nvGrpSpPr>
          <p:cNvPr id="1014" name="Google Shape;1014;p7"/>
          <p:cNvGrpSpPr/>
          <p:nvPr/>
        </p:nvGrpSpPr>
        <p:grpSpPr>
          <a:xfrm>
            <a:off x="2446781" y="1531658"/>
            <a:ext cx="286397" cy="286391"/>
            <a:chOff x="2446781" y="1531658"/>
            <a:chExt cx="286397" cy="286391"/>
          </a:xfrm>
        </p:grpSpPr>
        <p:pic>
          <p:nvPicPr>
            <p:cNvPr id="1015" name="Google Shape;1015;p7"/>
            <p:cNvPicPr preferRelativeResize="0"/>
            <p:nvPr/>
          </p:nvPicPr>
          <p:blipFill rotWithShape="1">
            <a:blip r:embed="rId11">
              <a:alphaModFix/>
            </a:blip>
            <a:srcRect b="0" l="0" r="0" t="0"/>
            <a:stretch/>
          </p:blipFill>
          <p:spPr>
            <a:xfrm>
              <a:off x="2446781" y="1531658"/>
              <a:ext cx="286296" cy="284949"/>
            </a:xfrm>
            <a:prstGeom prst="rect">
              <a:avLst/>
            </a:prstGeom>
            <a:noFill/>
            <a:ln>
              <a:noFill/>
            </a:ln>
          </p:spPr>
        </p:pic>
        <p:sp>
          <p:nvSpPr>
            <p:cNvPr id="1016" name="Google Shape;1016;p7"/>
            <p:cNvSpPr/>
            <p:nvPr/>
          </p:nvSpPr>
          <p:spPr>
            <a:xfrm>
              <a:off x="2446793"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7" name="Google Shape;1017;p7"/>
            <p:cNvPicPr preferRelativeResize="0"/>
            <p:nvPr/>
          </p:nvPicPr>
          <p:blipFill rotWithShape="1">
            <a:blip r:embed="rId14">
              <a:alphaModFix/>
            </a:blip>
            <a:srcRect b="0" l="0" r="0" t="0"/>
            <a:stretch/>
          </p:blipFill>
          <p:spPr>
            <a:xfrm>
              <a:off x="2529307" y="1586586"/>
              <a:ext cx="121272" cy="146469"/>
            </a:xfrm>
            <a:prstGeom prst="rect">
              <a:avLst/>
            </a:prstGeom>
            <a:noFill/>
            <a:ln>
              <a:noFill/>
            </a:ln>
          </p:spPr>
        </p:pic>
      </p:grpSp>
      <p:sp>
        <p:nvSpPr>
          <p:cNvPr id="1018" name="Google Shape;1018;p7"/>
          <p:cNvSpPr txBox="1"/>
          <p:nvPr/>
        </p:nvSpPr>
        <p:spPr>
          <a:xfrm>
            <a:off x="2465420" y="1730846"/>
            <a:ext cx="26479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ORGANICS</a:t>
            </a:r>
            <a:endParaRPr b="0" i="0" sz="350" u="none" cap="none" strike="noStrike">
              <a:solidFill>
                <a:srgbClr val="000000"/>
              </a:solidFill>
              <a:latin typeface="Arial"/>
              <a:ea typeface="Arial"/>
              <a:cs typeface="Arial"/>
              <a:sym typeface="Arial"/>
            </a:endParaRPr>
          </a:p>
        </p:txBody>
      </p:sp>
      <p:grpSp>
        <p:nvGrpSpPr>
          <p:cNvPr id="1019" name="Google Shape;1019;p7"/>
          <p:cNvGrpSpPr/>
          <p:nvPr/>
        </p:nvGrpSpPr>
        <p:grpSpPr>
          <a:xfrm>
            <a:off x="1757705" y="1531671"/>
            <a:ext cx="288291" cy="288291"/>
            <a:chOff x="1757705" y="1531671"/>
            <a:chExt cx="288291" cy="288291"/>
          </a:xfrm>
        </p:grpSpPr>
        <p:pic>
          <p:nvPicPr>
            <p:cNvPr id="1020" name="Google Shape;1020;p7"/>
            <p:cNvPicPr preferRelativeResize="0"/>
            <p:nvPr/>
          </p:nvPicPr>
          <p:blipFill rotWithShape="1">
            <a:blip r:embed="rId15">
              <a:alphaModFix/>
            </a:blip>
            <a:srcRect b="0" l="0" r="0" t="0"/>
            <a:stretch/>
          </p:blipFill>
          <p:spPr>
            <a:xfrm>
              <a:off x="1757705" y="1531671"/>
              <a:ext cx="288150" cy="286778"/>
            </a:xfrm>
            <a:prstGeom prst="rect">
              <a:avLst/>
            </a:prstGeom>
            <a:noFill/>
            <a:ln>
              <a:noFill/>
            </a:ln>
          </p:spPr>
        </p:pic>
        <p:sp>
          <p:nvSpPr>
            <p:cNvPr id="1021" name="Google Shape;1021;p7"/>
            <p:cNvSpPr/>
            <p:nvPr/>
          </p:nvSpPr>
          <p:spPr>
            <a:xfrm>
              <a:off x="1757706" y="1531672"/>
              <a:ext cx="288290" cy="288290"/>
            </a:xfrm>
            <a:custGeom>
              <a:rect b="b" l="l" r="r" t="t"/>
              <a:pathLst>
                <a:path extrusionOk="0" h="288289" w="288289">
                  <a:moveTo>
                    <a:pt x="237502" y="0"/>
                  </a:moveTo>
                  <a:lnTo>
                    <a:pt x="50647" y="0"/>
                  </a:lnTo>
                  <a:lnTo>
                    <a:pt x="30936" y="3979"/>
                  </a:lnTo>
                  <a:lnTo>
                    <a:pt x="14836" y="14832"/>
                  </a:lnTo>
                  <a:lnTo>
                    <a:pt x="3981" y="30930"/>
                  </a:lnTo>
                  <a:lnTo>
                    <a:pt x="0" y="50647"/>
                  </a:lnTo>
                  <a:lnTo>
                    <a:pt x="0" y="237502"/>
                  </a:lnTo>
                  <a:lnTo>
                    <a:pt x="3981" y="257212"/>
                  </a:lnTo>
                  <a:lnTo>
                    <a:pt x="14836" y="273307"/>
                  </a:lnTo>
                  <a:lnTo>
                    <a:pt x="30936" y="284158"/>
                  </a:lnTo>
                  <a:lnTo>
                    <a:pt x="50647" y="288137"/>
                  </a:lnTo>
                  <a:lnTo>
                    <a:pt x="237502" y="288137"/>
                  </a:lnTo>
                  <a:lnTo>
                    <a:pt x="257214" y="284158"/>
                  </a:lnTo>
                  <a:lnTo>
                    <a:pt x="273313" y="273307"/>
                  </a:lnTo>
                  <a:lnTo>
                    <a:pt x="284169" y="257212"/>
                  </a:lnTo>
                  <a:lnTo>
                    <a:pt x="288150" y="237502"/>
                  </a:lnTo>
                  <a:lnTo>
                    <a:pt x="288150" y="50647"/>
                  </a:lnTo>
                  <a:lnTo>
                    <a:pt x="284169" y="30930"/>
                  </a:lnTo>
                  <a:lnTo>
                    <a:pt x="273313" y="14832"/>
                  </a:lnTo>
                  <a:lnTo>
                    <a:pt x="257214" y="3979"/>
                  </a:lnTo>
                  <a:lnTo>
                    <a:pt x="237502"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7"/>
            <p:cNvSpPr/>
            <p:nvPr/>
          </p:nvSpPr>
          <p:spPr>
            <a:xfrm>
              <a:off x="1803534" y="1757627"/>
              <a:ext cx="24765" cy="32384"/>
            </a:xfrm>
            <a:custGeom>
              <a:rect b="b" l="l" r="r" t="t"/>
              <a:pathLst>
                <a:path extrusionOk="0" h="32385" w="24764">
                  <a:moveTo>
                    <a:pt x="14274" y="0"/>
                  </a:moveTo>
                  <a:lnTo>
                    <a:pt x="0" y="0"/>
                  </a:lnTo>
                  <a:lnTo>
                    <a:pt x="0" y="31965"/>
                  </a:lnTo>
                  <a:lnTo>
                    <a:pt x="6451" y="31965"/>
                  </a:lnTo>
                  <a:lnTo>
                    <a:pt x="6451" y="19900"/>
                  </a:lnTo>
                  <a:lnTo>
                    <a:pt x="13576" y="19900"/>
                  </a:lnTo>
                  <a:lnTo>
                    <a:pt x="23577" y="14477"/>
                  </a:lnTo>
                  <a:lnTo>
                    <a:pt x="6451" y="14477"/>
                  </a:lnTo>
                  <a:lnTo>
                    <a:pt x="6451" y="5397"/>
                  </a:lnTo>
                  <a:lnTo>
                    <a:pt x="23920" y="5397"/>
                  </a:lnTo>
                  <a:lnTo>
                    <a:pt x="23863" y="5206"/>
                  </a:lnTo>
                  <a:lnTo>
                    <a:pt x="21399" y="1993"/>
                  </a:lnTo>
                  <a:lnTo>
                    <a:pt x="19862" y="952"/>
                  </a:lnTo>
                  <a:lnTo>
                    <a:pt x="16840" y="152"/>
                  </a:lnTo>
                  <a:lnTo>
                    <a:pt x="14274" y="0"/>
                  </a:lnTo>
                  <a:close/>
                </a:path>
                <a:path extrusionOk="0" h="32385" w="24764">
                  <a:moveTo>
                    <a:pt x="23920" y="5397"/>
                  </a:moveTo>
                  <a:lnTo>
                    <a:pt x="11899" y="5397"/>
                  </a:lnTo>
                  <a:lnTo>
                    <a:pt x="13449" y="5473"/>
                  </a:lnTo>
                  <a:lnTo>
                    <a:pt x="15265" y="5803"/>
                  </a:lnTo>
                  <a:lnTo>
                    <a:pt x="16129" y="6286"/>
                  </a:lnTo>
                  <a:lnTo>
                    <a:pt x="17500" y="7797"/>
                  </a:lnTo>
                  <a:lnTo>
                    <a:pt x="17843" y="8750"/>
                  </a:lnTo>
                  <a:lnTo>
                    <a:pt x="17843" y="10858"/>
                  </a:lnTo>
                  <a:lnTo>
                    <a:pt x="12522" y="14477"/>
                  </a:lnTo>
                  <a:lnTo>
                    <a:pt x="23577" y="14477"/>
                  </a:lnTo>
                  <a:lnTo>
                    <a:pt x="24130" y="13436"/>
                  </a:lnTo>
                  <a:lnTo>
                    <a:pt x="24485" y="11798"/>
                  </a:lnTo>
                  <a:lnTo>
                    <a:pt x="24485" y="7289"/>
                  </a:lnTo>
                  <a:lnTo>
                    <a:pt x="23920" y="5397"/>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7"/>
            <p:cNvSpPr/>
            <p:nvPr/>
          </p:nvSpPr>
          <p:spPr>
            <a:xfrm>
              <a:off x="1831263" y="1757082"/>
              <a:ext cx="172085" cy="33655"/>
            </a:xfrm>
            <a:custGeom>
              <a:rect b="b" l="l" r="r" t="t"/>
              <a:pathLst>
                <a:path extrusionOk="0" h="33655" w="172085">
                  <a:moveTo>
                    <a:pt x="53695" y="32512"/>
                  </a:moveTo>
                  <a:lnTo>
                    <a:pt x="50787" y="25247"/>
                  </a:lnTo>
                  <a:lnTo>
                    <a:pt x="48628" y="19862"/>
                  </a:lnTo>
                  <a:lnTo>
                    <a:pt x="43878" y="8001"/>
                  </a:lnTo>
                  <a:lnTo>
                    <a:pt x="41821" y="2870"/>
                  </a:lnTo>
                  <a:lnTo>
                    <a:pt x="41821" y="19862"/>
                  </a:lnTo>
                  <a:lnTo>
                    <a:pt x="33096" y="19862"/>
                  </a:lnTo>
                  <a:lnTo>
                    <a:pt x="37414" y="8001"/>
                  </a:lnTo>
                  <a:lnTo>
                    <a:pt x="41821" y="19862"/>
                  </a:lnTo>
                  <a:lnTo>
                    <a:pt x="41821" y="2870"/>
                  </a:lnTo>
                  <a:lnTo>
                    <a:pt x="40894" y="546"/>
                  </a:lnTo>
                  <a:lnTo>
                    <a:pt x="34074" y="546"/>
                  </a:lnTo>
                  <a:lnTo>
                    <a:pt x="22504" y="30238"/>
                  </a:lnTo>
                  <a:lnTo>
                    <a:pt x="22504" y="27127"/>
                  </a:lnTo>
                  <a:lnTo>
                    <a:pt x="6451" y="27127"/>
                  </a:lnTo>
                  <a:lnTo>
                    <a:pt x="6451" y="800"/>
                  </a:lnTo>
                  <a:lnTo>
                    <a:pt x="0" y="800"/>
                  </a:lnTo>
                  <a:lnTo>
                    <a:pt x="0" y="32512"/>
                  </a:lnTo>
                  <a:lnTo>
                    <a:pt x="21615" y="32512"/>
                  </a:lnTo>
                  <a:lnTo>
                    <a:pt x="22504" y="32512"/>
                  </a:lnTo>
                  <a:lnTo>
                    <a:pt x="28473" y="32512"/>
                  </a:lnTo>
                  <a:lnTo>
                    <a:pt x="31102" y="25247"/>
                  </a:lnTo>
                  <a:lnTo>
                    <a:pt x="43878" y="25247"/>
                  </a:lnTo>
                  <a:lnTo>
                    <a:pt x="46672" y="32512"/>
                  </a:lnTo>
                  <a:lnTo>
                    <a:pt x="53695" y="32512"/>
                  </a:lnTo>
                  <a:close/>
                </a:path>
                <a:path extrusionOk="0" h="33655" w="172085">
                  <a:moveTo>
                    <a:pt x="79248" y="21183"/>
                  </a:moveTo>
                  <a:lnTo>
                    <a:pt x="64325" y="11811"/>
                  </a:lnTo>
                  <a:lnTo>
                    <a:pt x="62357" y="11099"/>
                  </a:lnTo>
                  <a:lnTo>
                    <a:pt x="60896" y="9880"/>
                  </a:lnTo>
                  <a:lnTo>
                    <a:pt x="60579" y="9232"/>
                  </a:lnTo>
                  <a:lnTo>
                    <a:pt x="60579" y="7645"/>
                  </a:lnTo>
                  <a:lnTo>
                    <a:pt x="60921" y="6985"/>
                  </a:lnTo>
                  <a:lnTo>
                    <a:pt x="62661" y="5727"/>
                  </a:lnTo>
                  <a:lnTo>
                    <a:pt x="64135" y="5334"/>
                  </a:lnTo>
                  <a:lnTo>
                    <a:pt x="67830" y="5334"/>
                  </a:lnTo>
                  <a:lnTo>
                    <a:pt x="69189" y="5702"/>
                  </a:lnTo>
                  <a:lnTo>
                    <a:pt x="71018" y="7137"/>
                  </a:lnTo>
                  <a:lnTo>
                    <a:pt x="71602" y="8318"/>
                  </a:lnTo>
                  <a:lnTo>
                    <a:pt x="71882" y="9956"/>
                  </a:lnTo>
                  <a:lnTo>
                    <a:pt x="78333" y="9677"/>
                  </a:lnTo>
                  <a:lnTo>
                    <a:pt x="78232" y="6743"/>
                  </a:lnTo>
                  <a:lnTo>
                    <a:pt x="77165" y="4394"/>
                  </a:lnTo>
                  <a:lnTo>
                    <a:pt x="73101" y="876"/>
                  </a:lnTo>
                  <a:lnTo>
                    <a:pt x="70091" y="0"/>
                  </a:lnTo>
                  <a:lnTo>
                    <a:pt x="63627" y="0"/>
                  </a:lnTo>
                  <a:lnTo>
                    <a:pt x="54406" y="7289"/>
                  </a:lnTo>
                  <a:lnTo>
                    <a:pt x="54406" y="11442"/>
                  </a:lnTo>
                  <a:lnTo>
                    <a:pt x="55384" y="13589"/>
                  </a:lnTo>
                  <a:lnTo>
                    <a:pt x="58750" y="16598"/>
                  </a:lnTo>
                  <a:lnTo>
                    <a:pt x="61175" y="17653"/>
                  </a:lnTo>
                  <a:lnTo>
                    <a:pt x="69049" y="19646"/>
                  </a:lnTo>
                  <a:lnTo>
                    <a:pt x="70904" y="20307"/>
                  </a:lnTo>
                  <a:lnTo>
                    <a:pt x="71678" y="20764"/>
                  </a:lnTo>
                  <a:lnTo>
                    <a:pt x="72580" y="21818"/>
                  </a:lnTo>
                  <a:lnTo>
                    <a:pt x="72796" y="22466"/>
                  </a:lnTo>
                  <a:lnTo>
                    <a:pt x="72796" y="24396"/>
                  </a:lnTo>
                  <a:lnTo>
                    <a:pt x="72263" y="25425"/>
                  </a:lnTo>
                  <a:lnTo>
                    <a:pt x="70154" y="27190"/>
                  </a:lnTo>
                  <a:lnTo>
                    <a:pt x="68592" y="27622"/>
                  </a:lnTo>
                  <a:lnTo>
                    <a:pt x="64554" y="27622"/>
                  </a:lnTo>
                  <a:lnTo>
                    <a:pt x="62992" y="27139"/>
                  </a:lnTo>
                  <a:lnTo>
                    <a:pt x="60680" y="25158"/>
                  </a:lnTo>
                  <a:lnTo>
                    <a:pt x="59918" y="23609"/>
                  </a:lnTo>
                  <a:lnTo>
                    <a:pt x="59537" y="21501"/>
                  </a:lnTo>
                  <a:lnTo>
                    <a:pt x="53251" y="22110"/>
                  </a:lnTo>
                  <a:lnTo>
                    <a:pt x="53682" y="25692"/>
                  </a:lnTo>
                  <a:lnTo>
                    <a:pt x="54965" y="28409"/>
                  </a:lnTo>
                  <a:lnTo>
                    <a:pt x="59309" y="32143"/>
                  </a:lnTo>
                  <a:lnTo>
                    <a:pt x="62407" y="33083"/>
                  </a:lnTo>
                  <a:lnTo>
                    <a:pt x="69227" y="33083"/>
                  </a:lnTo>
                  <a:lnTo>
                    <a:pt x="79248" y="25031"/>
                  </a:lnTo>
                  <a:lnTo>
                    <a:pt x="79248" y="21183"/>
                  </a:lnTo>
                  <a:close/>
                </a:path>
                <a:path extrusionOk="0" h="33655" w="172085">
                  <a:moveTo>
                    <a:pt x="105575" y="546"/>
                  </a:moveTo>
                  <a:lnTo>
                    <a:pt x="80162" y="546"/>
                  </a:lnTo>
                  <a:lnTo>
                    <a:pt x="80162" y="5943"/>
                  </a:lnTo>
                  <a:lnTo>
                    <a:pt x="89649" y="5943"/>
                  </a:lnTo>
                  <a:lnTo>
                    <a:pt x="89649" y="32512"/>
                  </a:lnTo>
                  <a:lnTo>
                    <a:pt x="96100" y="32512"/>
                  </a:lnTo>
                  <a:lnTo>
                    <a:pt x="96100" y="5943"/>
                  </a:lnTo>
                  <a:lnTo>
                    <a:pt x="105575" y="5943"/>
                  </a:lnTo>
                  <a:lnTo>
                    <a:pt x="105575" y="546"/>
                  </a:lnTo>
                  <a:close/>
                </a:path>
                <a:path extrusionOk="0" h="33655" w="172085">
                  <a:moveTo>
                    <a:pt x="113766" y="546"/>
                  </a:moveTo>
                  <a:lnTo>
                    <a:pt x="107315" y="546"/>
                  </a:lnTo>
                  <a:lnTo>
                    <a:pt x="107315" y="32512"/>
                  </a:lnTo>
                  <a:lnTo>
                    <a:pt x="113766" y="32512"/>
                  </a:lnTo>
                  <a:lnTo>
                    <a:pt x="113766" y="546"/>
                  </a:lnTo>
                  <a:close/>
                </a:path>
                <a:path extrusionOk="0" h="33655" w="172085">
                  <a:moveTo>
                    <a:pt x="144386" y="22745"/>
                  </a:moveTo>
                  <a:lnTo>
                    <a:pt x="138137" y="20764"/>
                  </a:lnTo>
                  <a:lnTo>
                    <a:pt x="137591" y="23101"/>
                  </a:lnTo>
                  <a:lnTo>
                    <a:pt x="136702" y="24815"/>
                  </a:lnTo>
                  <a:lnTo>
                    <a:pt x="134239" y="27000"/>
                  </a:lnTo>
                  <a:lnTo>
                    <a:pt x="132765" y="27546"/>
                  </a:lnTo>
                  <a:lnTo>
                    <a:pt x="128727" y="27546"/>
                  </a:lnTo>
                  <a:lnTo>
                    <a:pt x="126834" y="26682"/>
                  </a:lnTo>
                  <a:lnTo>
                    <a:pt x="123926" y="23253"/>
                  </a:lnTo>
                  <a:lnTo>
                    <a:pt x="123190" y="20383"/>
                  </a:lnTo>
                  <a:lnTo>
                    <a:pt x="123190" y="12534"/>
                  </a:lnTo>
                  <a:lnTo>
                    <a:pt x="123939" y="9779"/>
                  </a:lnTo>
                  <a:lnTo>
                    <a:pt x="126885" y="6375"/>
                  </a:lnTo>
                  <a:lnTo>
                    <a:pt x="128816" y="5524"/>
                  </a:lnTo>
                  <a:lnTo>
                    <a:pt x="132892" y="5524"/>
                  </a:lnTo>
                  <a:lnTo>
                    <a:pt x="134353" y="5994"/>
                  </a:lnTo>
                  <a:lnTo>
                    <a:pt x="136753" y="7924"/>
                  </a:lnTo>
                  <a:lnTo>
                    <a:pt x="137541" y="9232"/>
                  </a:lnTo>
                  <a:lnTo>
                    <a:pt x="137922" y="10883"/>
                  </a:lnTo>
                  <a:lnTo>
                    <a:pt x="144310" y="9359"/>
                  </a:lnTo>
                  <a:lnTo>
                    <a:pt x="143586" y="6794"/>
                  </a:lnTo>
                  <a:lnTo>
                    <a:pt x="142494" y="4838"/>
                  </a:lnTo>
                  <a:lnTo>
                    <a:pt x="138595" y="1155"/>
                  </a:lnTo>
                  <a:lnTo>
                    <a:pt x="135420" y="0"/>
                  </a:lnTo>
                  <a:lnTo>
                    <a:pt x="127025" y="0"/>
                  </a:lnTo>
                  <a:lnTo>
                    <a:pt x="123405" y="1473"/>
                  </a:lnTo>
                  <a:lnTo>
                    <a:pt x="117919" y="7366"/>
                  </a:lnTo>
                  <a:lnTo>
                    <a:pt x="116547" y="11493"/>
                  </a:lnTo>
                  <a:lnTo>
                    <a:pt x="116547" y="21844"/>
                  </a:lnTo>
                  <a:lnTo>
                    <a:pt x="117906" y="25806"/>
                  </a:lnTo>
                  <a:lnTo>
                    <a:pt x="123380" y="31610"/>
                  </a:lnTo>
                  <a:lnTo>
                    <a:pt x="126873" y="33070"/>
                  </a:lnTo>
                  <a:lnTo>
                    <a:pt x="134543" y="33070"/>
                  </a:lnTo>
                  <a:lnTo>
                    <a:pt x="137375" y="32219"/>
                  </a:lnTo>
                  <a:lnTo>
                    <a:pt x="141833" y="28829"/>
                  </a:lnTo>
                  <a:lnTo>
                    <a:pt x="143433" y="26238"/>
                  </a:lnTo>
                  <a:lnTo>
                    <a:pt x="144386" y="22745"/>
                  </a:lnTo>
                  <a:close/>
                </a:path>
                <a:path extrusionOk="0" h="33655" w="172085">
                  <a:moveTo>
                    <a:pt x="172059" y="21183"/>
                  </a:moveTo>
                  <a:lnTo>
                    <a:pt x="157137" y="11811"/>
                  </a:lnTo>
                  <a:lnTo>
                    <a:pt x="155155" y="11099"/>
                  </a:lnTo>
                  <a:lnTo>
                    <a:pt x="153708" y="9880"/>
                  </a:lnTo>
                  <a:lnTo>
                    <a:pt x="153390" y="9232"/>
                  </a:lnTo>
                  <a:lnTo>
                    <a:pt x="153390" y="7645"/>
                  </a:lnTo>
                  <a:lnTo>
                    <a:pt x="153733" y="6985"/>
                  </a:lnTo>
                  <a:lnTo>
                    <a:pt x="155473" y="5727"/>
                  </a:lnTo>
                  <a:lnTo>
                    <a:pt x="156946" y="5334"/>
                  </a:lnTo>
                  <a:lnTo>
                    <a:pt x="160642" y="5334"/>
                  </a:lnTo>
                  <a:lnTo>
                    <a:pt x="162001" y="5702"/>
                  </a:lnTo>
                  <a:lnTo>
                    <a:pt x="163817" y="7137"/>
                  </a:lnTo>
                  <a:lnTo>
                    <a:pt x="164414" y="8318"/>
                  </a:lnTo>
                  <a:lnTo>
                    <a:pt x="164680" y="9956"/>
                  </a:lnTo>
                  <a:lnTo>
                    <a:pt x="171145" y="9677"/>
                  </a:lnTo>
                  <a:lnTo>
                    <a:pt x="171043" y="6743"/>
                  </a:lnTo>
                  <a:lnTo>
                    <a:pt x="169976" y="4394"/>
                  </a:lnTo>
                  <a:lnTo>
                    <a:pt x="165912" y="876"/>
                  </a:lnTo>
                  <a:lnTo>
                    <a:pt x="162902" y="0"/>
                  </a:lnTo>
                  <a:lnTo>
                    <a:pt x="156425" y="0"/>
                  </a:lnTo>
                  <a:lnTo>
                    <a:pt x="147218" y="7289"/>
                  </a:lnTo>
                  <a:lnTo>
                    <a:pt x="147218" y="11442"/>
                  </a:lnTo>
                  <a:lnTo>
                    <a:pt x="148196" y="13589"/>
                  </a:lnTo>
                  <a:lnTo>
                    <a:pt x="151561" y="16598"/>
                  </a:lnTo>
                  <a:lnTo>
                    <a:pt x="153987" y="17653"/>
                  </a:lnTo>
                  <a:lnTo>
                    <a:pt x="161861" y="19646"/>
                  </a:lnTo>
                  <a:lnTo>
                    <a:pt x="163715" y="20307"/>
                  </a:lnTo>
                  <a:lnTo>
                    <a:pt x="164490" y="20764"/>
                  </a:lnTo>
                  <a:lnTo>
                    <a:pt x="165379" y="21818"/>
                  </a:lnTo>
                  <a:lnTo>
                    <a:pt x="165608" y="22466"/>
                  </a:lnTo>
                  <a:lnTo>
                    <a:pt x="165608" y="24396"/>
                  </a:lnTo>
                  <a:lnTo>
                    <a:pt x="165074" y="25425"/>
                  </a:lnTo>
                  <a:lnTo>
                    <a:pt x="162966" y="27190"/>
                  </a:lnTo>
                  <a:lnTo>
                    <a:pt x="161404" y="27622"/>
                  </a:lnTo>
                  <a:lnTo>
                    <a:pt x="157365" y="27622"/>
                  </a:lnTo>
                  <a:lnTo>
                    <a:pt x="155803" y="27139"/>
                  </a:lnTo>
                  <a:lnTo>
                    <a:pt x="153492" y="25158"/>
                  </a:lnTo>
                  <a:lnTo>
                    <a:pt x="152717" y="23609"/>
                  </a:lnTo>
                  <a:lnTo>
                    <a:pt x="152349" y="21501"/>
                  </a:lnTo>
                  <a:lnTo>
                    <a:pt x="146062" y="22110"/>
                  </a:lnTo>
                  <a:lnTo>
                    <a:pt x="146481" y="25692"/>
                  </a:lnTo>
                  <a:lnTo>
                    <a:pt x="147777" y="28409"/>
                  </a:lnTo>
                  <a:lnTo>
                    <a:pt x="152107" y="32143"/>
                  </a:lnTo>
                  <a:lnTo>
                    <a:pt x="155219" y="33083"/>
                  </a:lnTo>
                  <a:lnTo>
                    <a:pt x="162039" y="33083"/>
                  </a:lnTo>
                  <a:lnTo>
                    <a:pt x="172059" y="25031"/>
                  </a:lnTo>
                  <a:lnTo>
                    <a:pt x="172059" y="2118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24" name="Google Shape;1024;p7"/>
            <p:cNvPicPr preferRelativeResize="0"/>
            <p:nvPr/>
          </p:nvPicPr>
          <p:blipFill rotWithShape="1">
            <a:blip r:embed="rId16">
              <a:alphaModFix/>
            </a:blip>
            <a:srcRect b="0" l="0" r="0" t="0"/>
            <a:stretch/>
          </p:blipFill>
          <p:spPr>
            <a:xfrm>
              <a:off x="1846091" y="1589840"/>
              <a:ext cx="113601" cy="141516"/>
            </a:xfrm>
            <a:prstGeom prst="rect">
              <a:avLst/>
            </a:prstGeom>
            <a:noFill/>
            <a:ln>
              <a:noFill/>
            </a:ln>
          </p:spPr>
        </p:pic>
      </p:grpSp>
      <p:sp>
        <p:nvSpPr>
          <p:cNvPr id="1025" name="Google Shape;1025;p7"/>
          <p:cNvSpPr/>
          <p:nvPr/>
        </p:nvSpPr>
        <p:spPr>
          <a:xfrm>
            <a:off x="4177639" y="5898426"/>
            <a:ext cx="24130" cy="24130"/>
          </a:xfrm>
          <a:custGeom>
            <a:rect b="b" l="l" r="r" t="t"/>
            <a:pathLst>
              <a:path extrusionOk="0" h="24129" w="24129">
                <a:moveTo>
                  <a:pt x="23660" y="0"/>
                </a:moveTo>
                <a:lnTo>
                  <a:pt x="0" y="0"/>
                </a:lnTo>
                <a:lnTo>
                  <a:pt x="0" y="23660"/>
                </a:lnTo>
                <a:lnTo>
                  <a:pt x="23660" y="23660"/>
                </a:lnTo>
                <a:lnTo>
                  <a:pt x="23660"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26" name="Google Shape;1026;p7"/>
          <p:cNvGrpSpPr/>
          <p:nvPr/>
        </p:nvGrpSpPr>
        <p:grpSpPr>
          <a:xfrm>
            <a:off x="514451" y="4746993"/>
            <a:ext cx="5701579" cy="2321914"/>
            <a:chOff x="514451" y="4746993"/>
            <a:chExt cx="5701579" cy="2321914"/>
          </a:xfrm>
        </p:grpSpPr>
        <p:sp>
          <p:nvSpPr>
            <p:cNvPr id="1027" name="Google Shape;1027;p7"/>
            <p:cNvSpPr/>
            <p:nvPr/>
          </p:nvSpPr>
          <p:spPr>
            <a:xfrm>
              <a:off x="514451" y="4986743"/>
              <a:ext cx="3785870" cy="2082164"/>
            </a:xfrm>
            <a:custGeom>
              <a:rect b="b" l="l" r="r" t="t"/>
              <a:pathLst>
                <a:path extrusionOk="0" h="2082165" w="3785870">
                  <a:moveTo>
                    <a:pt x="3785260" y="2081885"/>
                  </a:moveTo>
                  <a:lnTo>
                    <a:pt x="0" y="2081885"/>
                  </a:lnTo>
                  <a:lnTo>
                    <a:pt x="0" y="0"/>
                  </a:lnTo>
                  <a:lnTo>
                    <a:pt x="3785260" y="0"/>
                  </a:lnTo>
                  <a:lnTo>
                    <a:pt x="3785260" y="208188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7"/>
            <p:cNvSpPr/>
            <p:nvPr/>
          </p:nvSpPr>
          <p:spPr>
            <a:xfrm>
              <a:off x="1374470" y="5371376"/>
              <a:ext cx="2221230" cy="1170940"/>
            </a:xfrm>
            <a:custGeom>
              <a:rect b="b" l="l" r="r" t="t"/>
              <a:pathLst>
                <a:path extrusionOk="0" h="1170940" w="2221229">
                  <a:moveTo>
                    <a:pt x="2220785" y="0"/>
                  </a:moveTo>
                  <a:lnTo>
                    <a:pt x="0" y="0"/>
                  </a:lnTo>
                  <a:lnTo>
                    <a:pt x="0" y="1084580"/>
                  </a:lnTo>
                  <a:lnTo>
                    <a:pt x="0" y="1170940"/>
                  </a:lnTo>
                  <a:lnTo>
                    <a:pt x="522998" y="1170940"/>
                  </a:lnTo>
                  <a:lnTo>
                    <a:pt x="522998" y="1084580"/>
                  </a:lnTo>
                  <a:lnTo>
                    <a:pt x="1702346" y="1084580"/>
                  </a:lnTo>
                  <a:lnTo>
                    <a:pt x="1702346" y="1170940"/>
                  </a:lnTo>
                  <a:lnTo>
                    <a:pt x="2220785" y="1170940"/>
                  </a:lnTo>
                  <a:lnTo>
                    <a:pt x="2220785" y="1084580"/>
                  </a:lnTo>
                  <a:lnTo>
                    <a:pt x="2220785" y="0"/>
                  </a:lnTo>
                  <a:close/>
                </a:path>
              </a:pathLst>
            </a:custGeom>
            <a:solidFill>
              <a:srgbClr val="E6E7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7"/>
            <p:cNvSpPr/>
            <p:nvPr/>
          </p:nvSpPr>
          <p:spPr>
            <a:xfrm>
              <a:off x="1374475" y="5370765"/>
              <a:ext cx="2221230" cy="1171575"/>
            </a:xfrm>
            <a:custGeom>
              <a:rect b="b" l="l" r="r" t="t"/>
              <a:pathLst>
                <a:path extrusionOk="0" h="1171575" w="2221229">
                  <a:moveTo>
                    <a:pt x="2220785" y="1171549"/>
                  </a:moveTo>
                  <a:lnTo>
                    <a:pt x="2220785" y="0"/>
                  </a:lnTo>
                  <a:lnTo>
                    <a:pt x="0" y="0"/>
                  </a:lnTo>
                  <a:lnTo>
                    <a:pt x="0" y="843000"/>
                  </a:lnTo>
                  <a:lnTo>
                    <a:pt x="0" y="1171549"/>
                  </a:lnTo>
                  <a:lnTo>
                    <a:pt x="522998" y="1171549"/>
                  </a:lnTo>
                  <a:lnTo>
                    <a:pt x="522998" y="1084986"/>
                  </a:lnTo>
                  <a:lnTo>
                    <a:pt x="1702346" y="1084986"/>
                  </a:lnTo>
                  <a:lnTo>
                    <a:pt x="1702346" y="1171549"/>
                  </a:lnTo>
                  <a:lnTo>
                    <a:pt x="2220785" y="117154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0" name="Google Shape;1030;p7"/>
            <p:cNvPicPr preferRelativeResize="0"/>
            <p:nvPr/>
          </p:nvPicPr>
          <p:blipFill rotWithShape="1">
            <a:blip r:embed="rId17">
              <a:alphaModFix/>
            </a:blip>
            <a:srcRect b="0" l="0" r="0" t="0"/>
            <a:stretch/>
          </p:blipFill>
          <p:spPr>
            <a:xfrm>
              <a:off x="3334451" y="5899147"/>
              <a:ext cx="156461" cy="188013"/>
            </a:xfrm>
            <a:prstGeom prst="rect">
              <a:avLst/>
            </a:prstGeom>
            <a:noFill/>
            <a:ln>
              <a:noFill/>
            </a:ln>
          </p:spPr>
        </p:pic>
        <p:sp>
          <p:nvSpPr>
            <p:cNvPr id="1031" name="Google Shape;1031;p7"/>
            <p:cNvSpPr/>
            <p:nvPr/>
          </p:nvSpPr>
          <p:spPr>
            <a:xfrm>
              <a:off x="1102283" y="6499707"/>
              <a:ext cx="97790" cy="18415"/>
            </a:xfrm>
            <a:custGeom>
              <a:rect b="b" l="l" r="r" t="t"/>
              <a:pathLst>
                <a:path extrusionOk="0" h="18415" w="97790">
                  <a:moveTo>
                    <a:pt x="15557" y="12128"/>
                  </a:moveTo>
                  <a:lnTo>
                    <a:pt x="15494" y="5702"/>
                  </a:lnTo>
                  <a:lnTo>
                    <a:pt x="13957" y="4191"/>
                  </a:lnTo>
                  <a:lnTo>
                    <a:pt x="13957" y="6680"/>
                  </a:lnTo>
                  <a:lnTo>
                    <a:pt x="13919" y="11696"/>
                  </a:lnTo>
                  <a:lnTo>
                    <a:pt x="13284" y="13233"/>
                  </a:lnTo>
                  <a:lnTo>
                    <a:pt x="10960" y="15557"/>
                  </a:lnTo>
                  <a:lnTo>
                    <a:pt x="9423" y="16192"/>
                  </a:lnTo>
                  <a:lnTo>
                    <a:pt x="4432" y="16192"/>
                  </a:lnTo>
                  <a:lnTo>
                    <a:pt x="1689" y="13500"/>
                  </a:lnTo>
                  <a:lnTo>
                    <a:pt x="1638" y="8420"/>
                  </a:lnTo>
                  <a:lnTo>
                    <a:pt x="2273" y="6870"/>
                  </a:lnTo>
                  <a:lnTo>
                    <a:pt x="4597" y="4559"/>
                  </a:lnTo>
                  <a:lnTo>
                    <a:pt x="6134" y="3911"/>
                  </a:lnTo>
                  <a:lnTo>
                    <a:pt x="11163" y="3911"/>
                  </a:lnTo>
                  <a:lnTo>
                    <a:pt x="13957" y="6680"/>
                  </a:lnTo>
                  <a:lnTo>
                    <a:pt x="13957" y="4191"/>
                  </a:lnTo>
                  <a:lnTo>
                    <a:pt x="13677" y="3911"/>
                  </a:lnTo>
                  <a:lnTo>
                    <a:pt x="12026" y="2273"/>
                  </a:lnTo>
                  <a:lnTo>
                    <a:pt x="5702" y="2273"/>
                  </a:lnTo>
                  <a:lnTo>
                    <a:pt x="3746" y="3086"/>
                  </a:lnTo>
                  <a:lnTo>
                    <a:pt x="812" y="6032"/>
                  </a:lnTo>
                  <a:lnTo>
                    <a:pt x="0" y="7975"/>
                  </a:lnTo>
                  <a:lnTo>
                    <a:pt x="12" y="12128"/>
                  </a:lnTo>
                  <a:lnTo>
                    <a:pt x="812" y="14084"/>
                  </a:lnTo>
                  <a:lnTo>
                    <a:pt x="3746" y="17030"/>
                  </a:lnTo>
                  <a:lnTo>
                    <a:pt x="5702" y="17830"/>
                  </a:lnTo>
                  <a:lnTo>
                    <a:pt x="9855" y="17830"/>
                  </a:lnTo>
                  <a:lnTo>
                    <a:pt x="11811" y="17018"/>
                  </a:lnTo>
                  <a:lnTo>
                    <a:pt x="12636" y="16192"/>
                  </a:lnTo>
                  <a:lnTo>
                    <a:pt x="14744" y="14084"/>
                  </a:lnTo>
                  <a:lnTo>
                    <a:pt x="15557" y="12128"/>
                  </a:lnTo>
                  <a:close/>
                </a:path>
                <a:path extrusionOk="0" h="18415" w="97790">
                  <a:moveTo>
                    <a:pt x="97624" y="1651"/>
                  </a:moveTo>
                  <a:lnTo>
                    <a:pt x="97523" y="381"/>
                  </a:lnTo>
                  <a:lnTo>
                    <a:pt x="97231" y="88"/>
                  </a:lnTo>
                  <a:lnTo>
                    <a:pt x="97028" y="0"/>
                  </a:lnTo>
                  <a:lnTo>
                    <a:pt x="95986" y="12"/>
                  </a:lnTo>
                  <a:lnTo>
                    <a:pt x="95986" y="1651"/>
                  </a:lnTo>
                  <a:lnTo>
                    <a:pt x="95986" y="10426"/>
                  </a:lnTo>
                  <a:lnTo>
                    <a:pt x="84569" y="10426"/>
                  </a:lnTo>
                  <a:lnTo>
                    <a:pt x="84569" y="1651"/>
                  </a:lnTo>
                  <a:lnTo>
                    <a:pt x="95986" y="1651"/>
                  </a:lnTo>
                  <a:lnTo>
                    <a:pt x="95986" y="12"/>
                  </a:lnTo>
                  <a:lnTo>
                    <a:pt x="83299" y="12"/>
                  </a:lnTo>
                  <a:lnTo>
                    <a:pt x="82931" y="381"/>
                  </a:lnTo>
                  <a:lnTo>
                    <a:pt x="83045" y="11696"/>
                  </a:lnTo>
                  <a:lnTo>
                    <a:pt x="83324" y="11988"/>
                  </a:lnTo>
                  <a:lnTo>
                    <a:pt x="83540" y="12065"/>
                  </a:lnTo>
                  <a:lnTo>
                    <a:pt x="97256" y="12065"/>
                  </a:lnTo>
                  <a:lnTo>
                    <a:pt x="97624" y="11696"/>
                  </a:lnTo>
                  <a:lnTo>
                    <a:pt x="97624" y="10426"/>
                  </a:lnTo>
                  <a:lnTo>
                    <a:pt x="97624" y="165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7"/>
            <p:cNvSpPr/>
            <p:nvPr/>
          </p:nvSpPr>
          <p:spPr>
            <a:xfrm>
              <a:off x="1106686" y="6660311"/>
              <a:ext cx="89535" cy="12065"/>
            </a:xfrm>
            <a:custGeom>
              <a:rect b="b" l="l" r="r" t="t"/>
              <a:pathLst>
                <a:path extrusionOk="0" h="12065" w="89534">
                  <a:moveTo>
                    <a:pt x="88938" y="0"/>
                  </a:moveTo>
                  <a:lnTo>
                    <a:pt x="0" y="38"/>
                  </a:lnTo>
                  <a:lnTo>
                    <a:pt x="12" y="11874"/>
                  </a:lnTo>
                  <a:lnTo>
                    <a:pt x="88938" y="11849"/>
                  </a:lnTo>
                  <a:lnTo>
                    <a:pt x="88938" y="0"/>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7"/>
            <p:cNvSpPr/>
            <p:nvPr/>
          </p:nvSpPr>
          <p:spPr>
            <a:xfrm>
              <a:off x="1105877" y="6659041"/>
              <a:ext cx="90805" cy="13970"/>
            </a:xfrm>
            <a:custGeom>
              <a:rect b="b" l="l" r="r" t="t"/>
              <a:pathLst>
                <a:path extrusionOk="0" h="13970" w="90805">
                  <a:moveTo>
                    <a:pt x="90563" y="2540"/>
                  </a:moveTo>
                  <a:lnTo>
                    <a:pt x="90538" y="1270"/>
                  </a:lnTo>
                  <a:lnTo>
                    <a:pt x="90258" y="1270"/>
                  </a:lnTo>
                  <a:lnTo>
                    <a:pt x="90258" y="0"/>
                  </a:lnTo>
                  <a:lnTo>
                    <a:pt x="88925" y="0"/>
                  </a:lnTo>
                  <a:lnTo>
                    <a:pt x="88925" y="2540"/>
                  </a:lnTo>
                  <a:lnTo>
                    <a:pt x="88925" y="12700"/>
                  </a:lnTo>
                  <a:lnTo>
                    <a:pt x="1625" y="12700"/>
                  </a:lnTo>
                  <a:lnTo>
                    <a:pt x="1625" y="2540"/>
                  </a:lnTo>
                  <a:lnTo>
                    <a:pt x="88925" y="2540"/>
                  </a:lnTo>
                  <a:lnTo>
                    <a:pt x="88925" y="0"/>
                  </a:lnTo>
                  <a:lnTo>
                    <a:pt x="330" y="0"/>
                  </a:lnTo>
                  <a:lnTo>
                    <a:pt x="330" y="1270"/>
                  </a:lnTo>
                  <a:lnTo>
                    <a:pt x="101" y="1270"/>
                  </a:lnTo>
                  <a:lnTo>
                    <a:pt x="101" y="2540"/>
                  </a:lnTo>
                  <a:lnTo>
                    <a:pt x="50" y="12700"/>
                  </a:lnTo>
                  <a:lnTo>
                    <a:pt x="0" y="13970"/>
                  </a:lnTo>
                  <a:lnTo>
                    <a:pt x="90487" y="13970"/>
                  </a:lnTo>
                  <a:lnTo>
                    <a:pt x="90487" y="12700"/>
                  </a:lnTo>
                  <a:lnTo>
                    <a:pt x="90563" y="254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7"/>
            <p:cNvSpPr/>
            <p:nvPr/>
          </p:nvSpPr>
          <p:spPr>
            <a:xfrm>
              <a:off x="1106685" y="6648472"/>
              <a:ext cx="86360" cy="15875"/>
            </a:xfrm>
            <a:custGeom>
              <a:rect b="b" l="l" r="r" t="t"/>
              <a:pathLst>
                <a:path extrusionOk="0" h="15875" w="86359">
                  <a:moveTo>
                    <a:pt x="86233" y="0"/>
                  </a:moveTo>
                  <a:lnTo>
                    <a:pt x="0" y="25"/>
                  </a:lnTo>
                  <a:lnTo>
                    <a:pt x="0" y="15608"/>
                  </a:lnTo>
                  <a:lnTo>
                    <a:pt x="86233" y="15582"/>
                  </a:lnTo>
                  <a:lnTo>
                    <a:pt x="8623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7"/>
            <p:cNvSpPr/>
            <p:nvPr/>
          </p:nvSpPr>
          <p:spPr>
            <a:xfrm>
              <a:off x="1105877" y="6647648"/>
              <a:ext cx="88265" cy="17780"/>
            </a:xfrm>
            <a:custGeom>
              <a:rect b="b" l="l" r="r" t="t"/>
              <a:pathLst>
                <a:path extrusionOk="0" h="17779" w="88265">
                  <a:moveTo>
                    <a:pt x="87261" y="0"/>
                  </a:moveTo>
                  <a:lnTo>
                    <a:pt x="355" y="38"/>
                  </a:lnTo>
                  <a:lnTo>
                    <a:pt x="0" y="393"/>
                  </a:lnTo>
                  <a:lnTo>
                    <a:pt x="76" y="16865"/>
                  </a:lnTo>
                  <a:lnTo>
                    <a:pt x="393" y="17170"/>
                  </a:lnTo>
                  <a:lnTo>
                    <a:pt x="596" y="17259"/>
                  </a:lnTo>
                  <a:lnTo>
                    <a:pt x="87503" y="17233"/>
                  </a:lnTo>
                  <a:lnTo>
                    <a:pt x="87871" y="16865"/>
                  </a:lnTo>
                  <a:lnTo>
                    <a:pt x="87870" y="15621"/>
                  </a:lnTo>
                  <a:lnTo>
                    <a:pt x="1638" y="15621"/>
                  </a:lnTo>
                  <a:lnTo>
                    <a:pt x="1625" y="1676"/>
                  </a:lnTo>
                  <a:lnTo>
                    <a:pt x="87859" y="1651"/>
                  </a:lnTo>
                  <a:lnTo>
                    <a:pt x="87769" y="393"/>
                  </a:lnTo>
                  <a:lnTo>
                    <a:pt x="87464" y="88"/>
                  </a:lnTo>
                  <a:lnTo>
                    <a:pt x="87261" y="0"/>
                  </a:lnTo>
                  <a:close/>
                </a:path>
                <a:path extrusionOk="0" h="17779" w="88265">
                  <a:moveTo>
                    <a:pt x="87859" y="1651"/>
                  </a:moveTo>
                  <a:lnTo>
                    <a:pt x="86220" y="1651"/>
                  </a:lnTo>
                  <a:lnTo>
                    <a:pt x="86220" y="15595"/>
                  </a:lnTo>
                  <a:lnTo>
                    <a:pt x="1638" y="15621"/>
                  </a:lnTo>
                  <a:lnTo>
                    <a:pt x="87870" y="15621"/>
                  </a:lnTo>
                  <a:lnTo>
                    <a:pt x="87859" y="165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7"/>
            <p:cNvSpPr/>
            <p:nvPr/>
          </p:nvSpPr>
          <p:spPr>
            <a:xfrm>
              <a:off x="1101082" y="6669664"/>
              <a:ext cx="100330" cy="71755"/>
            </a:xfrm>
            <a:custGeom>
              <a:rect b="b" l="l" r="r" t="t"/>
              <a:pathLst>
                <a:path extrusionOk="0" h="71754" w="100330">
                  <a:moveTo>
                    <a:pt x="97637" y="0"/>
                  </a:moveTo>
                  <a:lnTo>
                    <a:pt x="2311" y="38"/>
                  </a:lnTo>
                  <a:lnTo>
                    <a:pt x="0" y="2349"/>
                  </a:lnTo>
                  <a:lnTo>
                    <a:pt x="25" y="62141"/>
                  </a:lnTo>
                  <a:lnTo>
                    <a:pt x="2336" y="64452"/>
                  </a:lnTo>
                  <a:lnTo>
                    <a:pt x="5181" y="64452"/>
                  </a:lnTo>
                  <a:lnTo>
                    <a:pt x="7874" y="65521"/>
                  </a:lnTo>
                  <a:lnTo>
                    <a:pt x="16098" y="67873"/>
                  </a:lnTo>
                  <a:lnTo>
                    <a:pt x="30068" y="70222"/>
                  </a:lnTo>
                  <a:lnTo>
                    <a:pt x="49999" y="71285"/>
                  </a:lnTo>
                  <a:lnTo>
                    <a:pt x="66187" y="71177"/>
                  </a:lnTo>
                  <a:lnTo>
                    <a:pt x="76252" y="70426"/>
                  </a:lnTo>
                  <a:lnTo>
                    <a:pt x="84395" y="68386"/>
                  </a:lnTo>
                  <a:lnTo>
                    <a:pt x="94818" y="64414"/>
                  </a:lnTo>
                  <a:lnTo>
                    <a:pt x="97663" y="64414"/>
                  </a:lnTo>
                  <a:lnTo>
                    <a:pt x="99974" y="62102"/>
                  </a:lnTo>
                  <a:lnTo>
                    <a:pt x="99949" y="5156"/>
                  </a:lnTo>
                  <a:lnTo>
                    <a:pt x="99949" y="2311"/>
                  </a:lnTo>
                  <a:lnTo>
                    <a:pt x="9763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7"/>
            <p:cNvSpPr/>
            <p:nvPr/>
          </p:nvSpPr>
          <p:spPr>
            <a:xfrm>
              <a:off x="1100251" y="6511925"/>
              <a:ext cx="102235" cy="229870"/>
            </a:xfrm>
            <a:custGeom>
              <a:rect b="b" l="l" r="r" t="t"/>
              <a:pathLst>
                <a:path extrusionOk="0" h="229870" w="102234">
                  <a:moveTo>
                    <a:pt x="39243" y="141554"/>
                  </a:moveTo>
                  <a:lnTo>
                    <a:pt x="39141" y="140284"/>
                  </a:lnTo>
                  <a:lnTo>
                    <a:pt x="38849" y="139992"/>
                  </a:lnTo>
                  <a:lnTo>
                    <a:pt x="38646" y="139903"/>
                  </a:lnTo>
                  <a:lnTo>
                    <a:pt x="37604" y="139915"/>
                  </a:lnTo>
                  <a:lnTo>
                    <a:pt x="37604" y="141554"/>
                  </a:lnTo>
                  <a:lnTo>
                    <a:pt x="37604" y="149263"/>
                  </a:lnTo>
                  <a:lnTo>
                    <a:pt x="28232" y="149263"/>
                  </a:lnTo>
                  <a:lnTo>
                    <a:pt x="28232" y="141554"/>
                  </a:lnTo>
                  <a:lnTo>
                    <a:pt x="37604" y="141554"/>
                  </a:lnTo>
                  <a:lnTo>
                    <a:pt x="37604" y="139915"/>
                  </a:lnTo>
                  <a:lnTo>
                    <a:pt x="26962" y="139915"/>
                  </a:lnTo>
                  <a:lnTo>
                    <a:pt x="26593" y="140284"/>
                  </a:lnTo>
                  <a:lnTo>
                    <a:pt x="26606" y="150545"/>
                  </a:lnTo>
                  <a:lnTo>
                    <a:pt x="26962" y="150901"/>
                  </a:lnTo>
                  <a:lnTo>
                    <a:pt x="38646" y="150901"/>
                  </a:lnTo>
                  <a:lnTo>
                    <a:pt x="38849" y="150812"/>
                  </a:lnTo>
                  <a:lnTo>
                    <a:pt x="39116" y="150545"/>
                  </a:lnTo>
                  <a:lnTo>
                    <a:pt x="39243" y="149263"/>
                  </a:lnTo>
                  <a:lnTo>
                    <a:pt x="39243" y="141554"/>
                  </a:lnTo>
                  <a:close/>
                </a:path>
                <a:path extrusionOk="0" h="229870" w="102234">
                  <a:moveTo>
                    <a:pt x="81305" y="142989"/>
                  </a:moveTo>
                  <a:lnTo>
                    <a:pt x="81203" y="141719"/>
                  </a:lnTo>
                  <a:lnTo>
                    <a:pt x="80911" y="141427"/>
                  </a:lnTo>
                  <a:lnTo>
                    <a:pt x="80708" y="141338"/>
                  </a:lnTo>
                  <a:lnTo>
                    <a:pt x="79667" y="141351"/>
                  </a:lnTo>
                  <a:lnTo>
                    <a:pt x="79667" y="142989"/>
                  </a:lnTo>
                  <a:lnTo>
                    <a:pt x="79667" y="145364"/>
                  </a:lnTo>
                  <a:lnTo>
                    <a:pt x="69786" y="145364"/>
                  </a:lnTo>
                  <a:lnTo>
                    <a:pt x="69786" y="142989"/>
                  </a:lnTo>
                  <a:lnTo>
                    <a:pt x="79667" y="142989"/>
                  </a:lnTo>
                  <a:lnTo>
                    <a:pt x="79667" y="141351"/>
                  </a:lnTo>
                  <a:lnTo>
                    <a:pt x="68516" y="141351"/>
                  </a:lnTo>
                  <a:lnTo>
                    <a:pt x="68148" y="141719"/>
                  </a:lnTo>
                  <a:lnTo>
                    <a:pt x="68262" y="146634"/>
                  </a:lnTo>
                  <a:lnTo>
                    <a:pt x="68541" y="146913"/>
                  </a:lnTo>
                  <a:lnTo>
                    <a:pt x="68757" y="147002"/>
                  </a:lnTo>
                  <a:lnTo>
                    <a:pt x="80937" y="147002"/>
                  </a:lnTo>
                  <a:lnTo>
                    <a:pt x="81305" y="146634"/>
                  </a:lnTo>
                  <a:lnTo>
                    <a:pt x="81305" y="145364"/>
                  </a:lnTo>
                  <a:lnTo>
                    <a:pt x="81305" y="142989"/>
                  </a:lnTo>
                  <a:close/>
                </a:path>
                <a:path extrusionOk="0" h="229870" w="102234">
                  <a:moveTo>
                    <a:pt x="101561" y="2540"/>
                  </a:moveTo>
                  <a:lnTo>
                    <a:pt x="101536" y="1270"/>
                  </a:lnTo>
                  <a:lnTo>
                    <a:pt x="101333" y="1270"/>
                  </a:lnTo>
                  <a:lnTo>
                    <a:pt x="101333" y="0"/>
                  </a:lnTo>
                  <a:lnTo>
                    <a:pt x="99923" y="0"/>
                  </a:lnTo>
                  <a:lnTo>
                    <a:pt x="99923" y="2540"/>
                  </a:lnTo>
                  <a:lnTo>
                    <a:pt x="99923" y="135890"/>
                  </a:lnTo>
                  <a:lnTo>
                    <a:pt x="1612" y="135890"/>
                  </a:lnTo>
                  <a:lnTo>
                    <a:pt x="1612" y="2540"/>
                  </a:lnTo>
                  <a:lnTo>
                    <a:pt x="11188" y="2540"/>
                  </a:lnTo>
                  <a:lnTo>
                    <a:pt x="11188" y="3556"/>
                  </a:lnTo>
                  <a:lnTo>
                    <a:pt x="10972" y="3556"/>
                  </a:lnTo>
                  <a:lnTo>
                    <a:pt x="10972" y="4826"/>
                  </a:lnTo>
                  <a:lnTo>
                    <a:pt x="10972" y="131826"/>
                  </a:lnTo>
                  <a:lnTo>
                    <a:pt x="10960" y="133096"/>
                  </a:lnTo>
                  <a:lnTo>
                    <a:pt x="10960" y="134366"/>
                  </a:lnTo>
                  <a:lnTo>
                    <a:pt x="91859" y="134366"/>
                  </a:lnTo>
                  <a:lnTo>
                    <a:pt x="91859" y="133096"/>
                  </a:lnTo>
                  <a:lnTo>
                    <a:pt x="92024" y="133096"/>
                  </a:lnTo>
                  <a:lnTo>
                    <a:pt x="92024" y="131826"/>
                  </a:lnTo>
                  <a:lnTo>
                    <a:pt x="91998" y="4826"/>
                  </a:lnTo>
                  <a:lnTo>
                    <a:pt x="91960" y="3556"/>
                  </a:lnTo>
                  <a:lnTo>
                    <a:pt x="91668" y="3556"/>
                  </a:lnTo>
                  <a:lnTo>
                    <a:pt x="91668" y="2540"/>
                  </a:lnTo>
                  <a:lnTo>
                    <a:pt x="99923" y="2540"/>
                  </a:lnTo>
                  <a:lnTo>
                    <a:pt x="99923" y="0"/>
                  </a:lnTo>
                  <a:lnTo>
                    <a:pt x="90360" y="0"/>
                  </a:lnTo>
                  <a:lnTo>
                    <a:pt x="90360" y="4826"/>
                  </a:lnTo>
                  <a:lnTo>
                    <a:pt x="90360" y="131826"/>
                  </a:lnTo>
                  <a:lnTo>
                    <a:pt x="12623" y="131826"/>
                  </a:lnTo>
                  <a:lnTo>
                    <a:pt x="12623" y="4826"/>
                  </a:lnTo>
                  <a:lnTo>
                    <a:pt x="90360" y="4826"/>
                  </a:lnTo>
                  <a:lnTo>
                    <a:pt x="90360" y="0"/>
                  </a:lnTo>
                  <a:lnTo>
                    <a:pt x="292" y="0"/>
                  </a:lnTo>
                  <a:lnTo>
                    <a:pt x="292" y="1270"/>
                  </a:lnTo>
                  <a:lnTo>
                    <a:pt x="101" y="1270"/>
                  </a:lnTo>
                  <a:lnTo>
                    <a:pt x="101" y="2540"/>
                  </a:lnTo>
                  <a:lnTo>
                    <a:pt x="63" y="135890"/>
                  </a:lnTo>
                  <a:lnTo>
                    <a:pt x="25" y="137160"/>
                  </a:lnTo>
                  <a:lnTo>
                    <a:pt x="101536" y="137160"/>
                  </a:lnTo>
                  <a:lnTo>
                    <a:pt x="101536" y="135890"/>
                  </a:lnTo>
                  <a:lnTo>
                    <a:pt x="101561" y="2540"/>
                  </a:lnTo>
                  <a:close/>
                </a:path>
                <a:path extrusionOk="0" h="229870" w="102234">
                  <a:moveTo>
                    <a:pt x="101612" y="220256"/>
                  </a:moveTo>
                  <a:lnTo>
                    <a:pt x="101536" y="159562"/>
                  </a:lnTo>
                  <a:lnTo>
                    <a:pt x="100533" y="158572"/>
                  </a:lnTo>
                  <a:lnTo>
                    <a:pt x="99974" y="158026"/>
                  </a:lnTo>
                  <a:lnTo>
                    <a:pt x="99974" y="219405"/>
                  </a:lnTo>
                  <a:lnTo>
                    <a:pt x="98031" y="221348"/>
                  </a:lnTo>
                  <a:lnTo>
                    <a:pt x="95529" y="221348"/>
                  </a:lnTo>
                  <a:lnTo>
                    <a:pt x="92113" y="222491"/>
                  </a:lnTo>
                  <a:lnTo>
                    <a:pt x="83159" y="224828"/>
                  </a:lnTo>
                  <a:lnTo>
                    <a:pt x="69164" y="227152"/>
                  </a:lnTo>
                  <a:lnTo>
                    <a:pt x="50825" y="228219"/>
                  </a:lnTo>
                  <a:lnTo>
                    <a:pt x="31102" y="227152"/>
                  </a:lnTo>
                  <a:lnTo>
                    <a:pt x="17373" y="224866"/>
                  </a:lnTo>
                  <a:lnTo>
                    <a:pt x="9017" y="222491"/>
                  </a:lnTo>
                  <a:lnTo>
                    <a:pt x="6248" y="221411"/>
                  </a:lnTo>
                  <a:lnTo>
                    <a:pt x="6121" y="221386"/>
                  </a:lnTo>
                  <a:lnTo>
                    <a:pt x="4838" y="221386"/>
                  </a:lnTo>
                  <a:lnTo>
                    <a:pt x="3746" y="220929"/>
                  </a:lnTo>
                  <a:lnTo>
                    <a:pt x="2108" y="219290"/>
                  </a:lnTo>
                  <a:lnTo>
                    <a:pt x="1638" y="218211"/>
                  </a:lnTo>
                  <a:lnTo>
                    <a:pt x="1638" y="161785"/>
                  </a:lnTo>
                  <a:lnTo>
                    <a:pt x="2095" y="160693"/>
                  </a:lnTo>
                  <a:lnTo>
                    <a:pt x="3733" y="159054"/>
                  </a:lnTo>
                  <a:lnTo>
                    <a:pt x="4813" y="158610"/>
                  </a:lnTo>
                  <a:lnTo>
                    <a:pt x="98005" y="158584"/>
                  </a:lnTo>
                  <a:lnTo>
                    <a:pt x="99910" y="160540"/>
                  </a:lnTo>
                  <a:lnTo>
                    <a:pt x="99974" y="219405"/>
                  </a:lnTo>
                  <a:lnTo>
                    <a:pt x="99974" y="158026"/>
                  </a:lnTo>
                  <a:lnTo>
                    <a:pt x="98869" y="156933"/>
                  </a:lnTo>
                  <a:lnTo>
                    <a:pt x="4381" y="156972"/>
                  </a:lnTo>
                  <a:lnTo>
                    <a:pt x="2882" y="157594"/>
                  </a:lnTo>
                  <a:lnTo>
                    <a:pt x="622" y="159842"/>
                  </a:lnTo>
                  <a:lnTo>
                    <a:pt x="0" y="161340"/>
                  </a:lnTo>
                  <a:lnTo>
                    <a:pt x="63" y="218630"/>
                  </a:lnTo>
                  <a:lnTo>
                    <a:pt x="647" y="220141"/>
                  </a:lnTo>
                  <a:lnTo>
                    <a:pt x="2857" y="222351"/>
                  </a:lnTo>
                  <a:lnTo>
                    <a:pt x="4279" y="222973"/>
                  </a:lnTo>
                  <a:lnTo>
                    <a:pt x="5816" y="223012"/>
                  </a:lnTo>
                  <a:lnTo>
                    <a:pt x="9499" y="224421"/>
                  </a:lnTo>
                  <a:lnTo>
                    <a:pt x="18072" y="226733"/>
                  </a:lnTo>
                  <a:lnTo>
                    <a:pt x="31775" y="228904"/>
                  </a:lnTo>
                  <a:lnTo>
                    <a:pt x="50825" y="229857"/>
                  </a:lnTo>
                  <a:lnTo>
                    <a:pt x="68592" y="228866"/>
                  </a:lnTo>
                  <a:lnTo>
                    <a:pt x="72682" y="228219"/>
                  </a:lnTo>
                  <a:lnTo>
                    <a:pt x="82423" y="226656"/>
                  </a:lnTo>
                  <a:lnTo>
                    <a:pt x="91694" y="224332"/>
                  </a:lnTo>
                  <a:lnTo>
                    <a:pt x="95796" y="222986"/>
                  </a:lnTo>
                  <a:lnTo>
                    <a:pt x="99009" y="222897"/>
                  </a:lnTo>
                  <a:lnTo>
                    <a:pt x="101612" y="220256"/>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7"/>
            <p:cNvSpPr/>
            <p:nvPr/>
          </p:nvSpPr>
          <p:spPr>
            <a:xfrm>
              <a:off x="1183153" y="6652634"/>
              <a:ext cx="10160" cy="12700"/>
            </a:xfrm>
            <a:custGeom>
              <a:rect b="b" l="l" r="r" t="t"/>
              <a:pathLst>
                <a:path extrusionOk="0" h="12700" w="10159">
                  <a:moveTo>
                    <a:pt x="9766" y="0"/>
                  </a:moveTo>
                  <a:lnTo>
                    <a:pt x="0" y="0"/>
                  </a:lnTo>
                  <a:lnTo>
                    <a:pt x="0" y="12471"/>
                  </a:lnTo>
                  <a:lnTo>
                    <a:pt x="9779" y="12458"/>
                  </a:lnTo>
                  <a:lnTo>
                    <a:pt x="976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7"/>
            <p:cNvSpPr/>
            <p:nvPr/>
          </p:nvSpPr>
          <p:spPr>
            <a:xfrm>
              <a:off x="1182333" y="6651802"/>
              <a:ext cx="11430" cy="14604"/>
            </a:xfrm>
            <a:custGeom>
              <a:rect b="b" l="l" r="r" t="t"/>
              <a:pathLst>
                <a:path extrusionOk="0" h="14604" w="11430">
                  <a:moveTo>
                    <a:pt x="10807" y="0"/>
                  </a:moveTo>
                  <a:lnTo>
                    <a:pt x="368" y="12"/>
                  </a:lnTo>
                  <a:lnTo>
                    <a:pt x="0" y="380"/>
                  </a:lnTo>
                  <a:lnTo>
                    <a:pt x="101" y="13741"/>
                  </a:lnTo>
                  <a:lnTo>
                    <a:pt x="393" y="14033"/>
                  </a:lnTo>
                  <a:lnTo>
                    <a:pt x="609" y="14109"/>
                  </a:lnTo>
                  <a:lnTo>
                    <a:pt x="11048" y="14109"/>
                  </a:lnTo>
                  <a:lnTo>
                    <a:pt x="11404" y="13741"/>
                  </a:lnTo>
                  <a:lnTo>
                    <a:pt x="11404" y="12471"/>
                  </a:lnTo>
                  <a:lnTo>
                    <a:pt x="1638" y="12471"/>
                  </a:lnTo>
                  <a:lnTo>
                    <a:pt x="1638" y="1650"/>
                  </a:lnTo>
                  <a:lnTo>
                    <a:pt x="11404" y="1650"/>
                  </a:lnTo>
                  <a:lnTo>
                    <a:pt x="11302" y="380"/>
                  </a:lnTo>
                  <a:lnTo>
                    <a:pt x="11010" y="88"/>
                  </a:lnTo>
                  <a:lnTo>
                    <a:pt x="10807" y="0"/>
                  </a:lnTo>
                  <a:close/>
                </a:path>
                <a:path extrusionOk="0" h="14604" w="11430">
                  <a:moveTo>
                    <a:pt x="11404" y="1650"/>
                  </a:moveTo>
                  <a:lnTo>
                    <a:pt x="9766" y="1650"/>
                  </a:lnTo>
                  <a:lnTo>
                    <a:pt x="9766" y="12471"/>
                  </a:lnTo>
                  <a:lnTo>
                    <a:pt x="11404" y="12471"/>
                  </a:lnTo>
                  <a:lnTo>
                    <a:pt x="11404" y="165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7"/>
            <p:cNvSpPr/>
            <p:nvPr/>
          </p:nvSpPr>
          <p:spPr>
            <a:xfrm>
              <a:off x="1104812" y="6650165"/>
              <a:ext cx="3810" cy="16510"/>
            </a:xfrm>
            <a:custGeom>
              <a:rect b="b" l="l" r="r" t="t"/>
              <a:pathLst>
                <a:path extrusionOk="0" h="16509" w="3809">
                  <a:moveTo>
                    <a:pt x="3746" y="0"/>
                  </a:moveTo>
                  <a:lnTo>
                    <a:pt x="0" y="0"/>
                  </a:lnTo>
                  <a:lnTo>
                    <a:pt x="12" y="16408"/>
                  </a:lnTo>
                  <a:lnTo>
                    <a:pt x="3746" y="16408"/>
                  </a:lnTo>
                  <a:lnTo>
                    <a:pt x="374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7"/>
            <p:cNvSpPr/>
            <p:nvPr/>
          </p:nvSpPr>
          <p:spPr>
            <a:xfrm>
              <a:off x="1104116" y="6649353"/>
              <a:ext cx="5715" cy="18415"/>
            </a:xfrm>
            <a:custGeom>
              <a:rect b="b" l="l" r="r" t="t"/>
              <a:pathLst>
                <a:path extrusionOk="0" h="18415" w="5715">
                  <a:moveTo>
                    <a:pt x="4891" y="0"/>
                  </a:moveTo>
                  <a:lnTo>
                    <a:pt x="484" y="0"/>
                  </a:lnTo>
                  <a:lnTo>
                    <a:pt x="268" y="76"/>
                  </a:lnTo>
                  <a:lnTo>
                    <a:pt x="0" y="355"/>
                  </a:lnTo>
                  <a:lnTo>
                    <a:pt x="1" y="17678"/>
                  </a:lnTo>
                  <a:lnTo>
                    <a:pt x="280" y="17957"/>
                  </a:lnTo>
                  <a:lnTo>
                    <a:pt x="484" y="18046"/>
                  </a:lnTo>
                  <a:lnTo>
                    <a:pt x="4903" y="18046"/>
                  </a:lnTo>
                  <a:lnTo>
                    <a:pt x="5259" y="17678"/>
                  </a:lnTo>
                  <a:lnTo>
                    <a:pt x="5259" y="16408"/>
                  </a:lnTo>
                  <a:lnTo>
                    <a:pt x="1525" y="16408"/>
                  </a:lnTo>
                  <a:lnTo>
                    <a:pt x="1525" y="1638"/>
                  </a:lnTo>
                  <a:lnTo>
                    <a:pt x="5259" y="1638"/>
                  </a:lnTo>
                  <a:lnTo>
                    <a:pt x="5246" y="355"/>
                  </a:lnTo>
                  <a:lnTo>
                    <a:pt x="4891" y="0"/>
                  </a:lnTo>
                  <a:close/>
                </a:path>
                <a:path extrusionOk="0" h="18415" w="5715">
                  <a:moveTo>
                    <a:pt x="5259" y="1638"/>
                  </a:moveTo>
                  <a:lnTo>
                    <a:pt x="3621" y="1638"/>
                  </a:lnTo>
                  <a:lnTo>
                    <a:pt x="3621" y="16408"/>
                  </a:lnTo>
                  <a:lnTo>
                    <a:pt x="5259" y="16408"/>
                  </a:lnTo>
                  <a:lnTo>
                    <a:pt x="5259" y="163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7"/>
            <p:cNvSpPr/>
            <p:nvPr/>
          </p:nvSpPr>
          <p:spPr>
            <a:xfrm>
              <a:off x="1112036" y="6497621"/>
              <a:ext cx="79375" cy="15875"/>
            </a:xfrm>
            <a:custGeom>
              <a:rect b="b" l="l" r="r" t="t"/>
              <a:pathLst>
                <a:path extrusionOk="0" h="15875" w="79375">
                  <a:moveTo>
                    <a:pt x="79375" y="0"/>
                  </a:moveTo>
                  <a:lnTo>
                    <a:pt x="0" y="25"/>
                  </a:lnTo>
                  <a:lnTo>
                    <a:pt x="0" y="15608"/>
                  </a:lnTo>
                  <a:lnTo>
                    <a:pt x="79375" y="15582"/>
                  </a:lnTo>
                  <a:lnTo>
                    <a:pt x="79375"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7"/>
            <p:cNvSpPr/>
            <p:nvPr/>
          </p:nvSpPr>
          <p:spPr>
            <a:xfrm>
              <a:off x="1111229" y="6496794"/>
              <a:ext cx="81280" cy="17780"/>
            </a:xfrm>
            <a:custGeom>
              <a:rect b="b" l="l" r="r" t="t"/>
              <a:pathLst>
                <a:path extrusionOk="0" h="17779" w="81280">
                  <a:moveTo>
                    <a:pt x="80403" y="0"/>
                  </a:moveTo>
                  <a:lnTo>
                    <a:pt x="355" y="38"/>
                  </a:lnTo>
                  <a:lnTo>
                    <a:pt x="0" y="393"/>
                  </a:lnTo>
                  <a:lnTo>
                    <a:pt x="76" y="16865"/>
                  </a:lnTo>
                  <a:lnTo>
                    <a:pt x="381" y="17170"/>
                  </a:lnTo>
                  <a:lnTo>
                    <a:pt x="596" y="17259"/>
                  </a:lnTo>
                  <a:lnTo>
                    <a:pt x="80645" y="17233"/>
                  </a:lnTo>
                  <a:lnTo>
                    <a:pt x="81013" y="16865"/>
                  </a:lnTo>
                  <a:lnTo>
                    <a:pt x="81012" y="15620"/>
                  </a:lnTo>
                  <a:lnTo>
                    <a:pt x="1625" y="15620"/>
                  </a:lnTo>
                  <a:lnTo>
                    <a:pt x="1625" y="1676"/>
                  </a:lnTo>
                  <a:lnTo>
                    <a:pt x="81001" y="1650"/>
                  </a:lnTo>
                  <a:lnTo>
                    <a:pt x="80911" y="393"/>
                  </a:lnTo>
                  <a:lnTo>
                    <a:pt x="80606" y="88"/>
                  </a:lnTo>
                  <a:lnTo>
                    <a:pt x="80403" y="0"/>
                  </a:lnTo>
                  <a:close/>
                </a:path>
                <a:path extrusionOk="0" h="17779" w="81280">
                  <a:moveTo>
                    <a:pt x="81001" y="1650"/>
                  </a:moveTo>
                  <a:lnTo>
                    <a:pt x="79362" y="1650"/>
                  </a:lnTo>
                  <a:lnTo>
                    <a:pt x="79362" y="15595"/>
                  </a:lnTo>
                  <a:lnTo>
                    <a:pt x="1625" y="15620"/>
                  </a:lnTo>
                  <a:lnTo>
                    <a:pt x="81012" y="15620"/>
                  </a:lnTo>
                  <a:lnTo>
                    <a:pt x="81001" y="165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7"/>
            <p:cNvSpPr/>
            <p:nvPr/>
          </p:nvSpPr>
          <p:spPr>
            <a:xfrm>
              <a:off x="1108584" y="6715724"/>
              <a:ext cx="87630" cy="21590"/>
            </a:xfrm>
            <a:custGeom>
              <a:rect b="b" l="l" r="r" t="t"/>
              <a:pathLst>
                <a:path extrusionOk="0" h="21590" w="87630">
                  <a:moveTo>
                    <a:pt x="82524" y="0"/>
                  </a:moveTo>
                  <a:lnTo>
                    <a:pt x="2247" y="25"/>
                  </a:lnTo>
                  <a:lnTo>
                    <a:pt x="0" y="16725"/>
                  </a:lnTo>
                  <a:lnTo>
                    <a:pt x="3355" y="17438"/>
                  </a:lnTo>
                  <a:lnTo>
                    <a:pt x="12511" y="19005"/>
                  </a:lnTo>
                  <a:lnTo>
                    <a:pt x="26097" y="20572"/>
                  </a:lnTo>
                  <a:lnTo>
                    <a:pt x="42748" y="21285"/>
                  </a:lnTo>
                  <a:lnTo>
                    <a:pt x="56734" y="21206"/>
                  </a:lnTo>
                  <a:lnTo>
                    <a:pt x="66055" y="20702"/>
                  </a:lnTo>
                  <a:lnTo>
                    <a:pt x="74905" y="19343"/>
                  </a:lnTo>
                  <a:lnTo>
                    <a:pt x="87477" y="16700"/>
                  </a:lnTo>
                  <a:lnTo>
                    <a:pt x="82524" y="0"/>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7"/>
            <p:cNvSpPr/>
            <p:nvPr/>
          </p:nvSpPr>
          <p:spPr>
            <a:xfrm>
              <a:off x="1107716" y="6715489"/>
              <a:ext cx="89535" cy="22860"/>
            </a:xfrm>
            <a:custGeom>
              <a:rect b="b" l="l" r="r" t="t"/>
              <a:pathLst>
                <a:path extrusionOk="0" h="22859" w="89534">
                  <a:moveTo>
                    <a:pt x="84175" y="0"/>
                  </a:moveTo>
                  <a:lnTo>
                    <a:pt x="82600" y="469"/>
                  </a:lnTo>
                  <a:lnTo>
                    <a:pt x="87312" y="16306"/>
                  </a:lnTo>
                  <a:lnTo>
                    <a:pt x="81607" y="17345"/>
                  </a:lnTo>
                  <a:lnTo>
                    <a:pt x="71610" y="18813"/>
                  </a:lnTo>
                  <a:lnTo>
                    <a:pt x="58539" y="20126"/>
                  </a:lnTo>
                  <a:lnTo>
                    <a:pt x="43611" y="20700"/>
                  </a:lnTo>
                  <a:lnTo>
                    <a:pt x="28861" y="20130"/>
                  </a:lnTo>
                  <a:lnTo>
                    <a:pt x="16317" y="18816"/>
                  </a:lnTo>
                  <a:lnTo>
                    <a:pt x="6962" y="17352"/>
                  </a:lnTo>
                  <a:lnTo>
                    <a:pt x="1778" y="16332"/>
                  </a:lnTo>
                  <a:lnTo>
                    <a:pt x="3924" y="368"/>
                  </a:lnTo>
                  <a:lnTo>
                    <a:pt x="2298" y="152"/>
                  </a:lnTo>
                  <a:lnTo>
                    <a:pt x="0" y="17259"/>
                  </a:lnTo>
                  <a:lnTo>
                    <a:pt x="266" y="17652"/>
                  </a:lnTo>
                  <a:lnTo>
                    <a:pt x="4169" y="18492"/>
                  </a:lnTo>
                  <a:lnTo>
                    <a:pt x="13422" y="20065"/>
                  </a:lnTo>
                  <a:lnTo>
                    <a:pt x="27035" y="21630"/>
                  </a:lnTo>
                  <a:lnTo>
                    <a:pt x="43611" y="22339"/>
                  </a:lnTo>
                  <a:lnTo>
                    <a:pt x="60488" y="21620"/>
                  </a:lnTo>
                  <a:lnTo>
                    <a:pt x="89166" y="16840"/>
                  </a:lnTo>
                  <a:lnTo>
                    <a:pt x="8417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7"/>
            <p:cNvSpPr/>
            <p:nvPr/>
          </p:nvSpPr>
          <p:spPr>
            <a:xfrm>
              <a:off x="1103166" y="6675311"/>
              <a:ext cx="3810" cy="53340"/>
            </a:xfrm>
            <a:custGeom>
              <a:rect b="b" l="l" r="r" t="t"/>
              <a:pathLst>
                <a:path extrusionOk="0" h="53340" w="3809">
                  <a:moveTo>
                    <a:pt x="3530" y="0"/>
                  </a:moveTo>
                  <a:lnTo>
                    <a:pt x="0" y="0"/>
                  </a:lnTo>
                  <a:lnTo>
                    <a:pt x="12" y="52984"/>
                  </a:lnTo>
                  <a:lnTo>
                    <a:pt x="3543" y="41719"/>
                  </a:lnTo>
                  <a:lnTo>
                    <a:pt x="3530" y="0"/>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7"/>
            <p:cNvSpPr/>
            <p:nvPr/>
          </p:nvSpPr>
          <p:spPr>
            <a:xfrm>
              <a:off x="1102346" y="6674482"/>
              <a:ext cx="5715" cy="55244"/>
            </a:xfrm>
            <a:custGeom>
              <a:rect b="b" l="l" r="r" t="t"/>
              <a:pathLst>
                <a:path extrusionOk="0" h="55245" w="5715">
                  <a:moveTo>
                    <a:pt x="4571" y="0"/>
                  </a:moveTo>
                  <a:lnTo>
                    <a:pt x="368" y="12"/>
                  </a:lnTo>
                  <a:lnTo>
                    <a:pt x="0" y="380"/>
                  </a:lnTo>
                  <a:lnTo>
                    <a:pt x="25" y="54228"/>
                  </a:lnTo>
                  <a:lnTo>
                    <a:pt x="317" y="54559"/>
                  </a:lnTo>
                  <a:lnTo>
                    <a:pt x="1104" y="54686"/>
                  </a:lnTo>
                  <a:lnTo>
                    <a:pt x="1498" y="54444"/>
                  </a:lnTo>
                  <a:lnTo>
                    <a:pt x="3370" y="48463"/>
                  </a:lnTo>
                  <a:lnTo>
                    <a:pt x="1650" y="48463"/>
                  </a:lnTo>
                  <a:lnTo>
                    <a:pt x="1638" y="1650"/>
                  </a:lnTo>
                  <a:lnTo>
                    <a:pt x="5169" y="1650"/>
                  </a:lnTo>
                  <a:lnTo>
                    <a:pt x="5067" y="380"/>
                  </a:lnTo>
                  <a:lnTo>
                    <a:pt x="4775" y="88"/>
                  </a:lnTo>
                  <a:lnTo>
                    <a:pt x="4571" y="0"/>
                  </a:lnTo>
                  <a:close/>
                </a:path>
                <a:path extrusionOk="0" h="55245" w="5715">
                  <a:moveTo>
                    <a:pt x="5169" y="1650"/>
                  </a:moveTo>
                  <a:lnTo>
                    <a:pt x="3530" y="1650"/>
                  </a:lnTo>
                  <a:lnTo>
                    <a:pt x="3424" y="42798"/>
                  </a:lnTo>
                  <a:lnTo>
                    <a:pt x="1650" y="48463"/>
                  </a:lnTo>
                  <a:lnTo>
                    <a:pt x="3370" y="48463"/>
                  </a:lnTo>
                  <a:lnTo>
                    <a:pt x="5143" y="42798"/>
                  </a:lnTo>
                  <a:lnTo>
                    <a:pt x="5169" y="165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7"/>
            <p:cNvSpPr/>
            <p:nvPr/>
          </p:nvSpPr>
          <p:spPr>
            <a:xfrm>
              <a:off x="1195623" y="6675277"/>
              <a:ext cx="3810" cy="53340"/>
            </a:xfrm>
            <a:custGeom>
              <a:rect b="b" l="l" r="r" t="t"/>
              <a:pathLst>
                <a:path extrusionOk="0" h="53340" w="3809">
                  <a:moveTo>
                    <a:pt x="3530" y="0"/>
                  </a:moveTo>
                  <a:lnTo>
                    <a:pt x="0" y="0"/>
                  </a:lnTo>
                  <a:lnTo>
                    <a:pt x="25" y="41719"/>
                  </a:lnTo>
                  <a:lnTo>
                    <a:pt x="3556" y="52984"/>
                  </a:lnTo>
                  <a:lnTo>
                    <a:pt x="3530" y="0"/>
                  </a:lnTo>
                  <a:close/>
                </a:path>
              </a:pathLst>
            </a:custGeom>
            <a:solidFill>
              <a:srgbClr val="8D8F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7"/>
            <p:cNvSpPr/>
            <p:nvPr/>
          </p:nvSpPr>
          <p:spPr>
            <a:xfrm>
              <a:off x="1194837" y="6674450"/>
              <a:ext cx="5715" cy="55244"/>
            </a:xfrm>
            <a:custGeom>
              <a:rect b="b" l="l" r="r" t="t"/>
              <a:pathLst>
                <a:path extrusionOk="0" h="55245" w="5715">
                  <a:moveTo>
                    <a:pt x="4318" y="0"/>
                  </a:moveTo>
                  <a:lnTo>
                    <a:pt x="571" y="12"/>
                  </a:lnTo>
                  <a:lnTo>
                    <a:pt x="368" y="88"/>
                  </a:lnTo>
                  <a:lnTo>
                    <a:pt x="100" y="368"/>
                  </a:lnTo>
                  <a:lnTo>
                    <a:pt x="0" y="42710"/>
                  </a:lnTo>
                  <a:lnTo>
                    <a:pt x="3683" y="54444"/>
                  </a:lnTo>
                  <a:lnTo>
                    <a:pt x="4064" y="54686"/>
                  </a:lnTo>
                  <a:lnTo>
                    <a:pt x="4864" y="54559"/>
                  </a:lnTo>
                  <a:lnTo>
                    <a:pt x="5156" y="54216"/>
                  </a:lnTo>
                  <a:lnTo>
                    <a:pt x="5154" y="48463"/>
                  </a:lnTo>
                  <a:lnTo>
                    <a:pt x="3517" y="48463"/>
                  </a:lnTo>
                  <a:lnTo>
                    <a:pt x="1717" y="42710"/>
                  </a:lnTo>
                  <a:lnTo>
                    <a:pt x="1612" y="1651"/>
                  </a:lnTo>
                  <a:lnTo>
                    <a:pt x="5143" y="1651"/>
                  </a:lnTo>
                  <a:lnTo>
                    <a:pt x="5130" y="368"/>
                  </a:lnTo>
                  <a:lnTo>
                    <a:pt x="4775" y="12"/>
                  </a:lnTo>
                  <a:lnTo>
                    <a:pt x="4318" y="0"/>
                  </a:lnTo>
                  <a:close/>
                </a:path>
                <a:path extrusionOk="0" h="55245" w="5715">
                  <a:moveTo>
                    <a:pt x="5143" y="1651"/>
                  </a:moveTo>
                  <a:lnTo>
                    <a:pt x="3505" y="1651"/>
                  </a:lnTo>
                  <a:lnTo>
                    <a:pt x="3517" y="48463"/>
                  </a:lnTo>
                  <a:lnTo>
                    <a:pt x="5154" y="48463"/>
                  </a:lnTo>
                  <a:lnTo>
                    <a:pt x="5143" y="1651"/>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7"/>
            <p:cNvSpPr/>
            <p:nvPr/>
          </p:nvSpPr>
          <p:spPr>
            <a:xfrm>
              <a:off x="1104869" y="6515520"/>
              <a:ext cx="3810" cy="131445"/>
            </a:xfrm>
            <a:custGeom>
              <a:rect b="b" l="l" r="r" t="t"/>
              <a:pathLst>
                <a:path extrusionOk="0" h="131445" w="3809">
                  <a:moveTo>
                    <a:pt x="3644" y="0"/>
                  </a:moveTo>
                  <a:lnTo>
                    <a:pt x="0" y="0"/>
                  </a:lnTo>
                  <a:lnTo>
                    <a:pt x="50" y="130911"/>
                  </a:lnTo>
                  <a:lnTo>
                    <a:pt x="3695" y="130911"/>
                  </a:lnTo>
                  <a:lnTo>
                    <a:pt x="364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7"/>
            <p:cNvSpPr/>
            <p:nvPr/>
          </p:nvSpPr>
          <p:spPr>
            <a:xfrm>
              <a:off x="1104049" y="6514236"/>
              <a:ext cx="5715" cy="133350"/>
            </a:xfrm>
            <a:custGeom>
              <a:rect b="b" l="l" r="r" t="t"/>
              <a:pathLst>
                <a:path extrusionOk="0" h="133350" w="5715">
                  <a:moveTo>
                    <a:pt x="5321" y="130810"/>
                  </a:moveTo>
                  <a:lnTo>
                    <a:pt x="5270" y="2108"/>
                  </a:lnTo>
                  <a:lnTo>
                    <a:pt x="5257" y="1270"/>
                  </a:lnTo>
                  <a:lnTo>
                    <a:pt x="4965" y="1270"/>
                  </a:lnTo>
                  <a:lnTo>
                    <a:pt x="4965" y="0"/>
                  </a:lnTo>
                  <a:lnTo>
                    <a:pt x="3670" y="0"/>
                  </a:lnTo>
                  <a:lnTo>
                    <a:pt x="3670" y="130810"/>
                  </a:lnTo>
                  <a:lnTo>
                    <a:pt x="1663" y="130810"/>
                  </a:lnTo>
                  <a:lnTo>
                    <a:pt x="1663" y="2540"/>
                  </a:lnTo>
                  <a:lnTo>
                    <a:pt x="3632" y="2540"/>
                  </a:lnTo>
                  <a:lnTo>
                    <a:pt x="3670" y="130810"/>
                  </a:lnTo>
                  <a:lnTo>
                    <a:pt x="3670" y="0"/>
                  </a:lnTo>
                  <a:lnTo>
                    <a:pt x="203" y="0"/>
                  </a:lnTo>
                  <a:lnTo>
                    <a:pt x="203" y="1270"/>
                  </a:lnTo>
                  <a:lnTo>
                    <a:pt x="0" y="1270"/>
                  </a:lnTo>
                  <a:lnTo>
                    <a:pt x="0" y="2540"/>
                  </a:lnTo>
                  <a:lnTo>
                    <a:pt x="25" y="130810"/>
                  </a:lnTo>
                  <a:lnTo>
                    <a:pt x="63" y="132080"/>
                  </a:lnTo>
                  <a:lnTo>
                    <a:pt x="228" y="132080"/>
                  </a:lnTo>
                  <a:lnTo>
                    <a:pt x="228" y="133350"/>
                  </a:lnTo>
                  <a:lnTo>
                    <a:pt x="5245" y="133350"/>
                  </a:lnTo>
                  <a:lnTo>
                    <a:pt x="5245" y="132080"/>
                  </a:lnTo>
                  <a:lnTo>
                    <a:pt x="5321" y="131368"/>
                  </a:lnTo>
                  <a:lnTo>
                    <a:pt x="5321" y="13081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7"/>
            <p:cNvSpPr/>
            <p:nvPr/>
          </p:nvSpPr>
          <p:spPr>
            <a:xfrm>
              <a:off x="1194172" y="6515486"/>
              <a:ext cx="3810" cy="131445"/>
            </a:xfrm>
            <a:custGeom>
              <a:rect b="b" l="l" r="r" t="t"/>
              <a:pathLst>
                <a:path extrusionOk="0" h="131445" w="3809">
                  <a:moveTo>
                    <a:pt x="3632" y="0"/>
                  </a:moveTo>
                  <a:lnTo>
                    <a:pt x="0" y="0"/>
                  </a:lnTo>
                  <a:lnTo>
                    <a:pt x="50" y="130911"/>
                  </a:lnTo>
                  <a:lnTo>
                    <a:pt x="3682" y="130911"/>
                  </a:lnTo>
                  <a:lnTo>
                    <a:pt x="363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7"/>
            <p:cNvSpPr/>
            <p:nvPr/>
          </p:nvSpPr>
          <p:spPr>
            <a:xfrm>
              <a:off x="1193355" y="6514210"/>
              <a:ext cx="5715" cy="133350"/>
            </a:xfrm>
            <a:custGeom>
              <a:rect b="b" l="l" r="r" t="t"/>
              <a:pathLst>
                <a:path extrusionOk="0" h="133350" w="5715">
                  <a:moveTo>
                    <a:pt x="5308" y="130810"/>
                  </a:moveTo>
                  <a:lnTo>
                    <a:pt x="5270" y="2108"/>
                  </a:lnTo>
                  <a:lnTo>
                    <a:pt x="5245" y="1270"/>
                  </a:lnTo>
                  <a:lnTo>
                    <a:pt x="4965" y="1270"/>
                  </a:lnTo>
                  <a:lnTo>
                    <a:pt x="4965" y="0"/>
                  </a:lnTo>
                  <a:lnTo>
                    <a:pt x="3670" y="0"/>
                  </a:lnTo>
                  <a:lnTo>
                    <a:pt x="3670" y="130810"/>
                  </a:lnTo>
                  <a:lnTo>
                    <a:pt x="1651" y="130810"/>
                  </a:lnTo>
                  <a:lnTo>
                    <a:pt x="1651" y="2540"/>
                  </a:lnTo>
                  <a:lnTo>
                    <a:pt x="3632" y="2540"/>
                  </a:lnTo>
                  <a:lnTo>
                    <a:pt x="3670" y="130810"/>
                  </a:lnTo>
                  <a:lnTo>
                    <a:pt x="3670" y="0"/>
                  </a:lnTo>
                  <a:lnTo>
                    <a:pt x="203" y="0"/>
                  </a:lnTo>
                  <a:lnTo>
                    <a:pt x="203" y="1270"/>
                  </a:lnTo>
                  <a:lnTo>
                    <a:pt x="0" y="1270"/>
                  </a:lnTo>
                  <a:lnTo>
                    <a:pt x="0" y="2540"/>
                  </a:lnTo>
                  <a:lnTo>
                    <a:pt x="12" y="130810"/>
                  </a:lnTo>
                  <a:lnTo>
                    <a:pt x="38" y="132080"/>
                  </a:lnTo>
                  <a:lnTo>
                    <a:pt x="228" y="132080"/>
                  </a:lnTo>
                  <a:lnTo>
                    <a:pt x="228" y="133350"/>
                  </a:lnTo>
                  <a:lnTo>
                    <a:pt x="5245" y="133350"/>
                  </a:lnTo>
                  <a:lnTo>
                    <a:pt x="5245" y="132080"/>
                  </a:lnTo>
                  <a:lnTo>
                    <a:pt x="5308" y="131368"/>
                  </a:lnTo>
                  <a:lnTo>
                    <a:pt x="5308" y="13081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7"/>
            <p:cNvSpPr/>
            <p:nvPr/>
          </p:nvSpPr>
          <p:spPr>
            <a:xfrm>
              <a:off x="1112036" y="6497643"/>
              <a:ext cx="1905" cy="15875"/>
            </a:xfrm>
            <a:custGeom>
              <a:rect b="b" l="l" r="r" t="t"/>
              <a:pathLst>
                <a:path extrusionOk="0" h="15875" w="1905">
                  <a:moveTo>
                    <a:pt x="1638" y="0"/>
                  </a:moveTo>
                  <a:lnTo>
                    <a:pt x="0" y="0"/>
                  </a:lnTo>
                  <a:lnTo>
                    <a:pt x="0" y="15595"/>
                  </a:lnTo>
                  <a:lnTo>
                    <a:pt x="1651" y="15595"/>
                  </a:lnTo>
                  <a:lnTo>
                    <a:pt x="163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7"/>
            <p:cNvSpPr/>
            <p:nvPr/>
          </p:nvSpPr>
          <p:spPr>
            <a:xfrm>
              <a:off x="1111213" y="6496822"/>
              <a:ext cx="3810" cy="17780"/>
            </a:xfrm>
            <a:custGeom>
              <a:rect b="b" l="l" r="r" t="t"/>
              <a:pathLst>
                <a:path extrusionOk="0" h="17779" w="3809">
                  <a:moveTo>
                    <a:pt x="2908" y="0"/>
                  </a:moveTo>
                  <a:lnTo>
                    <a:pt x="609" y="12"/>
                  </a:lnTo>
                  <a:lnTo>
                    <a:pt x="393" y="88"/>
                  </a:lnTo>
                  <a:lnTo>
                    <a:pt x="88" y="406"/>
                  </a:lnTo>
                  <a:lnTo>
                    <a:pt x="0" y="609"/>
                  </a:lnTo>
                  <a:lnTo>
                    <a:pt x="25" y="16624"/>
                  </a:lnTo>
                  <a:lnTo>
                    <a:pt x="101" y="16840"/>
                  </a:lnTo>
                  <a:lnTo>
                    <a:pt x="406" y="17144"/>
                  </a:lnTo>
                  <a:lnTo>
                    <a:pt x="609" y="17233"/>
                  </a:lnTo>
                  <a:lnTo>
                    <a:pt x="2920" y="17233"/>
                  </a:lnTo>
                  <a:lnTo>
                    <a:pt x="3289" y="16865"/>
                  </a:lnTo>
                  <a:lnTo>
                    <a:pt x="3276" y="812"/>
                  </a:lnTo>
                  <a:lnTo>
                    <a:pt x="3263" y="368"/>
                  </a:lnTo>
                  <a:lnTo>
                    <a:pt x="2908"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7"/>
            <p:cNvSpPr/>
            <p:nvPr/>
          </p:nvSpPr>
          <p:spPr>
            <a:xfrm>
              <a:off x="1189771" y="6497621"/>
              <a:ext cx="1905" cy="15875"/>
            </a:xfrm>
            <a:custGeom>
              <a:rect b="b" l="l" r="r" t="t"/>
              <a:pathLst>
                <a:path extrusionOk="0" h="15875" w="1905">
                  <a:moveTo>
                    <a:pt x="1638" y="0"/>
                  </a:moveTo>
                  <a:lnTo>
                    <a:pt x="0" y="0"/>
                  </a:lnTo>
                  <a:lnTo>
                    <a:pt x="12" y="15582"/>
                  </a:lnTo>
                  <a:lnTo>
                    <a:pt x="1651" y="15582"/>
                  </a:lnTo>
                  <a:lnTo>
                    <a:pt x="163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7"/>
            <p:cNvSpPr/>
            <p:nvPr/>
          </p:nvSpPr>
          <p:spPr>
            <a:xfrm>
              <a:off x="1126807" y="6496799"/>
              <a:ext cx="66040" cy="141605"/>
            </a:xfrm>
            <a:custGeom>
              <a:rect b="b" l="l" r="r" t="t"/>
              <a:pathLst>
                <a:path extrusionOk="0" h="141604" w="66040">
                  <a:moveTo>
                    <a:pt x="1663" y="141312"/>
                  </a:moveTo>
                  <a:lnTo>
                    <a:pt x="1638" y="26200"/>
                  </a:lnTo>
                  <a:lnTo>
                    <a:pt x="0" y="26200"/>
                  </a:lnTo>
                  <a:lnTo>
                    <a:pt x="38" y="141312"/>
                  </a:lnTo>
                  <a:lnTo>
                    <a:pt x="1663" y="141312"/>
                  </a:lnTo>
                  <a:close/>
                </a:path>
                <a:path extrusionOk="0" h="141604" w="66040">
                  <a:moveTo>
                    <a:pt x="48983" y="141300"/>
                  </a:moveTo>
                  <a:lnTo>
                    <a:pt x="48945" y="26174"/>
                  </a:lnTo>
                  <a:lnTo>
                    <a:pt x="47307" y="26174"/>
                  </a:lnTo>
                  <a:lnTo>
                    <a:pt x="47358" y="141300"/>
                  </a:lnTo>
                  <a:lnTo>
                    <a:pt x="48983" y="141300"/>
                  </a:lnTo>
                  <a:close/>
                </a:path>
                <a:path extrusionOk="0" h="141604" w="66040">
                  <a:moveTo>
                    <a:pt x="65430" y="16865"/>
                  </a:moveTo>
                  <a:lnTo>
                    <a:pt x="65417" y="812"/>
                  </a:lnTo>
                  <a:lnTo>
                    <a:pt x="65417" y="596"/>
                  </a:lnTo>
                  <a:lnTo>
                    <a:pt x="65328" y="393"/>
                  </a:lnTo>
                  <a:lnTo>
                    <a:pt x="65024" y="88"/>
                  </a:lnTo>
                  <a:lnTo>
                    <a:pt x="64820" y="0"/>
                  </a:lnTo>
                  <a:lnTo>
                    <a:pt x="62509" y="12"/>
                  </a:lnTo>
                  <a:lnTo>
                    <a:pt x="62141" y="381"/>
                  </a:lnTo>
                  <a:lnTo>
                    <a:pt x="62166" y="16598"/>
                  </a:lnTo>
                  <a:lnTo>
                    <a:pt x="62242" y="16840"/>
                  </a:lnTo>
                  <a:lnTo>
                    <a:pt x="62547" y="17145"/>
                  </a:lnTo>
                  <a:lnTo>
                    <a:pt x="62750" y="17233"/>
                  </a:lnTo>
                  <a:lnTo>
                    <a:pt x="65062" y="17233"/>
                  </a:lnTo>
                  <a:lnTo>
                    <a:pt x="65430" y="1686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7"/>
            <p:cNvSpPr/>
            <p:nvPr/>
          </p:nvSpPr>
          <p:spPr>
            <a:xfrm>
              <a:off x="1141525" y="6650141"/>
              <a:ext cx="25400" cy="5715"/>
            </a:xfrm>
            <a:custGeom>
              <a:rect b="b" l="l" r="r" t="t"/>
              <a:pathLst>
                <a:path extrusionOk="0" h="5715" w="25400">
                  <a:moveTo>
                    <a:pt x="25082" y="0"/>
                  </a:moveTo>
                  <a:lnTo>
                    <a:pt x="0" y="12"/>
                  </a:lnTo>
                  <a:lnTo>
                    <a:pt x="0" y="5333"/>
                  </a:lnTo>
                  <a:lnTo>
                    <a:pt x="25095" y="5333"/>
                  </a:lnTo>
                  <a:lnTo>
                    <a:pt x="2508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7"/>
            <p:cNvSpPr/>
            <p:nvPr/>
          </p:nvSpPr>
          <p:spPr>
            <a:xfrm>
              <a:off x="1114107" y="6649085"/>
              <a:ext cx="53340" cy="12065"/>
            </a:xfrm>
            <a:custGeom>
              <a:rect b="b" l="l" r="r" t="t"/>
              <a:pathLst>
                <a:path extrusionOk="0" h="12065" w="53340">
                  <a:moveTo>
                    <a:pt x="12026" y="7632"/>
                  </a:moveTo>
                  <a:lnTo>
                    <a:pt x="12001" y="4356"/>
                  </a:lnTo>
                  <a:lnTo>
                    <a:pt x="11379" y="2882"/>
                  </a:lnTo>
                  <a:lnTo>
                    <a:pt x="10414" y="1917"/>
                  </a:lnTo>
                  <a:lnTo>
                    <a:pt x="10414" y="3670"/>
                  </a:lnTo>
                  <a:lnTo>
                    <a:pt x="10388" y="7200"/>
                  </a:lnTo>
                  <a:lnTo>
                    <a:pt x="9931" y="8305"/>
                  </a:lnTo>
                  <a:lnTo>
                    <a:pt x="8280" y="9956"/>
                  </a:lnTo>
                  <a:lnTo>
                    <a:pt x="7175" y="10414"/>
                  </a:lnTo>
                  <a:lnTo>
                    <a:pt x="6870" y="10426"/>
                  </a:lnTo>
                  <a:lnTo>
                    <a:pt x="5905" y="10426"/>
                  </a:lnTo>
                  <a:lnTo>
                    <a:pt x="3606" y="10426"/>
                  </a:lnTo>
                  <a:lnTo>
                    <a:pt x="1651" y="8483"/>
                  </a:lnTo>
                  <a:lnTo>
                    <a:pt x="1612" y="4864"/>
                  </a:lnTo>
                  <a:lnTo>
                    <a:pt x="2070" y="3759"/>
                  </a:lnTo>
                  <a:lnTo>
                    <a:pt x="3721" y="2095"/>
                  </a:lnTo>
                  <a:lnTo>
                    <a:pt x="4826" y="1638"/>
                  </a:lnTo>
                  <a:lnTo>
                    <a:pt x="8420" y="1638"/>
                  </a:lnTo>
                  <a:lnTo>
                    <a:pt x="10414" y="3670"/>
                  </a:lnTo>
                  <a:lnTo>
                    <a:pt x="10414" y="1917"/>
                  </a:lnTo>
                  <a:lnTo>
                    <a:pt x="10134" y="1638"/>
                  </a:lnTo>
                  <a:lnTo>
                    <a:pt x="9321" y="825"/>
                  </a:lnTo>
                  <a:lnTo>
                    <a:pt x="9118" y="622"/>
                  </a:lnTo>
                  <a:lnTo>
                    <a:pt x="7607" y="0"/>
                  </a:lnTo>
                  <a:lnTo>
                    <a:pt x="5994" y="0"/>
                  </a:lnTo>
                  <a:lnTo>
                    <a:pt x="4381" y="0"/>
                  </a:lnTo>
                  <a:lnTo>
                    <a:pt x="2870" y="635"/>
                  </a:lnTo>
                  <a:lnTo>
                    <a:pt x="596" y="2908"/>
                  </a:lnTo>
                  <a:lnTo>
                    <a:pt x="0" y="4356"/>
                  </a:lnTo>
                  <a:lnTo>
                    <a:pt x="25" y="9410"/>
                  </a:lnTo>
                  <a:lnTo>
                    <a:pt x="2705" y="12065"/>
                  </a:lnTo>
                  <a:lnTo>
                    <a:pt x="7607" y="12052"/>
                  </a:lnTo>
                  <a:lnTo>
                    <a:pt x="9131" y="11430"/>
                  </a:lnTo>
                  <a:lnTo>
                    <a:pt x="10134" y="10426"/>
                  </a:lnTo>
                  <a:lnTo>
                    <a:pt x="11404" y="9156"/>
                  </a:lnTo>
                  <a:lnTo>
                    <a:pt x="12026" y="7632"/>
                  </a:lnTo>
                  <a:close/>
                </a:path>
                <a:path extrusionOk="0" h="12065" w="53340">
                  <a:moveTo>
                    <a:pt x="53314" y="1892"/>
                  </a:moveTo>
                  <a:lnTo>
                    <a:pt x="53301" y="609"/>
                  </a:lnTo>
                  <a:lnTo>
                    <a:pt x="52946" y="254"/>
                  </a:lnTo>
                  <a:lnTo>
                    <a:pt x="51676" y="254"/>
                  </a:lnTo>
                  <a:lnTo>
                    <a:pt x="51676" y="1892"/>
                  </a:lnTo>
                  <a:lnTo>
                    <a:pt x="51676" y="5575"/>
                  </a:lnTo>
                  <a:lnTo>
                    <a:pt x="28232" y="5588"/>
                  </a:lnTo>
                  <a:lnTo>
                    <a:pt x="28232" y="1892"/>
                  </a:lnTo>
                  <a:lnTo>
                    <a:pt x="51676" y="1892"/>
                  </a:lnTo>
                  <a:lnTo>
                    <a:pt x="51676" y="254"/>
                  </a:lnTo>
                  <a:lnTo>
                    <a:pt x="27190" y="254"/>
                  </a:lnTo>
                  <a:lnTo>
                    <a:pt x="26987" y="342"/>
                  </a:lnTo>
                  <a:lnTo>
                    <a:pt x="26720" y="609"/>
                  </a:lnTo>
                  <a:lnTo>
                    <a:pt x="26606" y="6858"/>
                  </a:lnTo>
                  <a:lnTo>
                    <a:pt x="26962" y="7226"/>
                  </a:lnTo>
                  <a:lnTo>
                    <a:pt x="52717" y="7213"/>
                  </a:lnTo>
                  <a:lnTo>
                    <a:pt x="52920" y="7124"/>
                  </a:lnTo>
                  <a:lnTo>
                    <a:pt x="53225" y="6819"/>
                  </a:lnTo>
                  <a:lnTo>
                    <a:pt x="53314" y="5588"/>
                  </a:lnTo>
                  <a:lnTo>
                    <a:pt x="53314" y="1892"/>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7"/>
            <p:cNvSpPr/>
            <p:nvPr/>
          </p:nvSpPr>
          <p:spPr>
            <a:xfrm>
              <a:off x="1110637" y="6675274"/>
              <a:ext cx="81280" cy="43815"/>
            </a:xfrm>
            <a:custGeom>
              <a:rect b="b" l="l" r="r" t="t"/>
              <a:pathLst>
                <a:path extrusionOk="0" h="43815" w="81280">
                  <a:moveTo>
                    <a:pt x="79895" y="0"/>
                  </a:moveTo>
                  <a:lnTo>
                    <a:pt x="952" y="25"/>
                  </a:lnTo>
                  <a:lnTo>
                    <a:pt x="0" y="977"/>
                  </a:lnTo>
                  <a:lnTo>
                    <a:pt x="12" y="40805"/>
                  </a:lnTo>
                  <a:lnTo>
                    <a:pt x="965" y="41605"/>
                  </a:lnTo>
                  <a:lnTo>
                    <a:pt x="19618" y="43083"/>
                  </a:lnTo>
                  <a:lnTo>
                    <a:pt x="40611" y="43491"/>
                  </a:lnTo>
                  <a:lnTo>
                    <a:pt x="61514" y="43022"/>
                  </a:lnTo>
                  <a:lnTo>
                    <a:pt x="79895" y="41592"/>
                  </a:lnTo>
                  <a:lnTo>
                    <a:pt x="80848" y="40779"/>
                  </a:lnTo>
                  <a:lnTo>
                    <a:pt x="80835" y="2108"/>
                  </a:lnTo>
                  <a:lnTo>
                    <a:pt x="80835" y="939"/>
                  </a:lnTo>
                  <a:lnTo>
                    <a:pt x="79895"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7"/>
            <p:cNvSpPr/>
            <p:nvPr/>
          </p:nvSpPr>
          <p:spPr>
            <a:xfrm>
              <a:off x="1109882" y="6674454"/>
              <a:ext cx="82550" cy="45720"/>
            </a:xfrm>
            <a:custGeom>
              <a:rect b="b" l="l" r="r" t="t"/>
              <a:pathLst>
                <a:path extrusionOk="0" h="45720" w="82550">
                  <a:moveTo>
                    <a:pt x="81089" y="0"/>
                  </a:moveTo>
                  <a:lnTo>
                    <a:pt x="2082" y="38"/>
                  </a:lnTo>
                  <a:lnTo>
                    <a:pt x="0" y="42049"/>
                  </a:lnTo>
                  <a:lnTo>
                    <a:pt x="1117" y="43179"/>
                  </a:lnTo>
                  <a:lnTo>
                    <a:pt x="2781" y="43383"/>
                  </a:lnTo>
                  <a:lnTo>
                    <a:pt x="20012" y="44709"/>
                  </a:lnTo>
                  <a:lnTo>
                    <a:pt x="40892" y="45146"/>
                  </a:lnTo>
                  <a:lnTo>
                    <a:pt x="61922" y="44695"/>
                  </a:lnTo>
                  <a:lnTo>
                    <a:pt x="77568" y="43511"/>
                  </a:lnTo>
                  <a:lnTo>
                    <a:pt x="40892" y="43511"/>
                  </a:lnTo>
                  <a:lnTo>
                    <a:pt x="20123" y="43077"/>
                  </a:lnTo>
                  <a:lnTo>
                    <a:pt x="2984" y="41757"/>
                  </a:lnTo>
                  <a:lnTo>
                    <a:pt x="2264" y="41655"/>
                  </a:lnTo>
                  <a:lnTo>
                    <a:pt x="1612" y="41274"/>
                  </a:lnTo>
                  <a:lnTo>
                    <a:pt x="1574" y="2616"/>
                  </a:lnTo>
                  <a:lnTo>
                    <a:pt x="1714" y="2285"/>
                  </a:lnTo>
                  <a:lnTo>
                    <a:pt x="2197" y="1803"/>
                  </a:lnTo>
                  <a:lnTo>
                    <a:pt x="2527" y="1676"/>
                  </a:lnTo>
                  <a:lnTo>
                    <a:pt x="82390" y="1638"/>
                  </a:lnTo>
                  <a:lnTo>
                    <a:pt x="82384" y="1295"/>
                  </a:lnTo>
                  <a:lnTo>
                    <a:pt x="81089" y="0"/>
                  </a:lnTo>
                  <a:close/>
                </a:path>
                <a:path extrusionOk="0" h="45720" w="82550">
                  <a:moveTo>
                    <a:pt x="82390" y="1638"/>
                  </a:moveTo>
                  <a:lnTo>
                    <a:pt x="80200" y="1638"/>
                  </a:lnTo>
                  <a:lnTo>
                    <a:pt x="80722" y="2171"/>
                  </a:lnTo>
                  <a:lnTo>
                    <a:pt x="80702" y="41274"/>
                  </a:lnTo>
                  <a:lnTo>
                    <a:pt x="80086" y="41655"/>
                  </a:lnTo>
                  <a:lnTo>
                    <a:pt x="79400" y="41732"/>
                  </a:lnTo>
                  <a:lnTo>
                    <a:pt x="61811" y="43063"/>
                  </a:lnTo>
                  <a:lnTo>
                    <a:pt x="40892" y="43511"/>
                  </a:lnTo>
                  <a:lnTo>
                    <a:pt x="77568" y="43511"/>
                  </a:lnTo>
                  <a:lnTo>
                    <a:pt x="79603" y="43357"/>
                  </a:lnTo>
                  <a:lnTo>
                    <a:pt x="81267" y="43167"/>
                  </a:lnTo>
                  <a:lnTo>
                    <a:pt x="82337" y="42049"/>
                  </a:lnTo>
                  <a:lnTo>
                    <a:pt x="82390" y="163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7"/>
            <p:cNvSpPr/>
            <p:nvPr/>
          </p:nvSpPr>
          <p:spPr>
            <a:xfrm>
              <a:off x="1349705" y="4769421"/>
              <a:ext cx="2840990" cy="87630"/>
            </a:xfrm>
            <a:custGeom>
              <a:rect b="b" l="l" r="r" t="t"/>
              <a:pathLst>
                <a:path extrusionOk="0" h="87629" w="2840990">
                  <a:moveTo>
                    <a:pt x="1663" y="87337"/>
                  </a:moveTo>
                  <a:lnTo>
                    <a:pt x="0" y="87337"/>
                  </a:lnTo>
                  <a:lnTo>
                    <a:pt x="0" y="0"/>
                  </a:lnTo>
                  <a:lnTo>
                    <a:pt x="1663" y="0"/>
                  </a:lnTo>
                  <a:lnTo>
                    <a:pt x="1663" y="87337"/>
                  </a:lnTo>
                  <a:close/>
                </a:path>
                <a:path extrusionOk="0" h="87629" w="2840990">
                  <a:moveTo>
                    <a:pt x="0" y="51739"/>
                  </a:moveTo>
                  <a:lnTo>
                    <a:pt x="2838945" y="51739"/>
                  </a:lnTo>
                </a:path>
                <a:path extrusionOk="0" h="87629" w="2840990">
                  <a:moveTo>
                    <a:pt x="2840596" y="87337"/>
                  </a:moveTo>
                  <a:lnTo>
                    <a:pt x="2838945" y="87337"/>
                  </a:lnTo>
                  <a:lnTo>
                    <a:pt x="2838945" y="0"/>
                  </a:lnTo>
                  <a:lnTo>
                    <a:pt x="2840596" y="0"/>
                  </a:lnTo>
                  <a:lnTo>
                    <a:pt x="2840596" y="8733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7"/>
            <p:cNvSpPr/>
            <p:nvPr/>
          </p:nvSpPr>
          <p:spPr>
            <a:xfrm>
              <a:off x="4444847" y="5057749"/>
              <a:ext cx="99695" cy="1421130"/>
            </a:xfrm>
            <a:custGeom>
              <a:rect b="b" l="l" r="r" t="t"/>
              <a:pathLst>
                <a:path extrusionOk="0" h="1421129" w="99695">
                  <a:moveTo>
                    <a:pt x="99314" y="1419466"/>
                  </a:moveTo>
                  <a:lnTo>
                    <a:pt x="0" y="1419466"/>
                  </a:lnTo>
                  <a:lnTo>
                    <a:pt x="0" y="1421130"/>
                  </a:lnTo>
                  <a:lnTo>
                    <a:pt x="99314" y="1421130"/>
                  </a:lnTo>
                  <a:lnTo>
                    <a:pt x="99314" y="1419466"/>
                  </a:lnTo>
                  <a:close/>
                </a:path>
                <a:path extrusionOk="0" h="1421129" w="99695">
                  <a:moveTo>
                    <a:pt x="99314" y="0"/>
                  </a:moveTo>
                  <a:lnTo>
                    <a:pt x="0" y="0"/>
                  </a:lnTo>
                  <a:lnTo>
                    <a:pt x="0" y="1663"/>
                  </a:lnTo>
                  <a:lnTo>
                    <a:pt x="99314" y="1663"/>
                  </a:lnTo>
                  <a:lnTo>
                    <a:pt x="99314"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7"/>
            <p:cNvSpPr/>
            <p:nvPr/>
          </p:nvSpPr>
          <p:spPr>
            <a:xfrm>
              <a:off x="4490755" y="5057739"/>
              <a:ext cx="0" cy="1419860"/>
            </a:xfrm>
            <a:custGeom>
              <a:rect b="b" l="l" r="r" t="t"/>
              <a:pathLst>
                <a:path extrusionOk="0" h="1419860" w="120000">
                  <a:moveTo>
                    <a:pt x="0" y="0"/>
                  </a:moveTo>
                  <a:lnTo>
                    <a:pt x="0" y="141946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7"/>
            <p:cNvSpPr/>
            <p:nvPr/>
          </p:nvSpPr>
          <p:spPr>
            <a:xfrm>
              <a:off x="2697061" y="4746993"/>
              <a:ext cx="1867535" cy="1076325"/>
            </a:xfrm>
            <a:custGeom>
              <a:rect b="b" l="l" r="r" t="t"/>
              <a:pathLst>
                <a:path extrusionOk="0" h="1076325" w="1867535">
                  <a:moveTo>
                    <a:pt x="31635" y="24511"/>
                  </a:moveTo>
                  <a:lnTo>
                    <a:pt x="29730" y="22377"/>
                  </a:lnTo>
                  <a:lnTo>
                    <a:pt x="26035" y="18249"/>
                  </a:lnTo>
                  <a:lnTo>
                    <a:pt x="26035" y="26847"/>
                  </a:lnTo>
                  <a:lnTo>
                    <a:pt x="26035" y="42062"/>
                  </a:lnTo>
                  <a:lnTo>
                    <a:pt x="22225" y="47269"/>
                  </a:lnTo>
                  <a:lnTo>
                    <a:pt x="9474" y="47269"/>
                  </a:lnTo>
                  <a:lnTo>
                    <a:pt x="5600" y="40995"/>
                  </a:lnTo>
                  <a:lnTo>
                    <a:pt x="5537" y="28117"/>
                  </a:lnTo>
                  <a:lnTo>
                    <a:pt x="8509" y="24307"/>
                  </a:lnTo>
                  <a:lnTo>
                    <a:pt x="10007" y="22377"/>
                  </a:lnTo>
                  <a:lnTo>
                    <a:pt x="21894" y="22377"/>
                  </a:lnTo>
                  <a:lnTo>
                    <a:pt x="26035" y="26847"/>
                  </a:lnTo>
                  <a:lnTo>
                    <a:pt x="26035" y="18249"/>
                  </a:lnTo>
                  <a:lnTo>
                    <a:pt x="12141" y="18161"/>
                  </a:lnTo>
                  <a:lnTo>
                    <a:pt x="8077" y="20967"/>
                  </a:lnTo>
                  <a:lnTo>
                    <a:pt x="5803" y="24307"/>
                  </a:lnTo>
                  <a:lnTo>
                    <a:pt x="5600" y="24307"/>
                  </a:lnTo>
                  <a:lnTo>
                    <a:pt x="7518" y="17170"/>
                  </a:lnTo>
                  <a:lnTo>
                    <a:pt x="11645" y="10845"/>
                  </a:lnTo>
                  <a:lnTo>
                    <a:pt x="18161" y="6337"/>
                  </a:lnTo>
                  <a:lnTo>
                    <a:pt x="27228" y="4610"/>
                  </a:lnTo>
                  <a:lnTo>
                    <a:pt x="27165" y="12"/>
                  </a:lnTo>
                  <a:lnTo>
                    <a:pt x="26035" y="12"/>
                  </a:lnTo>
                  <a:lnTo>
                    <a:pt x="24358" y="203"/>
                  </a:lnTo>
                  <a:lnTo>
                    <a:pt x="0" y="30581"/>
                  </a:lnTo>
                  <a:lnTo>
                    <a:pt x="1181" y="39331"/>
                  </a:lnTo>
                  <a:lnTo>
                    <a:pt x="4495" y="45948"/>
                  </a:lnTo>
                  <a:lnTo>
                    <a:pt x="9626" y="50139"/>
                  </a:lnTo>
                  <a:lnTo>
                    <a:pt x="16281" y="51612"/>
                  </a:lnTo>
                  <a:lnTo>
                    <a:pt x="26035" y="51612"/>
                  </a:lnTo>
                  <a:lnTo>
                    <a:pt x="28956" y="47269"/>
                  </a:lnTo>
                  <a:lnTo>
                    <a:pt x="31635" y="43268"/>
                  </a:lnTo>
                  <a:lnTo>
                    <a:pt x="31635" y="24511"/>
                  </a:lnTo>
                  <a:close/>
                </a:path>
                <a:path extrusionOk="0" h="1076325" w="1867535">
                  <a:moveTo>
                    <a:pt x="68300" y="25298"/>
                  </a:moveTo>
                  <a:lnTo>
                    <a:pt x="67246" y="14452"/>
                  </a:lnTo>
                  <a:lnTo>
                    <a:pt x="64211" y="6515"/>
                  </a:lnTo>
                  <a:lnTo>
                    <a:pt x="62687" y="4991"/>
                  </a:lnTo>
                  <a:lnTo>
                    <a:pt x="62687" y="13093"/>
                  </a:lnTo>
                  <a:lnTo>
                    <a:pt x="62687" y="37452"/>
                  </a:lnTo>
                  <a:lnTo>
                    <a:pt x="59880" y="47066"/>
                  </a:lnTo>
                  <a:lnTo>
                    <a:pt x="46202" y="47066"/>
                  </a:lnTo>
                  <a:lnTo>
                    <a:pt x="42532" y="38722"/>
                  </a:lnTo>
                  <a:lnTo>
                    <a:pt x="42532" y="12420"/>
                  </a:lnTo>
                  <a:lnTo>
                    <a:pt x="46736" y="4483"/>
                  </a:lnTo>
                  <a:lnTo>
                    <a:pt x="59690" y="4483"/>
                  </a:lnTo>
                  <a:lnTo>
                    <a:pt x="62687" y="13093"/>
                  </a:lnTo>
                  <a:lnTo>
                    <a:pt x="62687" y="4991"/>
                  </a:lnTo>
                  <a:lnTo>
                    <a:pt x="62191" y="4483"/>
                  </a:lnTo>
                  <a:lnTo>
                    <a:pt x="59397" y="1651"/>
                  </a:lnTo>
                  <a:lnTo>
                    <a:pt x="53009" y="0"/>
                  </a:lnTo>
                  <a:lnTo>
                    <a:pt x="46545" y="1600"/>
                  </a:lnTo>
                  <a:lnTo>
                    <a:pt x="41427" y="6426"/>
                  </a:lnTo>
                  <a:lnTo>
                    <a:pt x="38061" y="14541"/>
                  </a:lnTo>
                  <a:lnTo>
                    <a:pt x="36855" y="25971"/>
                  </a:lnTo>
                  <a:lnTo>
                    <a:pt x="37985" y="37020"/>
                  </a:lnTo>
                  <a:lnTo>
                    <a:pt x="41160" y="45046"/>
                  </a:lnTo>
                  <a:lnTo>
                    <a:pt x="46037" y="49936"/>
                  </a:lnTo>
                  <a:lnTo>
                    <a:pt x="52273" y="51600"/>
                  </a:lnTo>
                  <a:lnTo>
                    <a:pt x="58978" y="49936"/>
                  </a:lnTo>
                  <a:lnTo>
                    <a:pt x="61874" y="47066"/>
                  </a:lnTo>
                  <a:lnTo>
                    <a:pt x="64020" y="44958"/>
                  </a:lnTo>
                  <a:lnTo>
                    <a:pt x="67195" y="36728"/>
                  </a:lnTo>
                  <a:lnTo>
                    <a:pt x="68300" y="25298"/>
                  </a:lnTo>
                  <a:close/>
                </a:path>
                <a:path extrusionOk="0" h="1076325" w="1867535">
                  <a:moveTo>
                    <a:pt x="141541" y="16421"/>
                  </a:moveTo>
                  <a:lnTo>
                    <a:pt x="134467" y="13550"/>
                  </a:lnTo>
                  <a:lnTo>
                    <a:pt x="124383" y="13550"/>
                  </a:lnTo>
                  <a:lnTo>
                    <a:pt x="120713" y="16484"/>
                  </a:lnTo>
                  <a:lnTo>
                    <a:pt x="118313" y="20828"/>
                  </a:lnTo>
                  <a:lnTo>
                    <a:pt x="118173" y="20828"/>
                  </a:lnTo>
                  <a:lnTo>
                    <a:pt x="116636" y="16484"/>
                  </a:lnTo>
                  <a:lnTo>
                    <a:pt x="112966" y="13550"/>
                  </a:lnTo>
                  <a:lnTo>
                    <a:pt x="102489" y="13550"/>
                  </a:lnTo>
                  <a:lnTo>
                    <a:pt x="99148" y="16687"/>
                  </a:lnTo>
                  <a:lnTo>
                    <a:pt x="97155" y="20218"/>
                  </a:lnTo>
                  <a:lnTo>
                    <a:pt x="96951" y="20218"/>
                  </a:lnTo>
                  <a:lnTo>
                    <a:pt x="96621" y="14351"/>
                  </a:lnTo>
                  <a:lnTo>
                    <a:pt x="91744" y="14351"/>
                  </a:lnTo>
                  <a:lnTo>
                    <a:pt x="92011" y="20027"/>
                  </a:lnTo>
                  <a:lnTo>
                    <a:pt x="92011" y="50800"/>
                  </a:lnTo>
                  <a:lnTo>
                    <a:pt x="97485" y="50800"/>
                  </a:lnTo>
                  <a:lnTo>
                    <a:pt x="97485" y="22834"/>
                  </a:lnTo>
                  <a:lnTo>
                    <a:pt x="101688" y="18161"/>
                  </a:lnTo>
                  <a:lnTo>
                    <a:pt x="111569" y="18161"/>
                  </a:lnTo>
                  <a:lnTo>
                    <a:pt x="114033" y="22567"/>
                  </a:lnTo>
                  <a:lnTo>
                    <a:pt x="114033" y="50800"/>
                  </a:lnTo>
                  <a:lnTo>
                    <a:pt x="119507" y="50800"/>
                  </a:lnTo>
                  <a:lnTo>
                    <a:pt x="119507" y="22364"/>
                  </a:lnTo>
                  <a:lnTo>
                    <a:pt x="123583" y="18161"/>
                  </a:lnTo>
                  <a:lnTo>
                    <a:pt x="133527" y="18161"/>
                  </a:lnTo>
                  <a:lnTo>
                    <a:pt x="136067" y="22694"/>
                  </a:lnTo>
                  <a:lnTo>
                    <a:pt x="136067" y="50800"/>
                  </a:lnTo>
                  <a:lnTo>
                    <a:pt x="141541" y="50800"/>
                  </a:lnTo>
                  <a:lnTo>
                    <a:pt x="141541" y="16421"/>
                  </a:lnTo>
                  <a:close/>
                </a:path>
                <a:path extrusionOk="0" h="1076325" w="1867535">
                  <a:moveTo>
                    <a:pt x="1853768" y="1036828"/>
                  </a:moveTo>
                  <a:lnTo>
                    <a:pt x="1850631" y="1033487"/>
                  </a:lnTo>
                  <a:lnTo>
                    <a:pt x="1847088" y="1031494"/>
                  </a:lnTo>
                  <a:lnTo>
                    <a:pt x="1847088" y="1031290"/>
                  </a:lnTo>
                  <a:lnTo>
                    <a:pt x="1852968" y="1030947"/>
                  </a:lnTo>
                  <a:lnTo>
                    <a:pt x="1852968" y="1026083"/>
                  </a:lnTo>
                  <a:lnTo>
                    <a:pt x="1847291" y="1026350"/>
                  </a:lnTo>
                  <a:lnTo>
                    <a:pt x="1816519" y="1026350"/>
                  </a:lnTo>
                  <a:lnTo>
                    <a:pt x="1816519" y="1031824"/>
                  </a:lnTo>
                  <a:lnTo>
                    <a:pt x="1844484" y="1031824"/>
                  </a:lnTo>
                  <a:lnTo>
                    <a:pt x="1849158" y="1036027"/>
                  </a:lnTo>
                  <a:lnTo>
                    <a:pt x="1849158" y="1045908"/>
                  </a:lnTo>
                  <a:lnTo>
                    <a:pt x="1844751" y="1048372"/>
                  </a:lnTo>
                  <a:lnTo>
                    <a:pt x="1816519" y="1048372"/>
                  </a:lnTo>
                  <a:lnTo>
                    <a:pt x="1816519" y="1053846"/>
                  </a:lnTo>
                  <a:lnTo>
                    <a:pt x="1844954" y="1053846"/>
                  </a:lnTo>
                  <a:lnTo>
                    <a:pt x="1849158" y="1057922"/>
                  </a:lnTo>
                  <a:lnTo>
                    <a:pt x="1849158" y="1067866"/>
                  </a:lnTo>
                  <a:lnTo>
                    <a:pt x="1844624" y="1070406"/>
                  </a:lnTo>
                  <a:lnTo>
                    <a:pt x="1816519" y="1070406"/>
                  </a:lnTo>
                  <a:lnTo>
                    <a:pt x="1816519" y="1075880"/>
                  </a:lnTo>
                  <a:lnTo>
                    <a:pt x="1850898" y="1075880"/>
                  </a:lnTo>
                  <a:lnTo>
                    <a:pt x="1853768" y="1068806"/>
                  </a:lnTo>
                  <a:lnTo>
                    <a:pt x="1853768" y="1058722"/>
                  </a:lnTo>
                  <a:lnTo>
                    <a:pt x="1850834" y="1055052"/>
                  </a:lnTo>
                  <a:lnTo>
                    <a:pt x="1846491" y="1052652"/>
                  </a:lnTo>
                  <a:lnTo>
                    <a:pt x="1846491" y="1052512"/>
                  </a:lnTo>
                  <a:lnTo>
                    <a:pt x="1850834" y="1050975"/>
                  </a:lnTo>
                  <a:lnTo>
                    <a:pt x="1853768" y="1047305"/>
                  </a:lnTo>
                  <a:lnTo>
                    <a:pt x="1853768" y="1036828"/>
                  </a:lnTo>
                  <a:close/>
                </a:path>
                <a:path extrusionOk="0" h="1076325" w="1867535">
                  <a:moveTo>
                    <a:pt x="1867319" y="987348"/>
                  </a:moveTo>
                  <a:lnTo>
                    <a:pt x="1865718" y="980884"/>
                  </a:lnTo>
                  <a:lnTo>
                    <a:pt x="1862836" y="977836"/>
                  </a:lnTo>
                  <a:lnTo>
                    <a:pt x="1862836" y="981075"/>
                  </a:lnTo>
                  <a:lnTo>
                    <a:pt x="1862836" y="994029"/>
                  </a:lnTo>
                  <a:lnTo>
                    <a:pt x="1854225" y="997026"/>
                  </a:lnTo>
                  <a:lnTo>
                    <a:pt x="1829866" y="997026"/>
                  </a:lnTo>
                  <a:lnTo>
                    <a:pt x="1820252" y="994219"/>
                  </a:lnTo>
                  <a:lnTo>
                    <a:pt x="1820252" y="980541"/>
                  </a:lnTo>
                  <a:lnTo>
                    <a:pt x="1828596" y="976871"/>
                  </a:lnTo>
                  <a:lnTo>
                    <a:pt x="1854898" y="976871"/>
                  </a:lnTo>
                  <a:lnTo>
                    <a:pt x="1862836" y="981075"/>
                  </a:lnTo>
                  <a:lnTo>
                    <a:pt x="1862836" y="977836"/>
                  </a:lnTo>
                  <a:lnTo>
                    <a:pt x="1861934" y="976871"/>
                  </a:lnTo>
                  <a:lnTo>
                    <a:pt x="1860892" y="975766"/>
                  </a:lnTo>
                  <a:lnTo>
                    <a:pt x="1852790" y="972400"/>
                  </a:lnTo>
                  <a:lnTo>
                    <a:pt x="1841347" y="971194"/>
                  </a:lnTo>
                  <a:lnTo>
                    <a:pt x="1830311" y="972324"/>
                  </a:lnTo>
                  <a:lnTo>
                    <a:pt x="1822272" y="975499"/>
                  </a:lnTo>
                  <a:lnTo>
                    <a:pt x="1817382" y="980376"/>
                  </a:lnTo>
                  <a:lnTo>
                    <a:pt x="1815719" y="986612"/>
                  </a:lnTo>
                  <a:lnTo>
                    <a:pt x="1817395" y="993317"/>
                  </a:lnTo>
                  <a:lnTo>
                    <a:pt x="1822361" y="998359"/>
                  </a:lnTo>
                  <a:lnTo>
                    <a:pt x="1830578" y="1001534"/>
                  </a:lnTo>
                  <a:lnTo>
                    <a:pt x="1842008" y="1002639"/>
                  </a:lnTo>
                  <a:lnTo>
                    <a:pt x="1852866" y="1001585"/>
                  </a:lnTo>
                  <a:lnTo>
                    <a:pt x="1860804" y="998550"/>
                  </a:lnTo>
                  <a:lnTo>
                    <a:pt x="1862340" y="997026"/>
                  </a:lnTo>
                  <a:lnTo>
                    <a:pt x="1865668" y="993736"/>
                  </a:lnTo>
                  <a:lnTo>
                    <a:pt x="1867319" y="987348"/>
                  </a:lnTo>
                  <a:close/>
                </a:path>
                <a:path extrusionOk="0" h="1076325" w="1867535">
                  <a:moveTo>
                    <a:pt x="1867382" y="943749"/>
                  </a:moveTo>
                  <a:lnTo>
                    <a:pt x="1865515" y="939076"/>
                  </a:lnTo>
                  <a:lnTo>
                    <a:pt x="1863648" y="936675"/>
                  </a:lnTo>
                  <a:lnTo>
                    <a:pt x="1859584" y="938339"/>
                  </a:lnTo>
                  <a:lnTo>
                    <a:pt x="1861045" y="940346"/>
                  </a:lnTo>
                  <a:lnTo>
                    <a:pt x="1862848" y="943813"/>
                  </a:lnTo>
                  <a:lnTo>
                    <a:pt x="1862848" y="953490"/>
                  </a:lnTo>
                  <a:lnTo>
                    <a:pt x="1859114" y="956094"/>
                  </a:lnTo>
                  <a:lnTo>
                    <a:pt x="1848497" y="956094"/>
                  </a:lnTo>
                  <a:lnTo>
                    <a:pt x="1845487" y="949883"/>
                  </a:lnTo>
                  <a:lnTo>
                    <a:pt x="1845487" y="941806"/>
                  </a:lnTo>
                  <a:lnTo>
                    <a:pt x="1841360" y="941806"/>
                  </a:lnTo>
                  <a:lnTo>
                    <a:pt x="1841360" y="951623"/>
                  </a:lnTo>
                  <a:lnTo>
                    <a:pt x="1838020" y="957834"/>
                  </a:lnTo>
                  <a:lnTo>
                    <a:pt x="1826069" y="957834"/>
                  </a:lnTo>
                  <a:lnTo>
                    <a:pt x="1820189" y="955090"/>
                  </a:lnTo>
                  <a:lnTo>
                    <a:pt x="1820189" y="942276"/>
                  </a:lnTo>
                  <a:lnTo>
                    <a:pt x="1821992" y="938276"/>
                  </a:lnTo>
                  <a:lnTo>
                    <a:pt x="1823199" y="936472"/>
                  </a:lnTo>
                  <a:lnTo>
                    <a:pt x="1818919" y="934796"/>
                  </a:lnTo>
                  <a:lnTo>
                    <a:pt x="1817319" y="937069"/>
                  </a:lnTo>
                  <a:lnTo>
                    <a:pt x="1815719" y="941616"/>
                  </a:lnTo>
                  <a:lnTo>
                    <a:pt x="1815719" y="957834"/>
                  </a:lnTo>
                  <a:lnTo>
                    <a:pt x="1822665" y="963574"/>
                  </a:lnTo>
                  <a:lnTo>
                    <a:pt x="1837817" y="963574"/>
                  </a:lnTo>
                  <a:lnTo>
                    <a:pt x="1842554" y="958570"/>
                  </a:lnTo>
                  <a:lnTo>
                    <a:pt x="1843557" y="952690"/>
                  </a:lnTo>
                  <a:lnTo>
                    <a:pt x="1843760" y="952690"/>
                  </a:lnTo>
                  <a:lnTo>
                    <a:pt x="1845830" y="958494"/>
                  </a:lnTo>
                  <a:lnTo>
                    <a:pt x="1850428" y="961771"/>
                  </a:lnTo>
                  <a:lnTo>
                    <a:pt x="1861578" y="961771"/>
                  </a:lnTo>
                  <a:lnTo>
                    <a:pt x="1867382" y="957694"/>
                  </a:lnTo>
                  <a:lnTo>
                    <a:pt x="1867382" y="94374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66" name="Google Shape;1066;p7"/>
            <p:cNvPicPr preferRelativeResize="0"/>
            <p:nvPr/>
          </p:nvPicPr>
          <p:blipFill rotWithShape="1">
            <a:blip r:embed="rId18">
              <a:alphaModFix/>
            </a:blip>
            <a:srcRect b="0" l="0" r="0" t="0"/>
            <a:stretch/>
          </p:blipFill>
          <p:spPr>
            <a:xfrm>
              <a:off x="1525836" y="5107633"/>
              <a:ext cx="354079" cy="171947"/>
            </a:xfrm>
            <a:prstGeom prst="rect">
              <a:avLst/>
            </a:prstGeom>
            <a:noFill/>
            <a:ln>
              <a:noFill/>
            </a:ln>
          </p:spPr>
        </p:pic>
        <p:sp>
          <p:nvSpPr>
            <p:cNvPr id="1067" name="Google Shape;1067;p7"/>
            <p:cNvSpPr/>
            <p:nvPr/>
          </p:nvSpPr>
          <p:spPr>
            <a:xfrm>
              <a:off x="4119533" y="5750764"/>
              <a:ext cx="57150" cy="57150"/>
            </a:xfrm>
            <a:custGeom>
              <a:rect b="b" l="l" r="r" t="t"/>
              <a:pathLst>
                <a:path extrusionOk="0" h="57150" w="57150">
                  <a:moveTo>
                    <a:pt x="28397" y="0"/>
                  </a:moveTo>
                  <a:lnTo>
                    <a:pt x="17343" y="2229"/>
                  </a:lnTo>
                  <a:lnTo>
                    <a:pt x="8316" y="8310"/>
                  </a:lnTo>
                  <a:lnTo>
                    <a:pt x="2231" y="17332"/>
                  </a:lnTo>
                  <a:lnTo>
                    <a:pt x="0" y="28384"/>
                  </a:lnTo>
                  <a:lnTo>
                    <a:pt x="2231" y="39436"/>
                  </a:lnTo>
                  <a:lnTo>
                    <a:pt x="8316" y="48458"/>
                  </a:lnTo>
                  <a:lnTo>
                    <a:pt x="17343" y="54539"/>
                  </a:lnTo>
                  <a:lnTo>
                    <a:pt x="28397" y="56769"/>
                  </a:lnTo>
                  <a:lnTo>
                    <a:pt x="39443" y="54539"/>
                  </a:lnTo>
                  <a:lnTo>
                    <a:pt x="48466" y="48458"/>
                  </a:lnTo>
                  <a:lnTo>
                    <a:pt x="54550" y="39436"/>
                  </a:lnTo>
                  <a:lnTo>
                    <a:pt x="56781" y="28384"/>
                  </a:lnTo>
                  <a:lnTo>
                    <a:pt x="54550" y="17332"/>
                  </a:lnTo>
                  <a:lnTo>
                    <a:pt x="48466" y="8310"/>
                  </a:lnTo>
                  <a:lnTo>
                    <a:pt x="39443" y="2229"/>
                  </a:lnTo>
                  <a:lnTo>
                    <a:pt x="28397"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7"/>
            <p:cNvSpPr/>
            <p:nvPr/>
          </p:nvSpPr>
          <p:spPr>
            <a:xfrm>
              <a:off x="4119533" y="5750764"/>
              <a:ext cx="57150" cy="57150"/>
            </a:xfrm>
            <a:custGeom>
              <a:rect b="b" l="l" r="r" t="t"/>
              <a:pathLst>
                <a:path extrusionOk="0" h="57150" w="57150">
                  <a:moveTo>
                    <a:pt x="56781" y="28384"/>
                  </a:moveTo>
                  <a:lnTo>
                    <a:pt x="54550" y="39436"/>
                  </a:lnTo>
                  <a:lnTo>
                    <a:pt x="48466" y="48458"/>
                  </a:lnTo>
                  <a:lnTo>
                    <a:pt x="39443" y="54539"/>
                  </a:lnTo>
                  <a:lnTo>
                    <a:pt x="28397" y="56769"/>
                  </a:lnTo>
                  <a:lnTo>
                    <a:pt x="17343" y="54539"/>
                  </a:lnTo>
                  <a:lnTo>
                    <a:pt x="8316" y="48458"/>
                  </a:lnTo>
                  <a:lnTo>
                    <a:pt x="2231" y="39436"/>
                  </a:lnTo>
                  <a:lnTo>
                    <a:pt x="0" y="28384"/>
                  </a:lnTo>
                  <a:lnTo>
                    <a:pt x="2231" y="17332"/>
                  </a:lnTo>
                  <a:lnTo>
                    <a:pt x="8316" y="8310"/>
                  </a:lnTo>
                  <a:lnTo>
                    <a:pt x="17343" y="2229"/>
                  </a:lnTo>
                  <a:lnTo>
                    <a:pt x="28397" y="0"/>
                  </a:lnTo>
                  <a:lnTo>
                    <a:pt x="39443" y="2229"/>
                  </a:lnTo>
                  <a:lnTo>
                    <a:pt x="48466" y="8310"/>
                  </a:lnTo>
                  <a:lnTo>
                    <a:pt x="54550" y="17332"/>
                  </a:lnTo>
                  <a:lnTo>
                    <a:pt x="56781" y="2838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7"/>
            <p:cNvSpPr/>
            <p:nvPr/>
          </p:nvSpPr>
          <p:spPr>
            <a:xfrm>
              <a:off x="4119533" y="5675684"/>
              <a:ext cx="57150" cy="57150"/>
            </a:xfrm>
            <a:custGeom>
              <a:rect b="b" l="l" r="r" t="t"/>
              <a:pathLst>
                <a:path extrusionOk="0" h="57150" w="57150">
                  <a:moveTo>
                    <a:pt x="28397" y="0"/>
                  </a:moveTo>
                  <a:lnTo>
                    <a:pt x="17343" y="2229"/>
                  </a:lnTo>
                  <a:lnTo>
                    <a:pt x="8316" y="8310"/>
                  </a:lnTo>
                  <a:lnTo>
                    <a:pt x="2231" y="17332"/>
                  </a:lnTo>
                  <a:lnTo>
                    <a:pt x="0" y="28384"/>
                  </a:lnTo>
                  <a:lnTo>
                    <a:pt x="2231" y="39436"/>
                  </a:lnTo>
                  <a:lnTo>
                    <a:pt x="8316" y="48458"/>
                  </a:lnTo>
                  <a:lnTo>
                    <a:pt x="17343" y="54539"/>
                  </a:lnTo>
                  <a:lnTo>
                    <a:pt x="28397" y="56769"/>
                  </a:lnTo>
                  <a:lnTo>
                    <a:pt x="39443" y="54539"/>
                  </a:lnTo>
                  <a:lnTo>
                    <a:pt x="48466" y="48458"/>
                  </a:lnTo>
                  <a:lnTo>
                    <a:pt x="54550" y="39436"/>
                  </a:lnTo>
                  <a:lnTo>
                    <a:pt x="56781" y="28384"/>
                  </a:lnTo>
                  <a:lnTo>
                    <a:pt x="54550" y="17332"/>
                  </a:lnTo>
                  <a:lnTo>
                    <a:pt x="48466" y="8310"/>
                  </a:lnTo>
                  <a:lnTo>
                    <a:pt x="39443" y="2229"/>
                  </a:lnTo>
                  <a:lnTo>
                    <a:pt x="28397"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7"/>
            <p:cNvSpPr/>
            <p:nvPr/>
          </p:nvSpPr>
          <p:spPr>
            <a:xfrm>
              <a:off x="4119533" y="5675684"/>
              <a:ext cx="57150" cy="57150"/>
            </a:xfrm>
            <a:custGeom>
              <a:rect b="b" l="l" r="r" t="t"/>
              <a:pathLst>
                <a:path extrusionOk="0" h="57150" w="57150">
                  <a:moveTo>
                    <a:pt x="56781" y="28384"/>
                  </a:moveTo>
                  <a:lnTo>
                    <a:pt x="54550" y="39436"/>
                  </a:lnTo>
                  <a:lnTo>
                    <a:pt x="48466" y="48458"/>
                  </a:lnTo>
                  <a:lnTo>
                    <a:pt x="39443" y="54539"/>
                  </a:lnTo>
                  <a:lnTo>
                    <a:pt x="28397" y="56769"/>
                  </a:lnTo>
                  <a:lnTo>
                    <a:pt x="17343" y="54539"/>
                  </a:lnTo>
                  <a:lnTo>
                    <a:pt x="8316" y="48458"/>
                  </a:lnTo>
                  <a:lnTo>
                    <a:pt x="2231" y="39436"/>
                  </a:lnTo>
                  <a:lnTo>
                    <a:pt x="0" y="28384"/>
                  </a:lnTo>
                  <a:lnTo>
                    <a:pt x="2231" y="17332"/>
                  </a:lnTo>
                  <a:lnTo>
                    <a:pt x="8316" y="8310"/>
                  </a:lnTo>
                  <a:lnTo>
                    <a:pt x="17343" y="2229"/>
                  </a:lnTo>
                  <a:lnTo>
                    <a:pt x="28397" y="0"/>
                  </a:lnTo>
                  <a:lnTo>
                    <a:pt x="39443" y="2229"/>
                  </a:lnTo>
                  <a:lnTo>
                    <a:pt x="48466" y="8310"/>
                  </a:lnTo>
                  <a:lnTo>
                    <a:pt x="54550" y="17332"/>
                  </a:lnTo>
                  <a:lnTo>
                    <a:pt x="56781" y="2838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7"/>
            <p:cNvSpPr/>
            <p:nvPr/>
          </p:nvSpPr>
          <p:spPr>
            <a:xfrm>
              <a:off x="3609860" y="5769762"/>
              <a:ext cx="356235" cy="83185"/>
            </a:xfrm>
            <a:custGeom>
              <a:rect b="b" l="l" r="r" t="t"/>
              <a:pathLst>
                <a:path extrusionOk="0" h="83185" w="356235">
                  <a:moveTo>
                    <a:pt x="356120" y="0"/>
                  </a:moveTo>
                  <a:lnTo>
                    <a:pt x="0" y="0"/>
                  </a:lnTo>
                  <a:lnTo>
                    <a:pt x="0" y="41389"/>
                  </a:lnTo>
                  <a:lnTo>
                    <a:pt x="0" y="82778"/>
                  </a:lnTo>
                  <a:lnTo>
                    <a:pt x="356120" y="82778"/>
                  </a:lnTo>
                  <a:lnTo>
                    <a:pt x="356120" y="41389"/>
                  </a:lnTo>
                  <a:lnTo>
                    <a:pt x="356120"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7"/>
            <p:cNvSpPr/>
            <p:nvPr/>
          </p:nvSpPr>
          <p:spPr>
            <a:xfrm>
              <a:off x="3609860" y="5769762"/>
              <a:ext cx="356235" cy="83185"/>
            </a:xfrm>
            <a:custGeom>
              <a:rect b="b" l="l" r="r" t="t"/>
              <a:pathLst>
                <a:path extrusionOk="0" h="83185" w="356235">
                  <a:moveTo>
                    <a:pt x="356120" y="0"/>
                  </a:moveTo>
                  <a:lnTo>
                    <a:pt x="0" y="0"/>
                  </a:lnTo>
                  <a:lnTo>
                    <a:pt x="0" y="82778"/>
                  </a:lnTo>
                  <a:lnTo>
                    <a:pt x="356120" y="82778"/>
                  </a:lnTo>
                  <a:lnTo>
                    <a:pt x="35612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73" name="Google Shape;1073;p7"/>
            <p:cNvPicPr preferRelativeResize="0"/>
            <p:nvPr/>
          </p:nvPicPr>
          <p:blipFill rotWithShape="1">
            <a:blip r:embed="rId19">
              <a:alphaModFix/>
            </a:blip>
            <a:srcRect b="0" l="0" r="0" t="0"/>
            <a:stretch/>
          </p:blipFill>
          <p:spPr>
            <a:xfrm>
              <a:off x="3980021" y="5613698"/>
              <a:ext cx="116293" cy="239674"/>
            </a:xfrm>
            <a:prstGeom prst="rect">
              <a:avLst/>
            </a:prstGeom>
            <a:noFill/>
            <a:ln>
              <a:noFill/>
            </a:ln>
          </p:spPr>
        </p:pic>
        <p:pic>
          <p:nvPicPr>
            <p:cNvPr id="1074" name="Google Shape;1074;p7"/>
            <p:cNvPicPr preferRelativeResize="0"/>
            <p:nvPr/>
          </p:nvPicPr>
          <p:blipFill rotWithShape="1">
            <a:blip r:embed="rId20">
              <a:alphaModFix/>
            </a:blip>
            <a:srcRect b="0" l="0" r="0" t="0"/>
            <a:stretch/>
          </p:blipFill>
          <p:spPr>
            <a:xfrm>
              <a:off x="3658711" y="5810319"/>
              <a:ext cx="120408" cy="128461"/>
            </a:xfrm>
            <a:prstGeom prst="rect">
              <a:avLst/>
            </a:prstGeom>
            <a:noFill/>
            <a:ln>
              <a:noFill/>
            </a:ln>
          </p:spPr>
        </p:pic>
        <p:pic>
          <p:nvPicPr>
            <p:cNvPr id="1075" name="Google Shape;1075;p7"/>
            <p:cNvPicPr preferRelativeResize="0"/>
            <p:nvPr/>
          </p:nvPicPr>
          <p:blipFill rotWithShape="1">
            <a:blip r:embed="rId21">
              <a:alphaModFix/>
            </a:blip>
            <a:srcRect b="0" l="0" r="0" t="0"/>
            <a:stretch/>
          </p:blipFill>
          <p:spPr>
            <a:xfrm>
              <a:off x="1797996" y="5692259"/>
              <a:ext cx="1375930" cy="405422"/>
            </a:xfrm>
            <a:prstGeom prst="rect">
              <a:avLst/>
            </a:prstGeom>
            <a:noFill/>
            <a:ln>
              <a:noFill/>
            </a:ln>
          </p:spPr>
        </p:pic>
        <p:sp>
          <p:nvSpPr>
            <p:cNvPr id="1076" name="Google Shape;1076;p7"/>
            <p:cNvSpPr/>
            <p:nvPr/>
          </p:nvSpPr>
          <p:spPr>
            <a:xfrm>
              <a:off x="2350980" y="5225882"/>
              <a:ext cx="8255" cy="78105"/>
            </a:xfrm>
            <a:custGeom>
              <a:rect b="b" l="l" r="r" t="t"/>
              <a:pathLst>
                <a:path extrusionOk="0" h="78104" w="8255">
                  <a:moveTo>
                    <a:pt x="8204" y="0"/>
                  </a:moveTo>
                  <a:lnTo>
                    <a:pt x="0" y="0"/>
                  </a:lnTo>
                  <a:lnTo>
                    <a:pt x="0" y="75882"/>
                  </a:lnTo>
                  <a:lnTo>
                    <a:pt x="1841" y="77724"/>
                  </a:lnTo>
                  <a:lnTo>
                    <a:pt x="6362" y="77724"/>
                  </a:lnTo>
                  <a:lnTo>
                    <a:pt x="8204" y="75882"/>
                  </a:lnTo>
                  <a:lnTo>
                    <a:pt x="8204"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7"/>
            <p:cNvSpPr/>
            <p:nvPr/>
          </p:nvSpPr>
          <p:spPr>
            <a:xfrm>
              <a:off x="2350980" y="5225882"/>
              <a:ext cx="8255" cy="78105"/>
            </a:xfrm>
            <a:custGeom>
              <a:rect b="b" l="l" r="r" t="t"/>
              <a:pathLst>
                <a:path extrusionOk="0" h="78104" w="8255">
                  <a:moveTo>
                    <a:pt x="8204" y="0"/>
                  </a:moveTo>
                  <a:lnTo>
                    <a:pt x="0" y="0"/>
                  </a:lnTo>
                  <a:lnTo>
                    <a:pt x="0" y="73621"/>
                  </a:lnTo>
                  <a:lnTo>
                    <a:pt x="0" y="75882"/>
                  </a:lnTo>
                  <a:lnTo>
                    <a:pt x="1841" y="77724"/>
                  </a:lnTo>
                  <a:lnTo>
                    <a:pt x="4102" y="77724"/>
                  </a:lnTo>
                  <a:lnTo>
                    <a:pt x="6362" y="77724"/>
                  </a:lnTo>
                  <a:lnTo>
                    <a:pt x="8204" y="75882"/>
                  </a:lnTo>
                  <a:lnTo>
                    <a:pt x="8204" y="73621"/>
                  </a:lnTo>
                  <a:lnTo>
                    <a:pt x="820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7"/>
            <p:cNvSpPr/>
            <p:nvPr/>
          </p:nvSpPr>
          <p:spPr>
            <a:xfrm>
              <a:off x="2355303" y="5206453"/>
              <a:ext cx="259079" cy="13335"/>
            </a:xfrm>
            <a:custGeom>
              <a:rect b="b" l="l" r="r" t="t"/>
              <a:pathLst>
                <a:path extrusionOk="0" h="13335" w="259080">
                  <a:moveTo>
                    <a:pt x="258660" y="0"/>
                  </a:moveTo>
                  <a:lnTo>
                    <a:pt x="0" y="0"/>
                  </a:lnTo>
                  <a:lnTo>
                    <a:pt x="0" y="13322"/>
                  </a:lnTo>
                  <a:lnTo>
                    <a:pt x="258660" y="13322"/>
                  </a:lnTo>
                  <a:lnTo>
                    <a:pt x="258660"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7"/>
            <p:cNvSpPr/>
            <p:nvPr/>
          </p:nvSpPr>
          <p:spPr>
            <a:xfrm>
              <a:off x="2355303" y="5206453"/>
              <a:ext cx="259079" cy="13335"/>
            </a:xfrm>
            <a:custGeom>
              <a:rect b="b" l="l" r="r" t="t"/>
              <a:pathLst>
                <a:path extrusionOk="0" h="13335" w="259080">
                  <a:moveTo>
                    <a:pt x="258660" y="13322"/>
                  </a:moveTo>
                  <a:lnTo>
                    <a:pt x="0" y="13322"/>
                  </a:lnTo>
                  <a:lnTo>
                    <a:pt x="0" y="0"/>
                  </a:lnTo>
                  <a:lnTo>
                    <a:pt x="258660" y="0"/>
                  </a:lnTo>
                  <a:lnTo>
                    <a:pt x="258660" y="1332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80" name="Google Shape;1080;p7"/>
            <p:cNvPicPr preferRelativeResize="0"/>
            <p:nvPr/>
          </p:nvPicPr>
          <p:blipFill rotWithShape="1">
            <a:blip r:embed="rId22">
              <a:alphaModFix/>
            </a:blip>
            <a:srcRect b="0" l="0" r="0" t="0"/>
            <a:stretch/>
          </p:blipFill>
          <p:spPr>
            <a:xfrm>
              <a:off x="2299675" y="5079065"/>
              <a:ext cx="282367" cy="175399"/>
            </a:xfrm>
            <a:prstGeom prst="rect">
              <a:avLst/>
            </a:prstGeom>
            <a:noFill/>
            <a:ln>
              <a:noFill/>
            </a:ln>
          </p:spPr>
        </p:pic>
        <p:pic>
          <p:nvPicPr>
            <p:cNvPr id="1081" name="Google Shape;1081;p7"/>
            <p:cNvPicPr preferRelativeResize="0"/>
            <p:nvPr/>
          </p:nvPicPr>
          <p:blipFill rotWithShape="1">
            <a:blip r:embed="rId23">
              <a:alphaModFix/>
            </a:blip>
            <a:srcRect b="0" l="0" r="0" t="0"/>
            <a:stretch/>
          </p:blipFill>
          <p:spPr>
            <a:xfrm>
              <a:off x="3173081" y="5123487"/>
              <a:ext cx="86829" cy="86829"/>
            </a:xfrm>
            <a:prstGeom prst="rect">
              <a:avLst/>
            </a:prstGeom>
            <a:noFill/>
            <a:ln>
              <a:noFill/>
            </a:ln>
          </p:spPr>
        </p:pic>
        <p:pic>
          <p:nvPicPr>
            <p:cNvPr id="1082" name="Google Shape;1082;p7"/>
            <p:cNvPicPr preferRelativeResize="0"/>
            <p:nvPr/>
          </p:nvPicPr>
          <p:blipFill rotWithShape="1">
            <a:blip r:embed="rId24">
              <a:alphaModFix/>
            </a:blip>
            <a:srcRect b="0" l="0" r="0" t="0"/>
            <a:stretch/>
          </p:blipFill>
          <p:spPr>
            <a:xfrm>
              <a:off x="3306615" y="5123487"/>
              <a:ext cx="86829" cy="86829"/>
            </a:xfrm>
            <a:prstGeom prst="rect">
              <a:avLst/>
            </a:prstGeom>
            <a:noFill/>
            <a:ln>
              <a:noFill/>
            </a:ln>
          </p:spPr>
        </p:pic>
        <p:pic>
          <p:nvPicPr>
            <p:cNvPr id="1083" name="Google Shape;1083;p7"/>
            <p:cNvPicPr preferRelativeResize="0"/>
            <p:nvPr/>
          </p:nvPicPr>
          <p:blipFill rotWithShape="1">
            <a:blip r:embed="rId24">
              <a:alphaModFix/>
            </a:blip>
            <a:srcRect b="0" l="0" r="0" t="0"/>
            <a:stretch/>
          </p:blipFill>
          <p:spPr>
            <a:xfrm>
              <a:off x="3440151" y="5123487"/>
              <a:ext cx="86829" cy="86829"/>
            </a:xfrm>
            <a:prstGeom prst="rect">
              <a:avLst/>
            </a:prstGeom>
            <a:noFill/>
            <a:ln>
              <a:noFill/>
            </a:ln>
          </p:spPr>
        </p:pic>
        <p:sp>
          <p:nvSpPr>
            <p:cNvPr id="1084" name="Google Shape;1084;p7"/>
            <p:cNvSpPr/>
            <p:nvPr/>
          </p:nvSpPr>
          <p:spPr>
            <a:xfrm>
              <a:off x="3118269" y="5064874"/>
              <a:ext cx="459740" cy="193040"/>
            </a:xfrm>
            <a:custGeom>
              <a:rect b="b" l="l" r="r" t="t"/>
              <a:pathLst>
                <a:path extrusionOk="0" h="193039" w="459739">
                  <a:moveTo>
                    <a:pt x="459600" y="192646"/>
                  </a:moveTo>
                  <a:lnTo>
                    <a:pt x="0" y="192646"/>
                  </a:lnTo>
                  <a:lnTo>
                    <a:pt x="0" y="0"/>
                  </a:lnTo>
                  <a:lnTo>
                    <a:pt x="459600" y="0"/>
                  </a:lnTo>
                  <a:lnTo>
                    <a:pt x="459600" y="19264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7"/>
            <p:cNvSpPr/>
            <p:nvPr/>
          </p:nvSpPr>
          <p:spPr>
            <a:xfrm>
              <a:off x="2852801" y="5165318"/>
              <a:ext cx="139065" cy="76835"/>
            </a:xfrm>
            <a:custGeom>
              <a:rect b="b" l="l" r="r" t="t"/>
              <a:pathLst>
                <a:path extrusionOk="0" h="76835" w="139064">
                  <a:moveTo>
                    <a:pt x="139039" y="0"/>
                  </a:moveTo>
                  <a:lnTo>
                    <a:pt x="0" y="0"/>
                  </a:lnTo>
                  <a:lnTo>
                    <a:pt x="0" y="76606"/>
                  </a:lnTo>
                  <a:lnTo>
                    <a:pt x="139039" y="76606"/>
                  </a:lnTo>
                  <a:lnTo>
                    <a:pt x="139039"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7"/>
            <p:cNvSpPr/>
            <p:nvPr/>
          </p:nvSpPr>
          <p:spPr>
            <a:xfrm>
              <a:off x="2852801" y="5165318"/>
              <a:ext cx="139065" cy="76835"/>
            </a:xfrm>
            <a:custGeom>
              <a:rect b="b" l="l" r="r" t="t"/>
              <a:pathLst>
                <a:path extrusionOk="0" h="76835" w="139064">
                  <a:moveTo>
                    <a:pt x="139039" y="76606"/>
                  </a:moveTo>
                  <a:lnTo>
                    <a:pt x="0" y="76606"/>
                  </a:lnTo>
                  <a:lnTo>
                    <a:pt x="0" y="0"/>
                  </a:lnTo>
                  <a:lnTo>
                    <a:pt x="139039" y="0"/>
                  </a:lnTo>
                  <a:lnTo>
                    <a:pt x="139039" y="7660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7"/>
            <p:cNvSpPr/>
            <p:nvPr/>
          </p:nvSpPr>
          <p:spPr>
            <a:xfrm>
              <a:off x="2965138" y="5067754"/>
              <a:ext cx="52069" cy="52069"/>
            </a:xfrm>
            <a:custGeom>
              <a:rect b="b" l="l" r="r" t="t"/>
              <a:pathLst>
                <a:path extrusionOk="0" h="52070" w="52069">
                  <a:moveTo>
                    <a:pt x="26035" y="0"/>
                  </a:moveTo>
                  <a:lnTo>
                    <a:pt x="15901" y="2046"/>
                  </a:lnTo>
                  <a:lnTo>
                    <a:pt x="7626" y="7626"/>
                  </a:lnTo>
                  <a:lnTo>
                    <a:pt x="2046" y="15901"/>
                  </a:lnTo>
                  <a:lnTo>
                    <a:pt x="0" y="26034"/>
                  </a:lnTo>
                  <a:lnTo>
                    <a:pt x="2046" y="36168"/>
                  </a:lnTo>
                  <a:lnTo>
                    <a:pt x="7626" y="44443"/>
                  </a:lnTo>
                  <a:lnTo>
                    <a:pt x="15901" y="50023"/>
                  </a:lnTo>
                  <a:lnTo>
                    <a:pt x="26035" y="52069"/>
                  </a:lnTo>
                  <a:lnTo>
                    <a:pt x="36168" y="50023"/>
                  </a:lnTo>
                  <a:lnTo>
                    <a:pt x="44443" y="44443"/>
                  </a:lnTo>
                  <a:lnTo>
                    <a:pt x="50023" y="36168"/>
                  </a:lnTo>
                  <a:lnTo>
                    <a:pt x="52070" y="26034"/>
                  </a:lnTo>
                  <a:lnTo>
                    <a:pt x="50023" y="15901"/>
                  </a:lnTo>
                  <a:lnTo>
                    <a:pt x="44443" y="7626"/>
                  </a:lnTo>
                  <a:lnTo>
                    <a:pt x="36168" y="2046"/>
                  </a:lnTo>
                  <a:lnTo>
                    <a:pt x="26035"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7"/>
            <p:cNvSpPr/>
            <p:nvPr/>
          </p:nvSpPr>
          <p:spPr>
            <a:xfrm>
              <a:off x="2965138" y="5067754"/>
              <a:ext cx="52069" cy="52069"/>
            </a:xfrm>
            <a:custGeom>
              <a:rect b="b" l="l" r="r" t="t"/>
              <a:pathLst>
                <a:path extrusionOk="0" h="52070" w="52069">
                  <a:moveTo>
                    <a:pt x="26035" y="0"/>
                  </a:moveTo>
                  <a:lnTo>
                    <a:pt x="36168" y="2046"/>
                  </a:lnTo>
                  <a:lnTo>
                    <a:pt x="44443" y="7626"/>
                  </a:lnTo>
                  <a:lnTo>
                    <a:pt x="50023" y="15901"/>
                  </a:lnTo>
                  <a:lnTo>
                    <a:pt x="52070" y="26034"/>
                  </a:lnTo>
                  <a:lnTo>
                    <a:pt x="50023" y="36168"/>
                  </a:lnTo>
                  <a:lnTo>
                    <a:pt x="44443" y="44443"/>
                  </a:lnTo>
                  <a:lnTo>
                    <a:pt x="36168" y="50023"/>
                  </a:lnTo>
                  <a:lnTo>
                    <a:pt x="26035" y="52069"/>
                  </a:lnTo>
                  <a:lnTo>
                    <a:pt x="15901" y="50023"/>
                  </a:lnTo>
                  <a:lnTo>
                    <a:pt x="7626" y="44443"/>
                  </a:lnTo>
                  <a:lnTo>
                    <a:pt x="2046" y="36168"/>
                  </a:lnTo>
                  <a:lnTo>
                    <a:pt x="0" y="26034"/>
                  </a:lnTo>
                  <a:lnTo>
                    <a:pt x="2046" y="15901"/>
                  </a:lnTo>
                  <a:lnTo>
                    <a:pt x="7626" y="7626"/>
                  </a:lnTo>
                  <a:lnTo>
                    <a:pt x="15901" y="2046"/>
                  </a:lnTo>
                  <a:lnTo>
                    <a:pt x="2603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7"/>
            <p:cNvSpPr/>
            <p:nvPr/>
          </p:nvSpPr>
          <p:spPr>
            <a:xfrm>
              <a:off x="2896289" y="5067754"/>
              <a:ext cx="52069" cy="52069"/>
            </a:xfrm>
            <a:custGeom>
              <a:rect b="b" l="l" r="r" t="t"/>
              <a:pathLst>
                <a:path extrusionOk="0" h="52070" w="52069">
                  <a:moveTo>
                    <a:pt x="26035" y="0"/>
                  </a:moveTo>
                  <a:lnTo>
                    <a:pt x="15901" y="2046"/>
                  </a:lnTo>
                  <a:lnTo>
                    <a:pt x="7626" y="7626"/>
                  </a:lnTo>
                  <a:lnTo>
                    <a:pt x="2046" y="15901"/>
                  </a:lnTo>
                  <a:lnTo>
                    <a:pt x="0" y="26034"/>
                  </a:lnTo>
                  <a:lnTo>
                    <a:pt x="2046" y="36168"/>
                  </a:lnTo>
                  <a:lnTo>
                    <a:pt x="7626" y="44443"/>
                  </a:lnTo>
                  <a:lnTo>
                    <a:pt x="15901" y="50023"/>
                  </a:lnTo>
                  <a:lnTo>
                    <a:pt x="26035" y="52069"/>
                  </a:lnTo>
                  <a:lnTo>
                    <a:pt x="36168" y="50023"/>
                  </a:lnTo>
                  <a:lnTo>
                    <a:pt x="44443" y="44443"/>
                  </a:lnTo>
                  <a:lnTo>
                    <a:pt x="50023" y="36168"/>
                  </a:lnTo>
                  <a:lnTo>
                    <a:pt x="52070" y="26034"/>
                  </a:lnTo>
                  <a:lnTo>
                    <a:pt x="50023" y="15901"/>
                  </a:lnTo>
                  <a:lnTo>
                    <a:pt x="44443" y="7626"/>
                  </a:lnTo>
                  <a:lnTo>
                    <a:pt x="36168" y="2046"/>
                  </a:lnTo>
                  <a:lnTo>
                    <a:pt x="26035" y="0"/>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7"/>
            <p:cNvSpPr/>
            <p:nvPr/>
          </p:nvSpPr>
          <p:spPr>
            <a:xfrm>
              <a:off x="2896289" y="5067754"/>
              <a:ext cx="52069" cy="52069"/>
            </a:xfrm>
            <a:custGeom>
              <a:rect b="b" l="l" r="r" t="t"/>
              <a:pathLst>
                <a:path extrusionOk="0" h="52070" w="52069">
                  <a:moveTo>
                    <a:pt x="26035" y="0"/>
                  </a:moveTo>
                  <a:lnTo>
                    <a:pt x="36168" y="2046"/>
                  </a:lnTo>
                  <a:lnTo>
                    <a:pt x="44443" y="7626"/>
                  </a:lnTo>
                  <a:lnTo>
                    <a:pt x="50023" y="15901"/>
                  </a:lnTo>
                  <a:lnTo>
                    <a:pt x="52070" y="26034"/>
                  </a:lnTo>
                  <a:lnTo>
                    <a:pt x="50023" y="36168"/>
                  </a:lnTo>
                  <a:lnTo>
                    <a:pt x="44443" y="44443"/>
                  </a:lnTo>
                  <a:lnTo>
                    <a:pt x="36168" y="50023"/>
                  </a:lnTo>
                  <a:lnTo>
                    <a:pt x="26035" y="52069"/>
                  </a:lnTo>
                  <a:lnTo>
                    <a:pt x="15901" y="50023"/>
                  </a:lnTo>
                  <a:lnTo>
                    <a:pt x="7626" y="44443"/>
                  </a:lnTo>
                  <a:lnTo>
                    <a:pt x="2046" y="36168"/>
                  </a:lnTo>
                  <a:lnTo>
                    <a:pt x="0" y="26034"/>
                  </a:lnTo>
                  <a:lnTo>
                    <a:pt x="2046" y="15901"/>
                  </a:lnTo>
                  <a:lnTo>
                    <a:pt x="7626" y="7626"/>
                  </a:lnTo>
                  <a:lnTo>
                    <a:pt x="15901" y="2046"/>
                  </a:lnTo>
                  <a:lnTo>
                    <a:pt x="2603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91" name="Google Shape;1091;p7"/>
            <p:cNvPicPr preferRelativeResize="0"/>
            <p:nvPr/>
          </p:nvPicPr>
          <p:blipFill rotWithShape="1">
            <a:blip r:embed="rId25">
              <a:alphaModFix/>
            </a:blip>
            <a:srcRect b="0" l="0" r="0" t="0"/>
            <a:stretch/>
          </p:blipFill>
          <p:spPr>
            <a:xfrm>
              <a:off x="1959084" y="5099954"/>
              <a:ext cx="225252" cy="141902"/>
            </a:xfrm>
            <a:prstGeom prst="rect">
              <a:avLst/>
            </a:prstGeom>
            <a:noFill/>
            <a:ln>
              <a:noFill/>
            </a:ln>
          </p:spPr>
        </p:pic>
        <p:sp>
          <p:nvSpPr>
            <p:cNvPr id="1092" name="Google Shape;1092;p7"/>
            <p:cNvSpPr/>
            <p:nvPr/>
          </p:nvSpPr>
          <p:spPr>
            <a:xfrm>
              <a:off x="4117098" y="6236601"/>
              <a:ext cx="79375" cy="737235"/>
            </a:xfrm>
            <a:custGeom>
              <a:rect b="b" l="l" r="r" t="t"/>
              <a:pathLst>
                <a:path extrusionOk="0" h="737234" w="79375">
                  <a:moveTo>
                    <a:pt x="78930" y="0"/>
                  </a:moveTo>
                  <a:lnTo>
                    <a:pt x="0" y="0"/>
                  </a:lnTo>
                  <a:lnTo>
                    <a:pt x="0" y="736752"/>
                  </a:lnTo>
                  <a:lnTo>
                    <a:pt x="78930" y="736752"/>
                  </a:lnTo>
                  <a:lnTo>
                    <a:pt x="78930" y="0"/>
                  </a:lnTo>
                  <a:close/>
                </a:path>
              </a:pathLst>
            </a:custGeom>
            <a:solidFill>
              <a:srgbClr val="BCBE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7"/>
            <p:cNvSpPr/>
            <p:nvPr/>
          </p:nvSpPr>
          <p:spPr>
            <a:xfrm>
              <a:off x="4057002" y="6227140"/>
              <a:ext cx="143510" cy="757555"/>
            </a:xfrm>
            <a:custGeom>
              <a:rect b="b" l="l" r="r" t="t"/>
              <a:pathLst>
                <a:path extrusionOk="0" h="757554" w="143510">
                  <a:moveTo>
                    <a:pt x="143446" y="12"/>
                  </a:moveTo>
                  <a:lnTo>
                    <a:pt x="141947" y="12"/>
                  </a:lnTo>
                  <a:lnTo>
                    <a:pt x="0" y="0"/>
                  </a:lnTo>
                  <a:lnTo>
                    <a:pt x="0" y="9461"/>
                  </a:lnTo>
                  <a:lnTo>
                    <a:pt x="133985" y="9461"/>
                  </a:lnTo>
                  <a:lnTo>
                    <a:pt x="133985" y="186893"/>
                  </a:lnTo>
                  <a:lnTo>
                    <a:pt x="0" y="186893"/>
                  </a:lnTo>
                  <a:lnTo>
                    <a:pt x="0" y="196354"/>
                  </a:lnTo>
                  <a:lnTo>
                    <a:pt x="133985" y="196354"/>
                  </a:lnTo>
                  <a:lnTo>
                    <a:pt x="133985" y="373799"/>
                  </a:lnTo>
                  <a:lnTo>
                    <a:pt x="0" y="373799"/>
                  </a:lnTo>
                  <a:lnTo>
                    <a:pt x="0" y="383260"/>
                  </a:lnTo>
                  <a:lnTo>
                    <a:pt x="133985" y="383260"/>
                  </a:lnTo>
                  <a:lnTo>
                    <a:pt x="133985" y="560705"/>
                  </a:lnTo>
                  <a:lnTo>
                    <a:pt x="0" y="560705"/>
                  </a:lnTo>
                  <a:lnTo>
                    <a:pt x="0" y="570153"/>
                  </a:lnTo>
                  <a:lnTo>
                    <a:pt x="133985" y="570153"/>
                  </a:lnTo>
                  <a:lnTo>
                    <a:pt x="133985" y="747610"/>
                  </a:lnTo>
                  <a:lnTo>
                    <a:pt x="0" y="747610"/>
                  </a:lnTo>
                  <a:lnTo>
                    <a:pt x="0" y="757059"/>
                  </a:lnTo>
                  <a:lnTo>
                    <a:pt x="133985" y="757059"/>
                  </a:lnTo>
                  <a:lnTo>
                    <a:pt x="141947" y="757059"/>
                  </a:lnTo>
                  <a:lnTo>
                    <a:pt x="143446" y="757059"/>
                  </a:lnTo>
                  <a:lnTo>
                    <a:pt x="143446" y="12"/>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7"/>
            <p:cNvSpPr/>
            <p:nvPr/>
          </p:nvSpPr>
          <p:spPr>
            <a:xfrm>
              <a:off x="588733" y="5059032"/>
              <a:ext cx="191770" cy="1921510"/>
            </a:xfrm>
            <a:custGeom>
              <a:rect b="b" l="l" r="r" t="t"/>
              <a:pathLst>
                <a:path extrusionOk="0" h="1921509" w="191770">
                  <a:moveTo>
                    <a:pt x="191528" y="0"/>
                  </a:moveTo>
                  <a:lnTo>
                    <a:pt x="0" y="0"/>
                  </a:lnTo>
                  <a:lnTo>
                    <a:pt x="0" y="1921421"/>
                  </a:lnTo>
                  <a:lnTo>
                    <a:pt x="191528" y="1921421"/>
                  </a:lnTo>
                  <a:lnTo>
                    <a:pt x="191528" y="0"/>
                  </a:lnTo>
                  <a:close/>
                </a:path>
              </a:pathLst>
            </a:custGeom>
            <a:solidFill>
              <a:srgbClr val="BCBEC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7"/>
            <p:cNvSpPr/>
            <p:nvPr/>
          </p:nvSpPr>
          <p:spPr>
            <a:xfrm>
              <a:off x="581621" y="5046243"/>
              <a:ext cx="690880" cy="1941830"/>
            </a:xfrm>
            <a:custGeom>
              <a:rect b="b" l="l" r="r" t="t"/>
              <a:pathLst>
                <a:path extrusionOk="0" h="1941829" w="690880">
                  <a:moveTo>
                    <a:pt x="690816" y="0"/>
                  </a:moveTo>
                  <a:lnTo>
                    <a:pt x="12" y="0"/>
                  </a:lnTo>
                  <a:lnTo>
                    <a:pt x="12" y="1358"/>
                  </a:lnTo>
                  <a:lnTo>
                    <a:pt x="0" y="1941322"/>
                  </a:lnTo>
                  <a:lnTo>
                    <a:pt x="14211" y="1941322"/>
                  </a:lnTo>
                  <a:lnTo>
                    <a:pt x="236588" y="1941309"/>
                  </a:lnTo>
                  <a:lnTo>
                    <a:pt x="236588" y="1927110"/>
                  </a:lnTo>
                  <a:lnTo>
                    <a:pt x="14211" y="1927110"/>
                  </a:lnTo>
                  <a:lnTo>
                    <a:pt x="14211" y="1620126"/>
                  </a:lnTo>
                  <a:lnTo>
                    <a:pt x="236588" y="1620126"/>
                  </a:lnTo>
                  <a:lnTo>
                    <a:pt x="236588" y="1605940"/>
                  </a:lnTo>
                  <a:lnTo>
                    <a:pt x="14211" y="1605940"/>
                  </a:lnTo>
                  <a:lnTo>
                    <a:pt x="14211" y="1298943"/>
                  </a:lnTo>
                  <a:lnTo>
                    <a:pt x="236588" y="1298943"/>
                  </a:lnTo>
                  <a:lnTo>
                    <a:pt x="236588" y="1284744"/>
                  </a:lnTo>
                  <a:lnTo>
                    <a:pt x="14211" y="1284744"/>
                  </a:lnTo>
                  <a:lnTo>
                    <a:pt x="14211" y="977760"/>
                  </a:lnTo>
                  <a:lnTo>
                    <a:pt x="236588" y="977760"/>
                  </a:lnTo>
                  <a:lnTo>
                    <a:pt x="236588" y="963574"/>
                  </a:lnTo>
                  <a:lnTo>
                    <a:pt x="14211" y="963574"/>
                  </a:lnTo>
                  <a:lnTo>
                    <a:pt x="14211" y="656564"/>
                  </a:lnTo>
                  <a:lnTo>
                    <a:pt x="236588" y="656564"/>
                  </a:lnTo>
                  <a:lnTo>
                    <a:pt x="236588" y="642378"/>
                  </a:lnTo>
                  <a:lnTo>
                    <a:pt x="14211" y="642378"/>
                  </a:lnTo>
                  <a:lnTo>
                    <a:pt x="14211" y="335381"/>
                  </a:lnTo>
                  <a:lnTo>
                    <a:pt x="236588" y="335381"/>
                  </a:lnTo>
                  <a:lnTo>
                    <a:pt x="236588" y="321183"/>
                  </a:lnTo>
                  <a:lnTo>
                    <a:pt x="14211" y="321183"/>
                  </a:lnTo>
                  <a:lnTo>
                    <a:pt x="14211" y="14198"/>
                  </a:lnTo>
                  <a:lnTo>
                    <a:pt x="690816" y="14198"/>
                  </a:lnTo>
                  <a:lnTo>
                    <a:pt x="690816"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96" name="Google Shape;1096;p7"/>
            <p:cNvPicPr preferRelativeResize="0"/>
            <p:nvPr/>
          </p:nvPicPr>
          <p:blipFill rotWithShape="1">
            <a:blip r:embed="rId26">
              <a:alphaModFix/>
            </a:blip>
            <a:srcRect b="0" l="0" r="0" t="0"/>
            <a:stretch/>
          </p:blipFill>
          <p:spPr>
            <a:xfrm>
              <a:off x="1290140" y="5985427"/>
              <a:ext cx="122448" cy="118999"/>
            </a:xfrm>
            <a:prstGeom prst="rect">
              <a:avLst/>
            </a:prstGeom>
            <a:noFill/>
            <a:ln>
              <a:noFill/>
            </a:ln>
          </p:spPr>
        </p:pic>
        <p:sp>
          <p:nvSpPr>
            <p:cNvPr id="1097" name="Google Shape;1097;p7"/>
            <p:cNvSpPr/>
            <p:nvPr/>
          </p:nvSpPr>
          <p:spPr>
            <a:xfrm>
              <a:off x="1338705" y="5046745"/>
              <a:ext cx="2863215" cy="1443355"/>
            </a:xfrm>
            <a:custGeom>
              <a:rect b="b" l="l" r="r" t="t"/>
              <a:pathLst>
                <a:path extrusionOk="0" h="1443354" w="2863215">
                  <a:moveTo>
                    <a:pt x="1727022" y="0"/>
                  </a:moveTo>
                  <a:lnTo>
                    <a:pt x="1727022" y="283895"/>
                  </a:lnTo>
                </a:path>
                <a:path extrusionOk="0" h="1443354" w="2863215">
                  <a:moveTo>
                    <a:pt x="2862592" y="282905"/>
                  </a:moveTo>
                  <a:lnTo>
                    <a:pt x="2862592" y="1159230"/>
                  </a:lnTo>
                </a:path>
                <a:path extrusionOk="0" h="1443354" w="2863215">
                  <a:moveTo>
                    <a:pt x="0" y="0"/>
                  </a:moveTo>
                  <a:lnTo>
                    <a:pt x="1727022" y="0"/>
                  </a:lnTo>
                </a:path>
                <a:path extrusionOk="0" h="1443354" w="2863215">
                  <a:moveTo>
                    <a:pt x="567791" y="1443126"/>
                  </a:moveTo>
                  <a:lnTo>
                    <a:pt x="1727022" y="144312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7"/>
            <p:cNvSpPr/>
            <p:nvPr/>
          </p:nvSpPr>
          <p:spPr>
            <a:xfrm>
              <a:off x="1338707" y="5046738"/>
              <a:ext cx="2863215" cy="1443355"/>
            </a:xfrm>
            <a:custGeom>
              <a:rect b="b" l="l" r="r" t="t"/>
              <a:pathLst>
                <a:path extrusionOk="0" h="1443354" w="2863215">
                  <a:moveTo>
                    <a:pt x="23660" y="1419479"/>
                  </a:moveTo>
                  <a:lnTo>
                    <a:pt x="0" y="1419479"/>
                  </a:lnTo>
                  <a:lnTo>
                    <a:pt x="0" y="1443139"/>
                  </a:lnTo>
                  <a:lnTo>
                    <a:pt x="23660" y="1443139"/>
                  </a:lnTo>
                  <a:lnTo>
                    <a:pt x="23660" y="1419479"/>
                  </a:lnTo>
                  <a:close/>
                </a:path>
                <a:path extrusionOk="0" h="1443354" w="2863215">
                  <a:moveTo>
                    <a:pt x="23660" y="1135583"/>
                  </a:moveTo>
                  <a:lnTo>
                    <a:pt x="0" y="1135583"/>
                  </a:lnTo>
                  <a:lnTo>
                    <a:pt x="0" y="1159243"/>
                  </a:lnTo>
                  <a:lnTo>
                    <a:pt x="23660" y="1159243"/>
                  </a:lnTo>
                  <a:lnTo>
                    <a:pt x="23660" y="1135583"/>
                  </a:lnTo>
                  <a:close/>
                </a:path>
                <a:path extrusionOk="0" h="1443354" w="2863215">
                  <a:moveTo>
                    <a:pt x="23660" y="851687"/>
                  </a:moveTo>
                  <a:lnTo>
                    <a:pt x="0" y="851687"/>
                  </a:lnTo>
                  <a:lnTo>
                    <a:pt x="0" y="875347"/>
                  </a:lnTo>
                  <a:lnTo>
                    <a:pt x="23660" y="875347"/>
                  </a:lnTo>
                  <a:lnTo>
                    <a:pt x="23660" y="851687"/>
                  </a:lnTo>
                  <a:close/>
                </a:path>
                <a:path extrusionOk="0" h="1443354" w="2863215">
                  <a:moveTo>
                    <a:pt x="23660" y="567791"/>
                  </a:moveTo>
                  <a:lnTo>
                    <a:pt x="0" y="567791"/>
                  </a:lnTo>
                  <a:lnTo>
                    <a:pt x="0" y="591451"/>
                  </a:lnTo>
                  <a:lnTo>
                    <a:pt x="23660" y="591451"/>
                  </a:lnTo>
                  <a:lnTo>
                    <a:pt x="23660" y="567791"/>
                  </a:lnTo>
                  <a:close/>
                </a:path>
                <a:path extrusionOk="0" h="1443354" w="2863215">
                  <a:moveTo>
                    <a:pt x="23660" y="283895"/>
                  </a:moveTo>
                  <a:lnTo>
                    <a:pt x="0" y="283895"/>
                  </a:lnTo>
                  <a:lnTo>
                    <a:pt x="0" y="307555"/>
                  </a:lnTo>
                  <a:lnTo>
                    <a:pt x="23660" y="307555"/>
                  </a:lnTo>
                  <a:lnTo>
                    <a:pt x="23660" y="283895"/>
                  </a:lnTo>
                  <a:close/>
                </a:path>
                <a:path extrusionOk="0" h="1443354" w="2863215">
                  <a:moveTo>
                    <a:pt x="23660" y="0"/>
                  </a:moveTo>
                  <a:lnTo>
                    <a:pt x="0" y="0"/>
                  </a:lnTo>
                  <a:lnTo>
                    <a:pt x="0" y="23660"/>
                  </a:lnTo>
                  <a:lnTo>
                    <a:pt x="23660" y="23660"/>
                  </a:lnTo>
                  <a:lnTo>
                    <a:pt x="23660" y="0"/>
                  </a:lnTo>
                  <a:close/>
                </a:path>
                <a:path extrusionOk="0" h="1443354" w="2863215">
                  <a:moveTo>
                    <a:pt x="591439" y="1419479"/>
                  </a:moveTo>
                  <a:lnTo>
                    <a:pt x="567778" y="1419479"/>
                  </a:lnTo>
                  <a:lnTo>
                    <a:pt x="567778" y="1443139"/>
                  </a:lnTo>
                  <a:lnTo>
                    <a:pt x="591439" y="1443139"/>
                  </a:lnTo>
                  <a:lnTo>
                    <a:pt x="591439" y="1419479"/>
                  </a:lnTo>
                  <a:close/>
                </a:path>
                <a:path extrusionOk="0" h="1443354" w="2863215">
                  <a:moveTo>
                    <a:pt x="591439" y="283895"/>
                  </a:moveTo>
                  <a:lnTo>
                    <a:pt x="567778" y="283895"/>
                  </a:lnTo>
                  <a:lnTo>
                    <a:pt x="567778" y="307555"/>
                  </a:lnTo>
                  <a:lnTo>
                    <a:pt x="591439" y="307555"/>
                  </a:lnTo>
                  <a:lnTo>
                    <a:pt x="591439" y="283895"/>
                  </a:lnTo>
                  <a:close/>
                </a:path>
                <a:path extrusionOk="0" h="1443354" w="2863215">
                  <a:moveTo>
                    <a:pt x="591439" y="0"/>
                  </a:moveTo>
                  <a:lnTo>
                    <a:pt x="567778" y="0"/>
                  </a:lnTo>
                  <a:lnTo>
                    <a:pt x="567778" y="23660"/>
                  </a:lnTo>
                  <a:lnTo>
                    <a:pt x="591439" y="23660"/>
                  </a:lnTo>
                  <a:lnTo>
                    <a:pt x="591439" y="0"/>
                  </a:lnTo>
                  <a:close/>
                </a:path>
                <a:path extrusionOk="0" h="1443354" w="2863215">
                  <a:moveTo>
                    <a:pt x="1159230" y="1419479"/>
                  </a:moveTo>
                  <a:lnTo>
                    <a:pt x="1135570" y="1419479"/>
                  </a:lnTo>
                  <a:lnTo>
                    <a:pt x="1135570" y="1443139"/>
                  </a:lnTo>
                  <a:lnTo>
                    <a:pt x="1159230" y="1443139"/>
                  </a:lnTo>
                  <a:lnTo>
                    <a:pt x="1159230" y="1419479"/>
                  </a:lnTo>
                  <a:close/>
                </a:path>
                <a:path extrusionOk="0" h="1443354" w="2863215">
                  <a:moveTo>
                    <a:pt x="1159230" y="283895"/>
                  </a:moveTo>
                  <a:lnTo>
                    <a:pt x="1135570" y="283895"/>
                  </a:lnTo>
                  <a:lnTo>
                    <a:pt x="1135570" y="307555"/>
                  </a:lnTo>
                  <a:lnTo>
                    <a:pt x="1159230" y="307555"/>
                  </a:lnTo>
                  <a:lnTo>
                    <a:pt x="1159230" y="283895"/>
                  </a:lnTo>
                  <a:close/>
                </a:path>
                <a:path extrusionOk="0" h="1443354" w="2863215">
                  <a:moveTo>
                    <a:pt x="1159230" y="0"/>
                  </a:moveTo>
                  <a:lnTo>
                    <a:pt x="1135570" y="0"/>
                  </a:lnTo>
                  <a:lnTo>
                    <a:pt x="1135570" y="23660"/>
                  </a:lnTo>
                  <a:lnTo>
                    <a:pt x="1159230" y="23660"/>
                  </a:lnTo>
                  <a:lnTo>
                    <a:pt x="1159230" y="0"/>
                  </a:lnTo>
                  <a:close/>
                </a:path>
                <a:path extrusionOk="0" h="1443354" w="2863215">
                  <a:moveTo>
                    <a:pt x="1727022" y="1419479"/>
                  </a:moveTo>
                  <a:lnTo>
                    <a:pt x="1703362" y="1419479"/>
                  </a:lnTo>
                  <a:lnTo>
                    <a:pt x="1703362" y="1443139"/>
                  </a:lnTo>
                  <a:lnTo>
                    <a:pt x="1727022" y="1443139"/>
                  </a:lnTo>
                  <a:lnTo>
                    <a:pt x="1727022" y="1419479"/>
                  </a:lnTo>
                  <a:close/>
                </a:path>
                <a:path extrusionOk="0" h="1443354" w="2863215">
                  <a:moveTo>
                    <a:pt x="1727022" y="283895"/>
                  </a:moveTo>
                  <a:lnTo>
                    <a:pt x="1703362" y="283895"/>
                  </a:lnTo>
                  <a:lnTo>
                    <a:pt x="1703362" y="307555"/>
                  </a:lnTo>
                  <a:lnTo>
                    <a:pt x="1727022" y="307555"/>
                  </a:lnTo>
                  <a:lnTo>
                    <a:pt x="1727022" y="283895"/>
                  </a:lnTo>
                  <a:close/>
                </a:path>
                <a:path extrusionOk="0" h="1443354" w="2863215">
                  <a:moveTo>
                    <a:pt x="1727022" y="0"/>
                  </a:moveTo>
                  <a:lnTo>
                    <a:pt x="1703362" y="0"/>
                  </a:lnTo>
                  <a:lnTo>
                    <a:pt x="1703362" y="23660"/>
                  </a:lnTo>
                  <a:lnTo>
                    <a:pt x="1727022" y="23660"/>
                  </a:lnTo>
                  <a:lnTo>
                    <a:pt x="1727022" y="0"/>
                  </a:lnTo>
                  <a:close/>
                </a:path>
                <a:path extrusionOk="0" h="1443354" w="2863215">
                  <a:moveTo>
                    <a:pt x="2294813" y="1419479"/>
                  </a:moveTo>
                  <a:lnTo>
                    <a:pt x="2271153" y="1419479"/>
                  </a:lnTo>
                  <a:lnTo>
                    <a:pt x="2271153" y="1443139"/>
                  </a:lnTo>
                  <a:lnTo>
                    <a:pt x="2294813" y="1443139"/>
                  </a:lnTo>
                  <a:lnTo>
                    <a:pt x="2294813" y="1419479"/>
                  </a:lnTo>
                  <a:close/>
                </a:path>
                <a:path extrusionOk="0" h="1443354" w="2863215">
                  <a:moveTo>
                    <a:pt x="2294813" y="1135583"/>
                  </a:moveTo>
                  <a:lnTo>
                    <a:pt x="2271153" y="1135583"/>
                  </a:lnTo>
                  <a:lnTo>
                    <a:pt x="2271153" y="1159243"/>
                  </a:lnTo>
                  <a:lnTo>
                    <a:pt x="2294813" y="1159243"/>
                  </a:lnTo>
                  <a:lnTo>
                    <a:pt x="2294813" y="1135583"/>
                  </a:lnTo>
                  <a:close/>
                </a:path>
                <a:path extrusionOk="0" h="1443354" w="2863215">
                  <a:moveTo>
                    <a:pt x="2294813" y="851687"/>
                  </a:moveTo>
                  <a:lnTo>
                    <a:pt x="2271153" y="851687"/>
                  </a:lnTo>
                  <a:lnTo>
                    <a:pt x="2271153" y="875347"/>
                  </a:lnTo>
                  <a:lnTo>
                    <a:pt x="2294813" y="875347"/>
                  </a:lnTo>
                  <a:lnTo>
                    <a:pt x="2294813" y="851687"/>
                  </a:lnTo>
                  <a:close/>
                </a:path>
                <a:path extrusionOk="0" h="1443354" w="2863215">
                  <a:moveTo>
                    <a:pt x="2294813" y="567791"/>
                  </a:moveTo>
                  <a:lnTo>
                    <a:pt x="2271153" y="567791"/>
                  </a:lnTo>
                  <a:lnTo>
                    <a:pt x="2271153" y="591451"/>
                  </a:lnTo>
                  <a:lnTo>
                    <a:pt x="2294813" y="591451"/>
                  </a:lnTo>
                  <a:lnTo>
                    <a:pt x="2294813" y="567791"/>
                  </a:lnTo>
                  <a:close/>
                </a:path>
                <a:path extrusionOk="0" h="1443354" w="2863215">
                  <a:moveTo>
                    <a:pt x="2294813" y="283895"/>
                  </a:moveTo>
                  <a:lnTo>
                    <a:pt x="2271153" y="283895"/>
                  </a:lnTo>
                  <a:lnTo>
                    <a:pt x="2271153" y="307555"/>
                  </a:lnTo>
                  <a:lnTo>
                    <a:pt x="2294813" y="307555"/>
                  </a:lnTo>
                  <a:lnTo>
                    <a:pt x="2294813" y="283895"/>
                  </a:lnTo>
                  <a:close/>
                </a:path>
                <a:path extrusionOk="0" h="1443354" w="2863215">
                  <a:moveTo>
                    <a:pt x="2862592" y="1135583"/>
                  </a:moveTo>
                  <a:lnTo>
                    <a:pt x="2838932" y="1135583"/>
                  </a:lnTo>
                  <a:lnTo>
                    <a:pt x="2838932" y="1159243"/>
                  </a:lnTo>
                  <a:lnTo>
                    <a:pt x="2862592" y="1159243"/>
                  </a:lnTo>
                  <a:lnTo>
                    <a:pt x="2862592" y="1135583"/>
                  </a:lnTo>
                  <a:close/>
                </a:path>
                <a:path extrusionOk="0" h="1443354" w="2863215">
                  <a:moveTo>
                    <a:pt x="2862592" y="567791"/>
                  </a:moveTo>
                  <a:lnTo>
                    <a:pt x="2838932" y="567791"/>
                  </a:lnTo>
                  <a:lnTo>
                    <a:pt x="2838932" y="591451"/>
                  </a:lnTo>
                  <a:lnTo>
                    <a:pt x="2862592" y="591451"/>
                  </a:lnTo>
                  <a:lnTo>
                    <a:pt x="2862592" y="567791"/>
                  </a:lnTo>
                  <a:close/>
                </a:path>
                <a:path extrusionOk="0" h="1443354" w="2863215">
                  <a:moveTo>
                    <a:pt x="2862592" y="283895"/>
                  </a:moveTo>
                  <a:lnTo>
                    <a:pt x="2838932" y="283895"/>
                  </a:lnTo>
                  <a:lnTo>
                    <a:pt x="2838932" y="307555"/>
                  </a:lnTo>
                  <a:lnTo>
                    <a:pt x="2862592" y="307555"/>
                  </a:lnTo>
                  <a:lnTo>
                    <a:pt x="2862592" y="283895"/>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7"/>
            <p:cNvSpPr/>
            <p:nvPr/>
          </p:nvSpPr>
          <p:spPr>
            <a:xfrm>
              <a:off x="1013460" y="5269179"/>
              <a:ext cx="2446655" cy="1772920"/>
            </a:xfrm>
            <a:custGeom>
              <a:rect b="b" l="l" r="r" t="t"/>
              <a:pathLst>
                <a:path extrusionOk="0" h="1772920" w="2446654">
                  <a:moveTo>
                    <a:pt x="29794" y="1768614"/>
                  </a:moveTo>
                  <a:lnTo>
                    <a:pt x="10629" y="1768614"/>
                  </a:lnTo>
                  <a:lnTo>
                    <a:pt x="10629" y="1750885"/>
                  </a:lnTo>
                  <a:lnTo>
                    <a:pt x="27686" y="1750885"/>
                  </a:lnTo>
                  <a:lnTo>
                    <a:pt x="27686" y="1746745"/>
                  </a:lnTo>
                  <a:lnTo>
                    <a:pt x="10629" y="1746745"/>
                  </a:lnTo>
                  <a:lnTo>
                    <a:pt x="10629" y="1731238"/>
                  </a:lnTo>
                  <a:lnTo>
                    <a:pt x="28765" y="1731238"/>
                  </a:lnTo>
                  <a:lnTo>
                    <a:pt x="28765" y="1727034"/>
                  </a:lnTo>
                  <a:lnTo>
                    <a:pt x="5638" y="1727034"/>
                  </a:lnTo>
                  <a:lnTo>
                    <a:pt x="5638" y="1772818"/>
                  </a:lnTo>
                  <a:lnTo>
                    <a:pt x="29794" y="1772818"/>
                  </a:lnTo>
                  <a:lnTo>
                    <a:pt x="29794" y="1768614"/>
                  </a:lnTo>
                  <a:close/>
                </a:path>
                <a:path extrusionOk="0" h="1772920" w="2446654">
                  <a:moveTo>
                    <a:pt x="69456" y="1727034"/>
                  </a:moveTo>
                  <a:lnTo>
                    <a:pt x="64706" y="1727034"/>
                  </a:lnTo>
                  <a:lnTo>
                    <a:pt x="64706" y="1754187"/>
                  </a:lnTo>
                  <a:lnTo>
                    <a:pt x="64833" y="1759661"/>
                  </a:lnTo>
                  <a:lnTo>
                    <a:pt x="65303" y="1766023"/>
                  </a:lnTo>
                  <a:lnTo>
                    <a:pt x="63080" y="1761337"/>
                  </a:lnTo>
                  <a:lnTo>
                    <a:pt x="60439" y="1756600"/>
                  </a:lnTo>
                  <a:lnTo>
                    <a:pt x="57200" y="1751126"/>
                  </a:lnTo>
                  <a:lnTo>
                    <a:pt x="42418" y="1727034"/>
                  </a:lnTo>
                  <a:lnTo>
                    <a:pt x="37185" y="1727034"/>
                  </a:lnTo>
                  <a:lnTo>
                    <a:pt x="37185" y="1772818"/>
                  </a:lnTo>
                  <a:lnTo>
                    <a:pt x="41871" y="1772818"/>
                  </a:lnTo>
                  <a:lnTo>
                    <a:pt x="41821" y="1739353"/>
                  </a:lnTo>
                  <a:lnTo>
                    <a:pt x="41402" y="1733524"/>
                  </a:lnTo>
                  <a:lnTo>
                    <a:pt x="41643" y="1733461"/>
                  </a:lnTo>
                  <a:lnTo>
                    <a:pt x="43865" y="1738515"/>
                  </a:lnTo>
                  <a:lnTo>
                    <a:pt x="46799" y="1743621"/>
                  </a:lnTo>
                  <a:lnTo>
                    <a:pt x="64465" y="1772818"/>
                  </a:lnTo>
                  <a:lnTo>
                    <a:pt x="69456" y="1772818"/>
                  </a:lnTo>
                  <a:lnTo>
                    <a:pt x="69456" y="1727034"/>
                  </a:lnTo>
                  <a:close/>
                </a:path>
                <a:path extrusionOk="0" h="1772920" w="2446654">
                  <a:moveTo>
                    <a:pt x="106464" y="1727098"/>
                  </a:moveTo>
                  <a:lnTo>
                    <a:pt x="74498" y="1727098"/>
                  </a:lnTo>
                  <a:lnTo>
                    <a:pt x="74498" y="1731302"/>
                  </a:lnTo>
                  <a:lnTo>
                    <a:pt x="87960" y="1731302"/>
                  </a:lnTo>
                  <a:lnTo>
                    <a:pt x="87960" y="1772818"/>
                  </a:lnTo>
                  <a:lnTo>
                    <a:pt x="92951" y="1772818"/>
                  </a:lnTo>
                  <a:lnTo>
                    <a:pt x="92951" y="1731302"/>
                  </a:lnTo>
                  <a:lnTo>
                    <a:pt x="106464" y="1731302"/>
                  </a:lnTo>
                  <a:lnTo>
                    <a:pt x="106464" y="1727098"/>
                  </a:lnTo>
                  <a:close/>
                </a:path>
                <a:path extrusionOk="0" h="1772920" w="2446654">
                  <a:moveTo>
                    <a:pt x="106883" y="1685112"/>
                  </a:moveTo>
                  <a:lnTo>
                    <a:pt x="53441" y="1592554"/>
                  </a:lnTo>
                  <a:lnTo>
                    <a:pt x="0" y="1685112"/>
                  </a:lnTo>
                  <a:lnTo>
                    <a:pt x="106883" y="1685112"/>
                  </a:lnTo>
                  <a:close/>
                </a:path>
                <a:path extrusionOk="0" h="1772920" w="2446654">
                  <a:moveTo>
                    <a:pt x="976236" y="12814"/>
                  </a:moveTo>
                  <a:lnTo>
                    <a:pt x="973188" y="10464"/>
                  </a:lnTo>
                  <a:lnTo>
                    <a:pt x="972629" y="10756"/>
                  </a:lnTo>
                  <a:lnTo>
                    <a:pt x="960678" y="10756"/>
                  </a:lnTo>
                  <a:lnTo>
                    <a:pt x="962228" y="7061"/>
                  </a:lnTo>
                  <a:lnTo>
                    <a:pt x="962901" y="5054"/>
                  </a:lnTo>
                  <a:lnTo>
                    <a:pt x="963422" y="5054"/>
                  </a:lnTo>
                  <a:lnTo>
                    <a:pt x="963917" y="4800"/>
                  </a:lnTo>
                  <a:lnTo>
                    <a:pt x="964031" y="4305"/>
                  </a:lnTo>
                  <a:lnTo>
                    <a:pt x="959256" y="2705"/>
                  </a:lnTo>
                  <a:lnTo>
                    <a:pt x="956818" y="11264"/>
                  </a:lnTo>
                  <a:lnTo>
                    <a:pt x="952347" y="19024"/>
                  </a:lnTo>
                  <a:lnTo>
                    <a:pt x="947343" y="24180"/>
                  </a:lnTo>
                  <a:lnTo>
                    <a:pt x="948359" y="24980"/>
                  </a:lnTo>
                  <a:lnTo>
                    <a:pt x="949680" y="26441"/>
                  </a:lnTo>
                  <a:lnTo>
                    <a:pt x="950391" y="27381"/>
                  </a:lnTo>
                  <a:lnTo>
                    <a:pt x="953579" y="24028"/>
                  </a:lnTo>
                  <a:lnTo>
                    <a:pt x="956551" y="19621"/>
                  </a:lnTo>
                  <a:lnTo>
                    <a:pt x="958583" y="15468"/>
                  </a:lnTo>
                  <a:lnTo>
                    <a:pt x="970749" y="15468"/>
                  </a:lnTo>
                  <a:lnTo>
                    <a:pt x="968006" y="24091"/>
                  </a:lnTo>
                  <a:lnTo>
                    <a:pt x="964095" y="31610"/>
                  </a:lnTo>
                  <a:lnTo>
                    <a:pt x="958938" y="37973"/>
                  </a:lnTo>
                  <a:lnTo>
                    <a:pt x="952423" y="43154"/>
                  </a:lnTo>
                  <a:lnTo>
                    <a:pt x="953465" y="44208"/>
                  </a:lnTo>
                  <a:lnTo>
                    <a:pt x="954557" y="45859"/>
                  </a:lnTo>
                  <a:lnTo>
                    <a:pt x="955154" y="47015"/>
                  </a:lnTo>
                  <a:lnTo>
                    <a:pt x="962113" y="41186"/>
                  </a:lnTo>
                  <a:lnTo>
                    <a:pt x="967689" y="33858"/>
                  </a:lnTo>
                  <a:lnTo>
                    <a:pt x="972096" y="24777"/>
                  </a:lnTo>
                  <a:lnTo>
                    <a:pt x="975563" y="13665"/>
                  </a:lnTo>
                  <a:lnTo>
                    <a:pt x="976122" y="13169"/>
                  </a:lnTo>
                  <a:lnTo>
                    <a:pt x="976236" y="12814"/>
                  </a:lnTo>
                  <a:close/>
                </a:path>
                <a:path extrusionOk="0" h="1772920" w="2446654">
                  <a:moveTo>
                    <a:pt x="1014590" y="21526"/>
                  </a:moveTo>
                  <a:lnTo>
                    <a:pt x="983221" y="21526"/>
                  </a:lnTo>
                  <a:lnTo>
                    <a:pt x="983526" y="27432"/>
                  </a:lnTo>
                  <a:lnTo>
                    <a:pt x="984008" y="27381"/>
                  </a:lnTo>
                  <a:lnTo>
                    <a:pt x="984504" y="27038"/>
                  </a:lnTo>
                  <a:lnTo>
                    <a:pt x="984719" y="26530"/>
                  </a:lnTo>
                  <a:lnTo>
                    <a:pt x="1014590" y="26530"/>
                  </a:lnTo>
                  <a:lnTo>
                    <a:pt x="1014590" y="21526"/>
                  </a:lnTo>
                  <a:close/>
                </a:path>
                <a:path extrusionOk="0" h="1772920" w="2446654">
                  <a:moveTo>
                    <a:pt x="1030135" y="6654"/>
                  </a:moveTo>
                  <a:lnTo>
                    <a:pt x="1025321" y="6311"/>
                  </a:lnTo>
                  <a:lnTo>
                    <a:pt x="1025321" y="30746"/>
                  </a:lnTo>
                  <a:lnTo>
                    <a:pt x="1029119" y="30746"/>
                  </a:lnTo>
                  <a:lnTo>
                    <a:pt x="1029119" y="7607"/>
                  </a:lnTo>
                  <a:lnTo>
                    <a:pt x="1029754" y="7505"/>
                  </a:lnTo>
                  <a:lnTo>
                    <a:pt x="1030097" y="7112"/>
                  </a:lnTo>
                  <a:lnTo>
                    <a:pt x="1030135" y="6654"/>
                  </a:lnTo>
                  <a:close/>
                </a:path>
                <a:path extrusionOk="0" h="1772920" w="2446654">
                  <a:moveTo>
                    <a:pt x="1046962" y="4203"/>
                  </a:moveTo>
                  <a:lnTo>
                    <a:pt x="1042111" y="3860"/>
                  </a:lnTo>
                  <a:lnTo>
                    <a:pt x="1042111" y="20929"/>
                  </a:lnTo>
                  <a:lnTo>
                    <a:pt x="1041615" y="27393"/>
                  </a:lnTo>
                  <a:lnTo>
                    <a:pt x="1039774" y="33439"/>
                  </a:lnTo>
                  <a:lnTo>
                    <a:pt x="1036027" y="38811"/>
                  </a:lnTo>
                  <a:lnTo>
                    <a:pt x="1029830" y="43218"/>
                  </a:lnTo>
                  <a:lnTo>
                    <a:pt x="1030693" y="44069"/>
                  </a:lnTo>
                  <a:lnTo>
                    <a:pt x="1032052" y="45974"/>
                  </a:lnTo>
                  <a:lnTo>
                    <a:pt x="1032649" y="46926"/>
                  </a:lnTo>
                  <a:lnTo>
                    <a:pt x="1039228" y="41960"/>
                  </a:lnTo>
                  <a:lnTo>
                    <a:pt x="1043317" y="35763"/>
                  </a:lnTo>
                  <a:lnTo>
                    <a:pt x="1045400" y="28651"/>
                  </a:lnTo>
                  <a:lnTo>
                    <a:pt x="1045984" y="20929"/>
                  </a:lnTo>
                  <a:lnTo>
                    <a:pt x="1045984" y="5156"/>
                  </a:lnTo>
                  <a:lnTo>
                    <a:pt x="1046619" y="5054"/>
                  </a:lnTo>
                  <a:lnTo>
                    <a:pt x="1046924" y="4711"/>
                  </a:lnTo>
                  <a:lnTo>
                    <a:pt x="1046962" y="4203"/>
                  </a:lnTo>
                  <a:close/>
                </a:path>
                <a:path extrusionOk="0" h="1772920" w="2446654">
                  <a:moveTo>
                    <a:pt x="1070813" y="13220"/>
                  </a:moveTo>
                  <a:lnTo>
                    <a:pt x="1068070" y="10769"/>
                  </a:lnTo>
                  <a:lnTo>
                    <a:pt x="1063561" y="8115"/>
                  </a:lnTo>
                  <a:lnTo>
                    <a:pt x="1059726" y="6565"/>
                  </a:lnTo>
                  <a:lnTo>
                    <a:pt x="1057960" y="10820"/>
                  </a:lnTo>
                  <a:lnTo>
                    <a:pt x="1061681" y="12573"/>
                  </a:lnTo>
                  <a:lnTo>
                    <a:pt x="1066152" y="15227"/>
                  </a:lnTo>
                  <a:lnTo>
                    <a:pt x="1068857" y="17729"/>
                  </a:lnTo>
                  <a:lnTo>
                    <a:pt x="1070813" y="13220"/>
                  </a:lnTo>
                  <a:close/>
                </a:path>
                <a:path extrusionOk="0" h="1772920" w="2446654">
                  <a:moveTo>
                    <a:pt x="1088656" y="14681"/>
                  </a:moveTo>
                  <a:lnTo>
                    <a:pt x="1086281" y="12928"/>
                  </a:lnTo>
                  <a:lnTo>
                    <a:pt x="1085189" y="11772"/>
                  </a:lnTo>
                  <a:lnTo>
                    <a:pt x="1081049" y="21386"/>
                  </a:lnTo>
                  <a:lnTo>
                    <a:pt x="1075296" y="29476"/>
                  </a:lnTo>
                  <a:lnTo>
                    <a:pt x="1067943" y="35979"/>
                  </a:lnTo>
                  <a:lnTo>
                    <a:pt x="1059014" y="40817"/>
                  </a:lnTo>
                  <a:lnTo>
                    <a:pt x="1061720" y="46024"/>
                  </a:lnTo>
                  <a:lnTo>
                    <a:pt x="1062012" y="45821"/>
                  </a:lnTo>
                  <a:lnTo>
                    <a:pt x="1062278" y="45326"/>
                  </a:lnTo>
                  <a:lnTo>
                    <a:pt x="1062316" y="44818"/>
                  </a:lnTo>
                  <a:lnTo>
                    <a:pt x="1071079" y="39598"/>
                  </a:lnTo>
                  <a:lnTo>
                    <a:pt x="1078458" y="32715"/>
                  </a:lnTo>
                  <a:lnTo>
                    <a:pt x="1084338" y="24345"/>
                  </a:lnTo>
                  <a:lnTo>
                    <a:pt x="1088656" y="14681"/>
                  </a:lnTo>
                  <a:close/>
                </a:path>
                <a:path extrusionOk="0" h="1772920" w="2446654">
                  <a:moveTo>
                    <a:pt x="1121956" y="8166"/>
                  </a:moveTo>
                  <a:lnTo>
                    <a:pt x="1120838" y="6159"/>
                  </a:lnTo>
                  <a:lnTo>
                    <a:pt x="1118806" y="3162"/>
                  </a:lnTo>
                  <a:lnTo>
                    <a:pt x="1117079" y="1409"/>
                  </a:lnTo>
                  <a:lnTo>
                    <a:pt x="1115428" y="3403"/>
                  </a:lnTo>
                  <a:lnTo>
                    <a:pt x="1117028" y="5156"/>
                  </a:lnTo>
                  <a:lnTo>
                    <a:pt x="1119136" y="8166"/>
                  </a:lnTo>
                  <a:lnTo>
                    <a:pt x="1120152" y="10223"/>
                  </a:lnTo>
                  <a:lnTo>
                    <a:pt x="1121956" y="8166"/>
                  </a:lnTo>
                  <a:close/>
                </a:path>
                <a:path extrusionOk="0" h="1772920" w="2446654">
                  <a:moveTo>
                    <a:pt x="1122299" y="13474"/>
                  </a:moveTo>
                  <a:lnTo>
                    <a:pt x="1119682" y="11417"/>
                  </a:lnTo>
                  <a:lnTo>
                    <a:pt x="1119251" y="11074"/>
                  </a:lnTo>
                  <a:lnTo>
                    <a:pt x="1118692" y="11417"/>
                  </a:lnTo>
                  <a:lnTo>
                    <a:pt x="1107046" y="11417"/>
                  </a:lnTo>
                  <a:lnTo>
                    <a:pt x="1107757" y="9613"/>
                  </a:lnTo>
                  <a:lnTo>
                    <a:pt x="1108659" y="7162"/>
                  </a:lnTo>
                  <a:lnTo>
                    <a:pt x="1109332" y="5156"/>
                  </a:lnTo>
                  <a:lnTo>
                    <a:pt x="1109865" y="5156"/>
                  </a:lnTo>
                  <a:lnTo>
                    <a:pt x="1110348" y="4914"/>
                  </a:lnTo>
                  <a:lnTo>
                    <a:pt x="1110500" y="4356"/>
                  </a:lnTo>
                  <a:lnTo>
                    <a:pt x="1105700" y="2755"/>
                  </a:lnTo>
                  <a:lnTo>
                    <a:pt x="1103287" y="11569"/>
                  </a:lnTo>
                  <a:lnTo>
                    <a:pt x="1098931" y="19786"/>
                  </a:lnTo>
                  <a:lnTo>
                    <a:pt x="1093901" y="24587"/>
                  </a:lnTo>
                  <a:lnTo>
                    <a:pt x="1094917" y="25438"/>
                  </a:lnTo>
                  <a:lnTo>
                    <a:pt x="1096225" y="26797"/>
                  </a:lnTo>
                  <a:lnTo>
                    <a:pt x="1096937" y="27749"/>
                  </a:lnTo>
                  <a:lnTo>
                    <a:pt x="1100137" y="24384"/>
                  </a:lnTo>
                  <a:lnTo>
                    <a:pt x="1102918" y="20281"/>
                  </a:lnTo>
                  <a:lnTo>
                    <a:pt x="1104938" y="16129"/>
                  </a:lnTo>
                  <a:lnTo>
                    <a:pt x="1116812" y="16129"/>
                  </a:lnTo>
                  <a:lnTo>
                    <a:pt x="1113993" y="24993"/>
                  </a:lnTo>
                  <a:lnTo>
                    <a:pt x="1110107" y="32435"/>
                  </a:lnTo>
                  <a:lnTo>
                    <a:pt x="1105065" y="38582"/>
                  </a:lnTo>
                  <a:lnTo>
                    <a:pt x="1098778" y="43573"/>
                  </a:lnTo>
                  <a:lnTo>
                    <a:pt x="1099832" y="44564"/>
                  </a:lnTo>
                  <a:lnTo>
                    <a:pt x="1100886" y="46228"/>
                  </a:lnTo>
                  <a:lnTo>
                    <a:pt x="1101521" y="47371"/>
                  </a:lnTo>
                  <a:lnTo>
                    <a:pt x="1108240" y="41770"/>
                  </a:lnTo>
                  <a:lnTo>
                    <a:pt x="1113701" y="34671"/>
                  </a:lnTo>
                  <a:lnTo>
                    <a:pt x="1118095" y="25654"/>
                  </a:lnTo>
                  <a:lnTo>
                    <a:pt x="1121054" y="16129"/>
                  </a:lnTo>
                  <a:lnTo>
                    <a:pt x="1121625" y="14274"/>
                  </a:lnTo>
                  <a:lnTo>
                    <a:pt x="1121841" y="14071"/>
                  </a:lnTo>
                  <a:lnTo>
                    <a:pt x="1122184" y="13830"/>
                  </a:lnTo>
                  <a:lnTo>
                    <a:pt x="1122299" y="13474"/>
                  </a:lnTo>
                  <a:close/>
                </a:path>
                <a:path extrusionOk="0" h="1772920" w="2446654">
                  <a:moveTo>
                    <a:pt x="1127671" y="6769"/>
                  </a:moveTo>
                  <a:lnTo>
                    <a:pt x="1126578" y="4660"/>
                  </a:lnTo>
                  <a:lnTo>
                    <a:pt x="1124521" y="1803"/>
                  </a:lnTo>
                  <a:lnTo>
                    <a:pt x="1122819" y="0"/>
                  </a:lnTo>
                  <a:lnTo>
                    <a:pt x="1121168" y="1955"/>
                  </a:lnTo>
                  <a:lnTo>
                    <a:pt x="1122819" y="3810"/>
                  </a:lnTo>
                  <a:lnTo>
                    <a:pt x="1124851" y="6769"/>
                  </a:lnTo>
                  <a:lnTo>
                    <a:pt x="1125829" y="8712"/>
                  </a:lnTo>
                  <a:lnTo>
                    <a:pt x="1127671" y="6769"/>
                  </a:lnTo>
                  <a:close/>
                </a:path>
                <a:path extrusionOk="0" h="1772920" w="2446654">
                  <a:moveTo>
                    <a:pt x="1158582" y="11518"/>
                  </a:moveTo>
                  <a:lnTo>
                    <a:pt x="1155763" y="9715"/>
                  </a:lnTo>
                  <a:lnTo>
                    <a:pt x="1155090" y="9969"/>
                  </a:lnTo>
                  <a:lnTo>
                    <a:pt x="1143889" y="9969"/>
                  </a:lnTo>
                  <a:lnTo>
                    <a:pt x="1145324" y="6159"/>
                  </a:lnTo>
                  <a:lnTo>
                    <a:pt x="1145768" y="4660"/>
                  </a:lnTo>
                  <a:lnTo>
                    <a:pt x="1146378" y="4660"/>
                  </a:lnTo>
                  <a:lnTo>
                    <a:pt x="1146746" y="4457"/>
                  </a:lnTo>
                  <a:lnTo>
                    <a:pt x="1146898" y="3962"/>
                  </a:lnTo>
                  <a:lnTo>
                    <a:pt x="1142047" y="2451"/>
                  </a:lnTo>
                  <a:lnTo>
                    <a:pt x="1139799" y="10922"/>
                  </a:lnTo>
                  <a:lnTo>
                    <a:pt x="1135519" y="19532"/>
                  </a:lnTo>
                  <a:lnTo>
                    <a:pt x="1130401" y="24587"/>
                  </a:lnTo>
                  <a:lnTo>
                    <a:pt x="1131303" y="25336"/>
                  </a:lnTo>
                  <a:lnTo>
                    <a:pt x="1132776" y="26847"/>
                  </a:lnTo>
                  <a:lnTo>
                    <a:pt x="1133449" y="27749"/>
                  </a:lnTo>
                  <a:lnTo>
                    <a:pt x="1136561" y="24384"/>
                  </a:lnTo>
                  <a:lnTo>
                    <a:pt x="1139532" y="19532"/>
                  </a:lnTo>
                  <a:lnTo>
                    <a:pt x="1141831" y="14579"/>
                  </a:lnTo>
                  <a:lnTo>
                    <a:pt x="1153363" y="14579"/>
                  </a:lnTo>
                  <a:lnTo>
                    <a:pt x="1152385" y="18681"/>
                  </a:lnTo>
                  <a:lnTo>
                    <a:pt x="1151064" y="22479"/>
                  </a:lnTo>
                  <a:lnTo>
                    <a:pt x="1149337" y="26035"/>
                  </a:lnTo>
                  <a:lnTo>
                    <a:pt x="1146860" y="24282"/>
                  </a:lnTo>
                  <a:lnTo>
                    <a:pt x="1144308" y="22783"/>
                  </a:lnTo>
                  <a:lnTo>
                    <a:pt x="1141907" y="21628"/>
                  </a:lnTo>
                  <a:lnTo>
                    <a:pt x="1139837" y="25539"/>
                  </a:lnTo>
                  <a:lnTo>
                    <a:pt x="1142276" y="26746"/>
                  </a:lnTo>
                  <a:lnTo>
                    <a:pt x="1144752" y="28397"/>
                  </a:lnTo>
                  <a:lnTo>
                    <a:pt x="1147165" y="30251"/>
                  </a:lnTo>
                  <a:lnTo>
                    <a:pt x="1143812" y="35750"/>
                  </a:lnTo>
                  <a:lnTo>
                    <a:pt x="1139494" y="40259"/>
                  </a:lnTo>
                  <a:lnTo>
                    <a:pt x="1134389" y="43370"/>
                  </a:lnTo>
                  <a:lnTo>
                    <a:pt x="1135367" y="44170"/>
                  </a:lnTo>
                  <a:lnTo>
                    <a:pt x="1136751" y="45974"/>
                  </a:lnTo>
                  <a:lnTo>
                    <a:pt x="1137323" y="47117"/>
                  </a:lnTo>
                  <a:lnTo>
                    <a:pt x="1142657" y="43611"/>
                  </a:lnTo>
                  <a:lnTo>
                    <a:pt x="1147013" y="38862"/>
                  </a:lnTo>
                  <a:lnTo>
                    <a:pt x="1150391" y="32854"/>
                  </a:lnTo>
                  <a:lnTo>
                    <a:pt x="1153731" y="35699"/>
                  </a:lnTo>
                  <a:lnTo>
                    <a:pt x="1154976" y="37007"/>
                  </a:lnTo>
                  <a:lnTo>
                    <a:pt x="1157122" y="32245"/>
                  </a:lnTo>
                  <a:lnTo>
                    <a:pt x="1155915" y="31051"/>
                  </a:lnTo>
                  <a:lnTo>
                    <a:pt x="1152652" y="28397"/>
                  </a:lnTo>
                  <a:lnTo>
                    <a:pt x="1154785" y="24041"/>
                  </a:lnTo>
                  <a:lnTo>
                    <a:pt x="1156627" y="18275"/>
                  </a:lnTo>
                  <a:lnTo>
                    <a:pt x="1158024" y="12268"/>
                  </a:lnTo>
                  <a:lnTo>
                    <a:pt x="1158506" y="11874"/>
                  </a:lnTo>
                  <a:lnTo>
                    <a:pt x="1158582" y="11518"/>
                  </a:lnTo>
                  <a:close/>
                </a:path>
                <a:path extrusionOk="0" h="1772920" w="2446654">
                  <a:moveTo>
                    <a:pt x="1196619" y="8610"/>
                  </a:moveTo>
                  <a:lnTo>
                    <a:pt x="1193495" y="6604"/>
                  </a:lnTo>
                  <a:lnTo>
                    <a:pt x="1193050" y="7061"/>
                  </a:lnTo>
                  <a:lnTo>
                    <a:pt x="1168514" y="7061"/>
                  </a:lnTo>
                  <a:lnTo>
                    <a:pt x="1168514" y="25082"/>
                  </a:lnTo>
                  <a:lnTo>
                    <a:pt x="1172159" y="25082"/>
                  </a:lnTo>
                  <a:lnTo>
                    <a:pt x="1172159" y="11722"/>
                  </a:lnTo>
                  <a:lnTo>
                    <a:pt x="1191806" y="11722"/>
                  </a:lnTo>
                  <a:lnTo>
                    <a:pt x="1190282" y="21831"/>
                  </a:lnTo>
                  <a:lnTo>
                    <a:pt x="1187157" y="30124"/>
                  </a:lnTo>
                  <a:lnTo>
                    <a:pt x="1182001" y="36855"/>
                  </a:lnTo>
                  <a:lnTo>
                    <a:pt x="1174381" y="42265"/>
                  </a:lnTo>
                  <a:lnTo>
                    <a:pt x="1175283" y="43307"/>
                  </a:lnTo>
                  <a:lnTo>
                    <a:pt x="1176375" y="44869"/>
                  </a:lnTo>
                  <a:lnTo>
                    <a:pt x="1177048" y="46113"/>
                  </a:lnTo>
                  <a:lnTo>
                    <a:pt x="1185189" y="40144"/>
                  </a:lnTo>
                  <a:lnTo>
                    <a:pt x="1190752" y="32296"/>
                  </a:lnTo>
                  <a:lnTo>
                    <a:pt x="1194206" y="22161"/>
                  </a:lnTo>
                  <a:lnTo>
                    <a:pt x="1196022" y="9309"/>
                  </a:lnTo>
                  <a:lnTo>
                    <a:pt x="1196238" y="9207"/>
                  </a:lnTo>
                  <a:lnTo>
                    <a:pt x="1196505" y="8915"/>
                  </a:lnTo>
                  <a:lnTo>
                    <a:pt x="1196619" y="8610"/>
                  </a:lnTo>
                  <a:close/>
                </a:path>
                <a:path extrusionOk="0" h="1772920" w="2446654">
                  <a:moveTo>
                    <a:pt x="1234300" y="21526"/>
                  </a:moveTo>
                  <a:lnTo>
                    <a:pt x="1202931" y="21526"/>
                  </a:lnTo>
                  <a:lnTo>
                    <a:pt x="1203236" y="27432"/>
                  </a:lnTo>
                  <a:lnTo>
                    <a:pt x="1203718" y="27381"/>
                  </a:lnTo>
                  <a:lnTo>
                    <a:pt x="1204201" y="27038"/>
                  </a:lnTo>
                  <a:lnTo>
                    <a:pt x="1204429" y="26530"/>
                  </a:lnTo>
                  <a:lnTo>
                    <a:pt x="1234300" y="26530"/>
                  </a:lnTo>
                  <a:lnTo>
                    <a:pt x="1234300" y="21526"/>
                  </a:lnTo>
                  <a:close/>
                </a:path>
                <a:path extrusionOk="0" h="1772920" w="2446654">
                  <a:moveTo>
                    <a:pt x="1847888" y="879017"/>
                  </a:moveTo>
                  <a:lnTo>
                    <a:pt x="1840915" y="879017"/>
                  </a:lnTo>
                  <a:lnTo>
                    <a:pt x="1840915" y="915962"/>
                  </a:lnTo>
                  <a:lnTo>
                    <a:pt x="1837309" y="919937"/>
                  </a:lnTo>
                  <a:lnTo>
                    <a:pt x="1826260" y="919937"/>
                  </a:lnTo>
                  <a:lnTo>
                    <a:pt x="1822475" y="916025"/>
                  </a:lnTo>
                  <a:lnTo>
                    <a:pt x="1822475" y="879017"/>
                  </a:lnTo>
                  <a:lnTo>
                    <a:pt x="1815503" y="879017"/>
                  </a:lnTo>
                  <a:lnTo>
                    <a:pt x="1815503" y="920115"/>
                  </a:lnTo>
                  <a:lnTo>
                    <a:pt x="1821878" y="925639"/>
                  </a:lnTo>
                  <a:lnTo>
                    <a:pt x="1831301" y="925639"/>
                  </a:lnTo>
                  <a:lnTo>
                    <a:pt x="1838020" y="924521"/>
                  </a:lnTo>
                  <a:lnTo>
                    <a:pt x="1843265" y="921054"/>
                  </a:lnTo>
                  <a:lnTo>
                    <a:pt x="1846668" y="915022"/>
                  </a:lnTo>
                  <a:lnTo>
                    <a:pt x="1847888" y="906233"/>
                  </a:lnTo>
                  <a:lnTo>
                    <a:pt x="1847888" y="879017"/>
                  </a:lnTo>
                  <a:close/>
                </a:path>
                <a:path extrusionOk="0" h="1772920" w="2446654">
                  <a:moveTo>
                    <a:pt x="1886953" y="924979"/>
                  </a:moveTo>
                  <a:lnTo>
                    <a:pt x="1886051" y="923239"/>
                  </a:lnTo>
                  <a:lnTo>
                    <a:pt x="1884908" y="918489"/>
                  </a:lnTo>
                  <a:lnTo>
                    <a:pt x="1883524" y="912482"/>
                  </a:lnTo>
                  <a:lnTo>
                    <a:pt x="1882444" y="907618"/>
                  </a:lnTo>
                  <a:lnTo>
                    <a:pt x="1881200" y="905510"/>
                  </a:lnTo>
                  <a:lnTo>
                    <a:pt x="1880527" y="904367"/>
                  </a:lnTo>
                  <a:lnTo>
                    <a:pt x="1877098" y="903109"/>
                  </a:lnTo>
                  <a:lnTo>
                    <a:pt x="1877098" y="902982"/>
                  </a:lnTo>
                  <a:lnTo>
                    <a:pt x="1881720" y="901242"/>
                  </a:lnTo>
                  <a:lnTo>
                    <a:pt x="1882571" y="900290"/>
                  </a:lnTo>
                  <a:lnTo>
                    <a:pt x="1885327" y="897216"/>
                  </a:lnTo>
                  <a:lnTo>
                    <a:pt x="1885327" y="887603"/>
                  </a:lnTo>
                  <a:lnTo>
                    <a:pt x="1884070" y="884428"/>
                  </a:lnTo>
                  <a:lnTo>
                    <a:pt x="1883638" y="884059"/>
                  </a:lnTo>
                  <a:lnTo>
                    <a:pt x="1881657" y="882319"/>
                  </a:lnTo>
                  <a:lnTo>
                    <a:pt x="1878774" y="879741"/>
                  </a:lnTo>
                  <a:lnTo>
                    <a:pt x="1878355" y="879640"/>
                  </a:lnTo>
                  <a:lnTo>
                    <a:pt x="1878355" y="886104"/>
                  </a:lnTo>
                  <a:lnTo>
                    <a:pt x="1878355" y="896988"/>
                  </a:lnTo>
                  <a:lnTo>
                    <a:pt x="1874748" y="900290"/>
                  </a:lnTo>
                  <a:lnTo>
                    <a:pt x="1864296" y="900290"/>
                  </a:lnTo>
                  <a:lnTo>
                    <a:pt x="1864296" y="884478"/>
                  </a:lnTo>
                  <a:lnTo>
                    <a:pt x="1865147" y="884250"/>
                  </a:lnTo>
                  <a:lnTo>
                    <a:pt x="1866823" y="884059"/>
                  </a:lnTo>
                  <a:lnTo>
                    <a:pt x="1874151" y="884059"/>
                  </a:lnTo>
                  <a:lnTo>
                    <a:pt x="1878355" y="886104"/>
                  </a:lnTo>
                  <a:lnTo>
                    <a:pt x="1878355" y="879640"/>
                  </a:lnTo>
                  <a:lnTo>
                    <a:pt x="1874570" y="878662"/>
                  </a:lnTo>
                  <a:lnTo>
                    <a:pt x="1864423" y="878662"/>
                  </a:lnTo>
                  <a:lnTo>
                    <a:pt x="1860334" y="879081"/>
                  </a:lnTo>
                  <a:lnTo>
                    <a:pt x="1857387" y="879614"/>
                  </a:lnTo>
                  <a:lnTo>
                    <a:pt x="1857387" y="924979"/>
                  </a:lnTo>
                  <a:lnTo>
                    <a:pt x="1864296" y="924979"/>
                  </a:lnTo>
                  <a:lnTo>
                    <a:pt x="1864296" y="905510"/>
                  </a:lnTo>
                  <a:lnTo>
                    <a:pt x="1873377" y="905510"/>
                  </a:lnTo>
                  <a:lnTo>
                    <a:pt x="1875599" y="907859"/>
                  </a:lnTo>
                  <a:lnTo>
                    <a:pt x="1877999" y="919632"/>
                  </a:lnTo>
                  <a:lnTo>
                    <a:pt x="1879079" y="923658"/>
                  </a:lnTo>
                  <a:lnTo>
                    <a:pt x="1879739" y="924979"/>
                  </a:lnTo>
                  <a:lnTo>
                    <a:pt x="1886953" y="924979"/>
                  </a:lnTo>
                  <a:close/>
                </a:path>
                <a:path extrusionOk="0" h="1772920" w="2446654">
                  <a:moveTo>
                    <a:pt x="1923059" y="880148"/>
                  </a:moveTo>
                  <a:lnTo>
                    <a:pt x="1921802" y="879487"/>
                  </a:lnTo>
                  <a:lnTo>
                    <a:pt x="1918550" y="878344"/>
                  </a:lnTo>
                  <a:lnTo>
                    <a:pt x="1913267" y="878344"/>
                  </a:lnTo>
                  <a:lnTo>
                    <a:pt x="1904365" y="879932"/>
                  </a:lnTo>
                  <a:lnTo>
                    <a:pt x="1897189" y="884567"/>
                  </a:lnTo>
                  <a:lnTo>
                    <a:pt x="1892414" y="892136"/>
                  </a:lnTo>
                  <a:lnTo>
                    <a:pt x="1890674" y="902500"/>
                  </a:lnTo>
                  <a:lnTo>
                    <a:pt x="1892211" y="912304"/>
                  </a:lnTo>
                  <a:lnTo>
                    <a:pt x="1896567" y="919568"/>
                  </a:lnTo>
                  <a:lnTo>
                    <a:pt x="1903323" y="924077"/>
                  </a:lnTo>
                  <a:lnTo>
                    <a:pt x="1912061" y="925626"/>
                  </a:lnTo>
                  <a:lnTo>
                    <a:pt x="1917052" y="925626"/>
                  </a:lnTo>
                  <a:lnTo>
                    <a:pt x="1920963" y="924674"/>
                  </a:lnTo>
                  <a:lnTo>
                    <a:pt x="1922881" y="923709"/>
                  </a:lnTo>
                  <a:lnTo>
                    <a:pt x="1921675" y="918121"/>
                  </a:lnTo>
                  <a:lnTo>
                    <a:pt x="1919693" y="919086"/>
                  </a:lnTo>
                  <a:lnTo>
                    <a:pt x="1916518" y="919746"/>
                  </a:lnTo>
                  <a:lnTo>
                    <a:pt x="1903895" y="919746"/>
                  </a:lnTo>
                  <a:lnTo>
                    <a:pt x="1898002" y="913434"/>
                  </a:lnTo>
                  <a:lnTo>
                    <a:pt x="1898002" y="890181"/>
                  </a:lnTo>
                  <a:lnTo>
                    <a:pt x="1904619" y="884174"/>
                  </a:lnTo>
                  <a:lnTo>
                    <a:pt x="1916938" y="884174"/>
                  </a:lnTo>
                  <a:lnTo>
                    <a:pt x="1919643" y="884961"/>
                  </a:lnTo>
                  <a:lnTo>
                    <a:pt x="1921560" y="885863"/>
                  </a:lnTo>
                  <a:lnTo>
                    <a:pt x="1923059" y="880148"/>
                  </a:lnTo>
                  <a:close/>
                </a:path>
                <a:path extrusionOk="0" h="1772920" w="2446654">
                  <a:moveTo>
                    <a:pt x="1943544" y="904252"/>
                  </a:moveTo>
                  <a:lnTo>
                    <a:pt x="1927034" y="904252"/>
                  </a:lnTo>
                  <a:lnTo>
                    <a:pt x="1927034" y="909218"/>
                  </a:lnTo>
                  <a:lnTo>
                    <a:pt x="1943544" y="909218"/>
                  </a:lnTo>
                  <a:lnTo>
                    <a:pt x="1943544" y="904252"/>
                  </a:lnTo>
                  <a:close/>
                </a:path>
                <a:path extrusionOk="0" h="1772920" w="2446654">
                  <a:moveTo>
                    <a:pt x="1967649" y="879741"/>
                  </a:moveTo>
                  <a:lnTo>
                    <a:pt x="1961756" y="879741"/>
                  </a:lnTo>
                  <a:lnTo>
                    <a:pt x="1951545" y="885202"/>
                  </a:lnTo>
                  <a:lnTo>
                    <a:pt x="1953107" y="890308"/>
                  </a:lnTo>
                  <a:lnTo>
                    <a:pt x="1960740" y="886104"/>
                  </a:lnTo>
                  <a:lnTo>
                    <a:pt x="1960854" y="924979"/>
                  </a:lnTo>
                  <a:lnTo>
                    <a:pt x="1967649" y="924979"/>
                  </a:lnTo>
                  <a:lnTo>
                    <a:pt x="1967649" y="879741"/>
                  </a:lnTo>
                  <a:close/>
                </a:path>
                <a:path extrusionOk="0" h="1772920" w="2446654">
                  <a:moveTo>
                    <a:pt x="2009051" y="900874"/>
                  </a:moveTo>
                  <a:lnTo>
                    <a:pt x="2001951" y="896073"/>
                  </a:lnTo>
                  <a:lnTo>
                    <a:pt x="1992464" y="896073"/>
                  </a:lnTo>
                  <a:lnTo>
                    <a:pt x="1990725" y="896251"/>
                  </a:lnTo>
                  <a:lnTo>
                    <a:pt x="1992223" y="885494"/>
                  </a:lnTo>
                  <a:lnTo>
                    <a:pt x="2008085" y="885494"/>
                  </a:lnTo>
                  <a:lnTo>
                    <a:pt x="2008085" y="879729"/>
                  </a:lnTo>
                  <a:lnTo>
                    <a:pt x="1987296" y="879729"/>
                  </a:lnTo>
                  <a:lnTo>
                    <a:pt x="1984476" y="901598"/>
                  </a:lnTo>
                  <a:lnTo>
                    <a:pt x="1985975" y="901357"/>
                  </a:lnTo>
                  <a:lnTo>
                    <a:pt x="1987664" y="901242"/>
                  </a:lnTo>
                  <a:lnTo>
                    <a:pt x="1997989" y="901242"/>
                  </a:lnTo>
                  <a:lnTo>
                    <a:pt x="2001951" y="904900"/>
                  </a:lnTo>
                  <a:lnTo>
                    <a:pt x="2001951" y="916622"/>
                  </a:lnTo>
                  <a:lnTo>
                    <a:pt x="1997392" y="920102"/>
                  </a:lnTo>
                  <a:lnTo>
                    <a:pt x="1988616" y="920102"/>
                  </a:lnTo>
                  <a:lnTo>
                    <a:pt x="1985314" y="918845"/>
                  </a:lnTo>
                  <a:lnTo>
                    <a:pt x="1983511" y="917816"/>
                  </a:lnTo>
                  <a:lnTo>
                    <a:pt x="1981949" y="923112"/>
                  </a:lnTo>
                  <a:lnTo>
                    <a:pt x="1984057" y="924433"/>
                  </a:lnTo>
                  <a:lnTo>
                    <a:pt x="1988083" y="925626"/>
                  </a:lnTo>
                  <a:lnTo>
                    <a:pt x="2002383" y="925626"/>
                  </a:lnTo>
                  <a:lnTo>
                    <a:pt x="2009051" y="918845"/>
                  </a:lnTo>
                  <a:lnTo>
                    <a:pt x="2009051" y="900874"/>
                  </a:lnTo>
                  <a:close/>
                </a:path>
                <a:path extrusionOk="0" h="1772920" w="2446654">
                  <a:moveTo>
                    <a:pt x="2044687" y="901966"/>
                  </a:moveTo>
                  <a:lnTo>
                    <a:pt x="2043785" y="892606"/>
                  </a:lnTo>
                  <a:lnTo>
                    <a:pt x="2041080" y="885355"/>
                  </a:lnTo>
                  <a:lnTo>
                    <a:pt x="2040305" y="884542"/>
                  </a:lnTo>
                  <a:lnTo>
                    <a:pt x="2037524" y="881646"/>
                  </a:lnTo>
                  <a:lnTo>
                    <a:pt x="2037524" y="912126"/>
                  </a:lnTo>
                  <a:lnTo>
                    <a:pt x="2035848" y="920051"/>
                  </a:lnTo>
                  <a:lnTo>
                    <a:pt x="2025154" y="920051"/>
                  </a:lnTo>
                  <a:lnTo>
                    <a:pt x="2022386" y="913447"/>
                  </a:lnTo>
                  <a:lnTo>
                    <a:pt x="2022386" y="890917"/>
                  </a:lnTo>
                  <a:lnTo>
                    <a:pt x="2025523" y="884542"/>
                  </a:lnTo>
                  <a:lnTo>
                    <a:pt x="2035365" y="884542"/>
                  </a:lnTo>
                  <a:lnTo>
                    <a:pt x="2037473" y="890917"/>
                  </a:lnTo>
                  <a:lnTo>
                    <a:pt x="2037524" y="912126"/>
                  </a:lnTo>
                  <a:lnTo>
                    <a:pt x="2037524" y="881646"/>
                  </a:lnTo>
                  <a:lnTo>
                    <a:pt x="2036597" y="880681"/>
                  </a:lnTo>
                  <a:lnTo>
                    <a:pt x="2030323" y="879017"/>
                  </a:lnTo>
                  <a:lnTo>
                    <a:pt x="2024024" y="880592"/>
                  </a:lnTo>
                  <a:lnTo>
                    <a:pt x="2019325" y="885190"/>
                  </a:lnTo>
                  <a:lnTo>
                    <a:pt x="2016379" y="892543"/>
                  </a:lnTo>
                  <a:lnTo>
                    <a:pt x="2015363" y="902449"/>
                  </a:lnTo>
                  <a:lnTo>
                    <a:pt x="2016264" y="911580"/>
                  </a:lnTo>
                  <a:lnTo>
                    <a:pt x="2016366" y="912126"/>
                  </a:lnTo>
                  <a:lnTo>
                    <a:pt x="2019058" y="919251"/>
                  </a:lnTo>
                  <a:lnTo>
                    <a:pt x="2023592" y="923963"/>
                  </a:lnTo>
                  <a:lnTo>
                    <a:pt x="2029841" y="925639"/>
                  </a:lnTo>
                  <a:lnTo>
                    <a:pt x="2036089" y="924090"/>
                  </a:lnTo>
                  <a:lnTo>
                    <a:pt x="2040242" y="920051"/>
                  </a:lnTo>
                  <a:lnTo>
                    <a:pt x="2040750" y="919543"/>
                  </a:lnTo>
                  <a:lnTo>
                    <a:pt x="2043671" y="912126"/>
                  </a:lnTo>
                  <a:lnTo>
                    <a:pt x="2044687" y="901966"/>
                  </a:lnTo>
                  <a:close/>
                </a:path>
                <a:path extrusionOk="0" h="1772920" w="2446654">
                  <a:moveTo>
                    <a:pt x="2369540" y="1751749"/>
                  </a:moveTo>
                  <a:lnTo>
                    <a:pt x="2350376" y="1751749"/>
                  </a:lnTo>
                  <a:lnTo>
                    <a:pt x="2350376" y="1734019"/>
                  </a:lnTo>
                  <a:lnTo>
                    <a:pt x="2367432" y="1734019"/>
                  </a:lnTo>
                  <a:lnTo>
                    <a:pt x="2367432" y="1729879"/>
                  </a:lnTo>
                  <a:lnTo>
                    <a:pt x="2350376" y="1729879"/>
                  </a:lnTo>
                  <a:lnTo>
                    <a:pt x="2350376" y="1714373"/>
                  </a:lnTo>
                  <a:lnTo>
                    <a:pt x="2368524" y="1714373"/>
                  </a:lnTo>
                  <a:lnTo>
                    <a:pt x="2368524" y="1710169"/>
                  </a:lnTo>
                  <a:lnTo>
                    <a:pt x="2345385" y="1710169"/>
                  </a:lnTo>
                  <a:lnTo>
                    <a:pt x="2345385" y="1755952"/>
                  </a:lnTo>
                  <a:lnTo>
                    <a:pt x="2369540" y="1755952"/>
                  </a:lnTo>
                  <a:lnTo>
                    <a:pt x="2369540" y="1751749"/>
                  </a:lnTo>
                  <a:close/>
                </a:path>
                <a:path extrusionOk="0" h="1772920" w="2446654">
                  <a:moveTo>
                    <a:pt x="2409202" y="1710169"/>
                  </a:moveTo>
                  <a:lnTo>
                    <a:pt x="2404453" y="1710169"/>
                  </a:lnTo>
                  <a:lnTo>
                    <a:pt x="2404453" y="1737321"/>
                  </a:lnTo>
                  <a:lnTo>
                    <a:pt x="2404580" y="1742795"/>
                  </a:lnTo>
                  <a:lnTo>
                    <a:pt x="2405062" y="1749158"/>
                  </a:lnTo>
                  <a:lnTo>
                    <a:pt x="2404935" y="1749221"/>
                  </a:lnTo>
                  <a:lnTo>
                    <a:pt x="2402827" y="1744472"/>
                  </a:lnTo>
                  <a:lnTo>
                    <a:pt x="2400185" y="1739734"/>
                  </a:lnTo>
                  <a:lnTo>
                    <a:pt x="2396947" y="1734261"/>
                  </a:lnTo>
                  <a:lnTo>
                    <a:pt x="2382164" y="1710169"/>
                  </a:lnTo>
                  <a:lnTo>
                    <a:pt x="2376932" y="1710169"/>
                  </a:lnTo>
                  <a:lnTo>
                    <a:pt x="2376932" y="1755952"/>
                  </a:lnTo>
                  <a:lnTo>
                    <a:pt x="2381618" y="1755952"/>
                  </a:lnTo>
                  <a:lnTo>
                    <a:pt x="2381567" y="1722488"/>
                  </a:lnTo>
                  <a:lnTo>
                    <a:pt x="2381148" y="1716659"/>
                  </a:lnTo>
                  <a:lnTo>
                    <a:pt x="2381389" y="1716595"/>
                  </a:lnTo>
                  <a:lnTo>
                    <a:pt x="2383612" y="1721650"/>
                  </a:lnTo>
                  <a:lnTo>
                    <a:pt x="2386546" y="1726755"/>
                  </a:lnTo>
                  <a:lnTo>
                    <a:pt x="2404211" y="1755952"/>
                  </a:lnTo>
                  <a:lnTo>
                    <a:pt x="2409202" y="1755952"/>
                  </a:lnTo>
                  <a:lnTo>
                    <a:pt x="2409202" y="1710169"/>
                  </a:lnTo>
                  <a:close/>
                </a:path>
                <a:path extrusionOk="0" h="1772920" w="2446654">
                  <a:moveTo>
                    <a:pt x="2446210" y="1710232"/>
                  </a:moveTo>
                  <a:lnTo>
                    <a:pt x="2414244" y="1710232"/>
                  </a:lnTo>
                  <a:lnTo>
                    <a:pt x="2414244" y="1714436"/>
                  </a:lnTo>
                  <a:lnTo>
                    <a:pt x="2427706" y="1714436"/>
                  </a:lnTo>
                  <a:lnTo>
                    <a:pt x="2427706" y="1755952"/>
                  </a:lnTo>
                  <a:lnTo>
                    <a:pt x="2432697" y="1755952"/>
                  </a:lnTo>
                  <a:lnTo>
                    <a:pt x="2432697" y="1714436"/>
                  </a:lnTo>
                  <a:lnTo>
                    <a:pt x="2446210" y="1714436"/>
                  </a:lnTo>
                  <a:lnTo>
                    <a:pt x="2446210" y="1710232"/>
                  </a:lnTo>
                  <a:close/>
                </a:path>
                <a:path extrusionOk="0" h="1772920" w="2446654">
                  <a:moveTo>
                    <a:pt x="2446629" y="1668259"/>
                  </a:moveTo>
                  <a:lnTo>
                    <a:pt x="2393188" y="1575701"/>
                  </a:lnTo>
                  <a:lnTo>
                    <a:pt x="2339746" y="1668259"/>
                  </a:lnTo>
                  <a:lnTo>
                    <a:pt x="2446629" y="166825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7"/>
            <p:cNvSpPr/>
            <p:nvPr/>
          </p:nvSpPr>
          <p:spPr>
            <a:xfrm>
              <a:off x="4635616" y="5863821"/>
              <a:ext cx="883285" cy="0"/>
            </a:xfrm>
            <a:custGeom>
              <a:rect b="b" l="l" r="r" t="t"/>
              <a:pathLst>
                <a:path extrusionOk="0" h="120000" w="883285">
                  <a:moveTo>
                    <a:pt x="0" y="0"/>
                  </a:moveTo>
                  <a:lnTo>
                    <a:pt x="8831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7"/>
            <p:cNvSpPr/>
            <p:nvPr/>
          </p:nvSpPr>
          <p:spPr>
            <a:xfrm>
              <a:off x="5518800" y="5863821"/>
              <a:ext cx="697230" cy="0"/>
            </a:xfrm>
            <a:custGeom>
              <a:rect b="b" l="l" r="r" t="t"/>
              <a:pathLst>
                <a:path extrusionOk="0" h="120000" w="697229">
                  <a:moveTo>
                    <a:pt x="0" y="0"/>
                  </a:moveTo>
                  <a:lnTo>
                    <a:pt x="6972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7"/>
            <p:cNvSpPr/>
            <p:nvPr/>
          </p:nvSpPr>
          <p:spPr>
            <a:xfrm>
              <a:off x="4635616" y="6048020"/>
              <a:ext cx="883285" cy="0"/>
            </a:xfrm>
            <a:custGeom>
              <a:rect b="b" l="l" r="r" t="t"/>
              <a:pathLst>
                <a:path extrusionOk="0" h="120000" w="883285">
                  <a:moveTo>
                    <a:pt x="0" y="0"/>
                  </a:moveTo>
                  <a:lnTo>
                    <a:pt x="8831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7"/>
            <p:cNvSpPr/>
            <p:nvPr/>
          </p:nvSpPr>
          <p:spPr>
            <a:xfrm>
              <a:off x="5518800" y="6048020"/>
              <a:ext cx="697230" cy="0"/>
            </a:xfrm>
            <a:custGeom>
              <a:rect b="b" l="l" r="r" t="t"/>
              <a:pathLst>
                <a:path extrusionOk="0" h="120000" w="697229">
                  <a:moveTo>
                    <a:pt x="0" y="0"/>
                  </a:moveTo>
                  <a:lnTo>
                    <a:pt x="6972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7"/>
            <p:cNvSpPr/>
            <p:nvPr/>
          </p:nvSpPr>
          <p:spPr>
            <a:xfrm>
              <a:off x="4635616" y="6232220"/>
              <a:ext cx="883285" cy="0"/>
            </a:xfrm>
            <a:custGeom>
              <a:rect b="b" l="l" r="r" t="t"/>
              <a:pathLst>
                <a:path extrusionOk="0" h="120000" w="883285">
                  <a:moveTo>
                    <a:pt x="0" y="0"/>
                  </a:moveTo>
                  <a:lnTo>
                    <a:pt x="8831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7"/>
            <p:cNvSpPr/>
            <p:nvPr/>
          </p:nvSpPr>
          <p:spPr>
            <a:xfrm>
              <a:off x="5518800" y="6232220"/>
              <a:ext cx="697230" cy="0"/>
            </a:xfrm>
            <a:custGeom>
              <a:rect b="b" l="l" r="r" t="t"/>
              <a:pathLst>
                <a:path extrusionOk="0" h="120000" w="697229">
                  <a:moveTo>
                    <a:pt x="0" y="0"/>
                  </a:moveTo>
                  <a:lnTo>
                    <a:pt x="6972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7"/>
            <p:cNvSpPr/>
            <p:nvPr/>
          </p:nvSpPr>
          <p:spPr>
            <a:xfrm>
              <a:off x="4635616" y="6564621"/>
              <a:ext cx="883285" cy="0"/>
            </a:xfrm>
            <a:custGeom>
              <a:rect b="b" l="l" r="r" t="t"/>
              <a:pathLst>
                <a:path extrusionOk="0" h="120000" w="883285">
                  <a:moveTo>
                    <a:pt x="0" y="0"/>
                  </a:moveTo>
                  <a:lnTo>
                    <a:pt x="8831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7"/>
            <p:cNvSpPr/>
            <p:nvPr/>
          </p:nvSpPr>
          <p:spPr>
            <a:xfrm>
              <a:off x="5518800" y="6564621"/>
              <a:ext cx="697230" cy="0"/>
            </a:xfrm>
            <a:custGeom>
              <a:rect b="b" l="l" r="r" t="t"/>
              <a:pathLst>
                <a:path extrusionOk="0" h="120000" w="697229">
                  <a:moveTo>
                    <a:pt x="0" y="0"/>
                  </a:moveTo>
                  <a:lnTo>
                    <a:pt x="6972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7"/>
            <p:cNvSpPr/>
            <p:nvPr/>
          </p:nvSpPr>
          <p:spPr>
            <a:xfrm>
              <a:off x="4635616" y="6748820"/>
              <a:ext cx="883285" cy="0"/>
            </a:xfrm>
            <a:custGeom>
              <a:rect b="b" l="l" r="r" t="t"/>
              <a:pathLst>
                <a:path extrusionOk="0" h="120000" w="883285">
                  <a:moveTo>
                    <a:pt x="0" y="0"/>
                  </a:moveTo>
                  <a:lnTo>
                    <a:pt x="8831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7"/>
            <p:cNvSpPr/>
            <p:nvPr/>
          </p:nvSpPr>
          <p:spPr>
            <a:xfrm>
              <a:off x="5518800" y="6748820"/>
              <a:ext cx="697230" cy="0"/>
            </a:xfrm>
            <a:custGeom>
              <a:rect b="b" l="l" r="r" t="t"/>
              <a:pathLst>
                <a:path extrusionOk="0" h="120000" w="697229">
                  <a:moveTo>
                    <a:pt x="0" y="0"/>
                  </a:moveTo>
                  <a:lnTo>
                    <a:pt x="6972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7"/>
            <p:cNvSpPr/>
            <p:nvPr/>
          </p:nvSpPr>
          <p:spPr>
            <a:xfrm>
              <a:off x="4635616" y="6933020"/>
              <a:ext cx="883285" cy="0"/>
            </a:xfrm>
            <a:custGeom>
              <a:rect b="b" l="l" r="r" t="t"/>
              <a:pathLst>
                <a:path extrusionOk="0" h="120000" w="883285">
                  <a:moveTo>
                    <a:pt x="0" y="0"/>
                  </a:moveTo>
                  <a:lnTo>
                    <a:pt x="8831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7"/>
            <p:cNvSpPr/>
            <p:nvPr/>
          </p:nvSpPr>
          <p:spPr>
            <a:xfrm>
              <a:off x="5518800" y="6933020"/>
              <a:ext cx="697230" cy="0"/>
            </a:xfrm>
            <a:custGeom>
              <a:rect b="b" l="l" r="r" t="t"/>
              <a:pathLst>
                <a:path extrusionOk="0" h="120000" w="697229">
                  <a:moveTo>
                    <a:pt x="0" y="0"/>
                  </a:moveTo>
                  <a:lnTo>
                    <a:pt x="6972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2" name="Google Shape;1112;p7"/>
          <p:cNvGrpSpPr/>
          <p:nvPr/>
        </p:nvGrpSpPr>
        <p:grpSpPr>
          <a:xfrm>
            <a:off x="4635616" y="7117220"/>
            <a:ext cx="1580414" cy="0"/>
            <a:chOff x="4635616" y="7117220"/>
            <a:chExt cx="1580414" cy="0"/>
          </a:xfrm>
        </p:grpSpPr>
        <p:sp>
          <p:nvSpPr>
            <p:cNvPr id="1113" name="Google Shape;1113;p7"/>
            <p:cNvSpPr/>
            <p:nvPr/>
          </p:nvSpPr>
          <p:spPr>
            <a:xfrm>
              <a:off x="4635616" y="7117220"/>
              <a:ext cx="883285" cy="0"/>
            </a:xfrm>
            <a:custGeom>
              <a:rect b="b" l="l" r="r" t="t"/>
              <a:pathLst>
                <a:path extrusionOk="0" h="120000" w="883285">
                  <a:moveTo>
                    <a:pt x="0" y="0"/>
                  </a:moveTo>
                  <a:lnTo>
                    <a:pt x="8831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7"/>
            <p:cNvSpPr/>
            <p:nvPr/>
          </p:nvSpPr>
          <p:spPr>
            <a:xfrm>
              <a:off x="5518800" y="7117220"/>
              <a:ext cx="697230" cy="0"/>
            </a:xfrm>
            <a:custGeom>
              <a:rect b="b" l="l" r="r" t="t"/>
              <a:pathLst>
                <a:path extrusionOk="0" h="120000" w="697229">
                  <a:moveTo>
                    <a:pt x="0" y="0"/>
                  </a:moveTo>
                  <a:lnTo>
                    <a:pt x="69720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5" name="Google Shape;1115;p7"/>
          <p:cNvSpPr txBox="1"/>
          <p:nvPr/>
        </p:nvSpPr>
        <p:spPr>
          <a:xfrm>
            <a:off x="4694916" y="5913977"/>
            <a:ext cx="54737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Building area S.</a:t>
            </a:r>
            <a:endParaRPr b="0" i="0" sz="600" u="none" cap="none" strike="noStrike">
              <a:solidFill>
                <a:srgbClr val="000000"/>
              </a:solidFill>
              <a:latin typeface="Arial"/>
              <a:ea typeface="Arial"/>
              <a:cs typeface="Arial"/>
              <a:sym typeface="Arial"/>
            </a:endParaRPr>
          </a:p>
        </p:txBody>
      </p:sp>
      <p:sp>
        <p:nvSpPr>
          <p:cNvPr id="1116" name="Google Shape;1116;p7"/>
          <p:cNvSpPr txBox="1"/>
          <p:nvPr/>
        </p:nvSpPr>
        <p:spPr>
          <a:xfrm>
            <a:off x="5594127" y="5913977"/>
            <a:ext cx="37211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1,584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1117" name="Google Shape;1117;p7"/>
          <p:cNvSpPr txBox="1"/>
          <p:nvPr/>
        </p:nvSpPr>
        <p:spPr>
          <a:xfrm>
            <a:off x="4765935" y="6098176"/>
            <a:ext cx="43116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 ditto - SR.</a:t>
            </a:r>
            <a:endParaRPr b="0" i="0" sz="600" u="none" cap="none" strike="noStrike">
              <a:solidFill>
                <a:srgbClr val="000000"/>
              </a:solidFill>
              <a:latin typeface="Arial"/>
              <a:ea typeface="Arial"/>
              <a:cs typeface="Arial"/>
              <a:sym typeface="Arial"/>
            </a:endParaRPr>
          </a:p>
        </p:txBody>
      </p:sp>
      <p:sp>
        <p:nvSpPr>
          <p:cNvPr id="1118" name="Google Shape;1118;p7"/>
          <p:cNvSpPr txBox="1"/>
          <p:nvPr/>
        </p:nvSpPr>
        <p:spPr>
          <a:xfrm>
            <a:off x="5652877" y="6098176"/>
            <a:ext cx="31369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350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1119" name="Google Shape;1119;p7"/>
          <p:cNvSpPr txBox="1"/>
          <p:nvPr/>
        </p:nvSpPr>
        <p:spPr>
          <a:xfrm>
            <a:off x="4694916" y="6282377"/>
            <a:ext cx="664210"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Main building structure</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Firewall structure</a:t>
            </a:r>
            <a:endParaRPr b="0" i="0" sz="600" u="none" cap="none" strike="noStrike">
              <a:solidFill>
                <a:srgbClr val="000000"/>
              </a:solidFill>
              <a:latin typeface="Arial"/>
              <a:ea typeface="Arial"/>
              <a:cs typeface="Arial"/>
              <a:sym typeface="Arial"/>
            </a:endParaRPr>
          </a:p>
        </p:txBody>
      </p:sp>
      <p:sp>
        <p:nvSpPr>
          <p:cNvPr id="1120" name="Google Shape;1120;p7"/>
          <p:cNvSpPr txBox="1"/>
          <p:nvPr/>
        </p:nvSpPr>
        <p:spPr>
          <a:xfrm>
            <a:off x="5578100" y="6282377"/>
            <a:ext cx="470534" cy="265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HR-construct</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44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R-construct</a:t>
            </a:r>
            <a:endParaRPr b="0" i="0" sz="600" u="none" cap="none" strike="noStrike">
              <a:solidFill>
                <a:srgbClr val="000000"/>
              </a:solidFill>
              <a:latin typeface="Arial"/>
              <a:ea typeface="Arial"/>
              <a:cs typeface="Arial"/>
              <a:sym typeface="Arial"/>
            </a:endParaRPr>
          </a:p>
        </p:txBody>
      </p:sp>
      <p:sp>
        <p:nvSpPr>
          <p:cNvPr id="1121" name="Google Shape;1121;p7"/>
          <p:cNvSpPr txBox="1"/>
          <p:nvPr/>
        </p:nvSpPr>
        <p:spPr>
          <a:xfrm>
            <a:off x="4694942" y="6614762"/>
            <a:ext cx="5035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Ceiling height</a:t>
            </a:r>
            <a:endParaRPr b="0" i="0" sz="600" u="none" cap="none" strike="noStrike">
              <a:solidFill>
                <a:srgbClr val="000000"/>
              </a:solidFill>
              <a:latin typeface="Arial"/>
              <a:ea typeface="Arial"/>
              <a:cs typeface="Arial"/>
              <a:sym typeface="Arial"/>
            </a:endParaRPr>
          </a:p>
        </p:txBody>
      </p:sp>
      <p:sp>
        <p:nvSpPr>
          <p:cNvPr id="1122" name="Google Shape;1122;p7"/>
          <p:cNvSpPr txBox="1"/>
          <p:nvPr/>
        </p:nvSpPr>
        <p:spPr>
          <a:xfrm>
            <a:off x="5772486" y="6614762"/>
            <a:ext cx="15430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8 m</a:t>
            </a:r>
            <a:endParaRPr b="0" i="0" sz="600" u="none" cap="none" strike="noStrike">
              <a:solidFill>
                <a:srgbClr val="000000"/>
              </a:solidFill>
              <a:latin typeface="Arial"/>
              <a:ea typeface="Arial"/>
              <a:cs typeface="Arial"/>
              <a:sym typeface="Arial"/>
            </a:endParaRPr>
          </a:p>
        </p:txBody>
      </p:sp>
      <p:sp>
        <p:nvSpPr>
          <p:cNvPr id="1123" name="Google Shape;1123;p7"/>
          <p:cNvSpPr txBox="1"/>
          <p:nvPr/>
        </p:nvSpPr>
        <p:spPr>
          <a:xfrm>
            <a:off x="4694942" y="6798937"/>
            <a:ext cx="5613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Oil storage tank</a:t>
            </a:r>
            <a:endParaRPr b="0" i="0" sz="600" u="none" cap="none" strike="noStrike">
              <a:solidFill>
                <a:srgbClr val="000000"/>
              </a:solidFill>
              <a:latin typeface="Arial"/>
              <a:ea typeface="Arial"/>
              <a:cs typeface="Arial"/>
              <a:sym typeface="Arial"/>
            </a:endParaRPr>
          </a:p>
        </p:txBody>
      </p:sp>
      <p:sp>
        <p:nvSpPr>
          <p:cNvPr id="1124" name="Google Shape;1124;p7"/>
          <p:cNvSpPr txBox="1"/>
          <p:nvPr/>
        </p:nvSpPr>
        <p:spPr>
          <a:xfrm>
            <a:off x="5650109" y="6798937"/>
            <a:ext cx="3003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３t ×３</a:t>
            </a:r>
            <a:endParaRPr b="0" i="0" sz="600" u="none" cap="none" strike="noStrike">
              <a:solidFill>
                <a:srgbClr val="000000"/>
              </a:solidFill>
              <a:latin typeface="Arial"/>
              <a:ea typeface="Arial"/>
              <a:cs typeface="Arial"/>
              <a:sym typeface="Arial"/>
            </a:endParaRPr>
          </a:p>
        </p:txBody>
      </p:sp>
      <p:sp>
        <p:nvSpPr>
          <p:cNvPr id="1125" name="Google Shape;1125;p7"/>
          <p:cNvSpPr txBox="1"/>
          <p:nvPr/>
        </p:nvSpPr>
        <p:spPr>
          <a:xfrm>
            <a:off x="4694916" y="6983177"/>
            <a:ext cx="6394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Water storage tank</a:t>
            </a:r>
            <a:endParaRPr b="0" i="0" sz="600" u="none" cap="none" strike="noStrike">
              <a:solidFill>
                <a:srgbClr val="000000"/>
              </a:solidFill>
              <a:latin typeface="Arial"/>
              <a:ea typeface="Arial"/>
              <a:cs typeface="Arial"/>
              <a:sym typeface="Arial"/>
            </a:endParaRPr>
          </a:p>
        </p:txBody>
      </p:sp>
      <p:sp>
        <p:nvSpPr>
          <p:cNvPr id="1126" name="Google Shape;1126;p7"/>
          <p:cNvSpPr txBox="1"/>
          <p:nvPr/>
        </p:nvSpPr>
        <p:spPr>
          <a:xfrm>
            <a:off x="5650100" y="6983177"/>
            <a:ext cx="3003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３t ×３</a:t>
            </a:r>
            <a:endParaRPr b="0" i="0" sz="600" u="none" cap="none" strike="noStrike">
              <a:solidFill>
                <a:srgbClr val="000000"/>
              </a:solidFill>
              <a:latin typeface="Arial"/>
              <a:ea typeface="Arial"/>
              <a:cs typeface="Arial"/>
              <a:sym typeface="Arial"/>
            </a:endParaRPr>
          </a:p>
        </p:txBody>
      </p:sp>
      <p:sp>
        <p:nvSpPr>
          <p:cNvPr id="1127" name="Google Shape;1127;p7"/>
          <p:cNvSpPr txBox="1"/>
          <p:nvPr/>
        </p:nvSpPr>
        <p:spPr>
          <a:xfrm>
            <a:off x="3026684" y="793694"/>
            <a:ext cx="4326890" cy="1533525"/>
          </a:xfrm>
          <a:prstGeom prst="rect">
            <a:avLst/>
          </a:prstGeom>
          <a:noFill/>
          <a:ln>
            <a:noFill/>
          </a:ln>
        </p:spPr>
        <p:txBody>
          <a:bodyPr anchorCtr="0" anchor="t" bIns="0" lIns="0" spcFirstLastPara="1" rIns="0" wrap="square" tIns="25400">
            <a:spAutoFit/>
          </a:bodyPr>
          <a:lstStyle/>
          <a:p>
            <a:pPr indent="0" lvl="0" marL="12700" marR="1002664" rtl="0" algn="l">
              <a:lnSpc>
                <a:spcPct val="115384"/>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URC-150 for General waste, volume reduction, and liquefied resource recovery</a:t>
            </a:r>
            <a:endParaRPr b="0" i="0" sz="1300" u="none" cap="none" strike="noStrike">
              <a:solidFill>
                <a:srgbClr val="000000"/>
              </a:solidFill>
              <a:latin typeface="Arial"/>
              <a:ea typeface="Arial"/>
              <a:cs typeface="Arial"/>
              <a:sym typeface="Arial"/>
            </a:endParaRPr>
          </a:p>
          <a:p>
            <a:pPr indent="0" lvl="0" marL="12700" marR="5080" rtl="0" algn="just">
              <a:lnSpc>
                <a:spcPct val="120300"/>
              </a:lnSpc>
              <a:spcBef>
                <a:spcPts val="62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URC-150 is designed for carbonizing waste with high moisture content such as food residue, waste with sludge and soil, etc., which is represented by general household waste. Input to the process as 1 or 2 buckets as 1 batch and automati- cally operated by microcomputer from the loading slot through 7 processes such as drying, heating, carbonization extraction, and cooling to the unloading slot.</a:t>
            </a:r>
            <a:endParaRPr b="0" i="0" sz="900" u="none" cap="none" strike="noStrike">
              <a:solidFill>
                <a:srgbClr val="000000"/>
              </a:solidFill>
              <a:latin typeface="Arial"/>
              <a:ea typeface="Arial"/>
              <a:cs typeface="Arial"/>
              <a:sym typeface="Arial"/>
            </a:endParaRPr>
          </a:p>
          <a:p>
            <a:pPr indent="0" lvl="0" marL="1482090" marR="0" rtl="0" algn="l">
              <a:lnSpc>
                <a:spcPct val="100000"/>
              </a:lnSpc>
              <a:spcBef>
                <a:spcPts val="935"/>
              </a:spcBef>
              <a:spcAft>
                <a:spcPts val="0"/>
              </a:spcAft>
              <a:buClr>
                <a:srgbClr val="000000"/>
              </a:buClr>
              <a:buSzPts val="600"/>
              <a:buFont typeface="Arial"/>
              <a:buNone/>
            </a:pPr>
            <a:r>
              <a:rPr b="0" i="0" lang="en-US" sz="600" u="none" cap="none" strike="noStrike">
                <a:solidFill>
                  <a:srgbClr val="696A6D"/>
                </a:solidFill>
                <a:latin typeface="Arial"/>
                <a:ea typeface="Arial"/>
                <a:cs typeface="Arial"/>
                <a:sym typeface="Arial"/>
              </a:rPr>
              <a:t>※ One bucket set is for disposal of low specific gravity values such as waste plastic</a:t>
            </a:r>
            <a:endParaRPr b="0" i="0" sz="600" u="none" cap="none" strike="noStrike">
              <a:solidFill>
                <a:srgbClr val="000000"/>
              </a:solidFill>
              <a:latin typeface="Arial"/>
              <a:ea typeface="Arial"/>
              <a:cs typeface="Arial"/>
              <a:sym typeface="Arial"/>
            </a:endParaRPr>
          </a:p>
        </p:txBody>
      </p:sp>
      <p:sp>
        <p:nvSpPr>
          <p:cNvPr id="1128" name="Google Shape;1128;p7"/>
          <p:cNvSpPr txBox="1"/>
          <p:nvPr/>
        </p:nvSpPr>
        <p:spPr>
          <a:xfrm>
            <a:off x="2134373" y="833149"/>
            <a:ext cx="58547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8ED8F8"/>
                </a:solidFill>
                <a:latin typeface="Arial"/>
                <a:ea typeface="Arial"/>
                <a:cs typeface="Arial"/>
                <a:sym typeface="Arial"/>
              </a:rPr>
              <a:t>Continuous</a:t>
            </a:r>
            <a:endParaRPr b="0" i="0" sz="800" u="none" cap="none" strike="noStrike">
              <a:solidFill>
                <a:srgbClr val="000000"/>
              </a:solidFill>
              <a:latin typeface="Arial"/>
              <a:ea typeface="Arial"/>
              <a:cs typeface="Arial"/>
              <a:sym typeface="Arial"/>
            </a:endParaRPr>
          </a:p>
        </p:txBody>
      </p:sp>
      <p:sp>
        <p:nvSpPr>
          <p:cNvPr id="1129" name="Google Shape;1129;p7"/>
          <p:cNvSpPr txBox="1"/>
          <p:nvPr/>
        </p:nvSpPr>
        <p:spPr>
          <a:xfrm>
            <a:off x="1102286" y="795049"/>
            <a:ext cx="142557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700"/>
              <a:buFont typeface="Arial"/>
              <a:buNone/>
            </a:pPr>
            <a:r>
              <a:rPr b="1" baseline="30000" i="0" lang="en-US" sz="2700" u="none" cap="none" strike="noStrike">
                <a:solidFill>
                  <a:srgbClr val="FFFFFF"/>
                </a:solidFill>
                <a:latin typeface="Arial"/>
                <a:ea typeface="Arial"/>
                <a:cs typeface="Arial"/>
                <a:sym typeface="Arial"/>
              </a:rPr>
              <a:t>15 </a:t>
            </a:r>
            <a:r>
              <a:rPr b="1" baseline="30000" i="0" lang="en-US" sz="2700" u="none" cap="none" strike="noStrike">
                <a:solidFill>
                  <a:srgbClr val="8ED8F8"/>
                </a:solidFill>
                <a:latin typeface="Arial"/>
                <a:ea typeface="Arial"/>
                <a:cs typeface="Arial"/>
                <a:sym typeface="Arial"/>
              </a:rPr>
              <a:t>ton  </a:t>
            </a:r>
            <a:r>
              <a:rPr b="1" baseline="30000" i="0" lang="en-US" sz="2700" u="none" cap="none" strike="noStrike">
                <a:solidFill>
                  <a:srgbClr val="FFFFFF"/>
                </a:solidFill>
                <a:latin typeface="Arial"/>
                <a:ea typeface="Arial"/>
                <a:cs typeface="Arial"/>
                <a:sym typeface="Arial"/>
              </a:rPr>
              <a:t>7 </a:t>
            </a:r>
            <a:r>
              <a:rPr b="1" i="0" lang="en-US" sz="800" u="none" cap="none" strike="noStrike">
                <a:solidFill>
                  <a:srgbClr val="8ED8F8"/>
                </a:solidFill>
                <a:latin typeface="Arial"/>
                <a:ea typeface="Arial"/>
                <a:cs typeface="Arial"/>
                <a:sym typeface="Arial"/>
              </a:rPr>
              <a:t>Process</a:t>
            </a:r>
            <a:endParaRPr b="0" i="0" sz="800" u="none" cap="none" strike="noStrike">
              <a:solidFill>
                <a:srgbClr val="000000"/>
              </a:solidFill>
              <a:latin typeface="Arial"/>
              <a:ea typeface="Arial"/>
              <a:cs typeface="Arial"/>
              <a:sym typeface="Arial"/>
            </a:endParaRPr>
          </a:p>
        </p:txBody>
      </p:sp>
      <p:sp>
        <p:nvSpPr>
          <p:cNvPr id="1130" name="Google Shape;1130;p7"/>
          <p:cNvSpPr txBox="1"/>
          <p:nvPr/>
        </p:nvSpPr>
        <p:spPr>
          <a:xfrm>
            <a:off x="844148" y="5496410"/>
            <a:ext cx="480695"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Waste storage place</a:t>
            </a:r>
            <a:endParaRPr b="0" i="0" sz="400" u="none" cap="none" strike="noStrike">
              <a:solidFill>
                <a:srgbClr val="000000"/>
              </a:solidFill>
              <a:latin typeface="Arial"/>
              <a:ea typeface="Arial"/>
              <a:cs typeface="Arial"/>
              <a:sym typeface="Arial"/>
            </a:endParaRPr>
          </a:p>
        </p:txBody>
      </p:sp>
      <p:sp>
        <p:nvSpPr>
          <p:cNvPr id="1131" name="Google Shape;1131;p7"/>
          <p:cNvSpPr txBox="1"/>
          <p:nvPr/>
        </p:nvSpPr>
        <p:spPr>
          <a:xfrm>
            <a:off x="799190" y="6038192"/>
            <a:ext cx="570865" cy="149860"/>
          </a:xfrm>
          <a:prstGeom prst="rect">
            <a:avLst/>
          </a:prstGeom>
          <a:noFill/>
          <a:ln>
            <a:noFill/>
          </a:ln>
        </p:spPr>
        <p:txBody>
          <a:bodyPr anchorCtr="0" anchor="t" bIns="0" lIns="0" spcFirstLastPara="1" rIns="0" wrap="square" tIns="10150">
            <a:spAutoFit/>
          </a:bodyPr>
          <a:lstStyle/>
          <a:p>
            <a:pPr indent="137795" lvl="0" marL="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Input throat (with crushing function)</a:t>
            </a:r>
            <a:endParaRPr b="0" i="0" sz="400" u="none" cap="none" strike="noStrike">
              <a:solidFill>
                <a:srgbClr val="000000"/>
              </a:solidFill>
              <a:latin typeface="Arial"/>
              <a:ea typeface="Arial"/>
              <a:cs typeface="Arial"/>
              <a:sym typeface="Arial"/>
            </a:endParaRPr>
          </a:p>
        </p:txBody>
      </p:sp>
      <p:sp>
        <p:nvSpPr>
          <p:cNvPr id="1132" name="Google Shape;1132;p7"/>
          <p:cNvSpPr txBox="1"/>
          <p:nvPr/>
        </p:nvSpPr>
        <p:spPr>
          <a:xfrm>
            <a:off x="2242774" y="5377588"/>
            <a:ext cx="570865" cy="149860"/>
          </a:xfrm>
          <a:prstGeom prst="rect">
            <a:avLst/>
          </a:prstGeom>
          <a:noFill/>
          <a:ln>
            <a:noFill/>
          </a:ln>
        </p:spPr>
        <p:txBody>
          <a:bodyPr anchorCtr="0" anchor="t" bIns="0" lIns="0" spcFirstLastPara="1" rIns="0" wrap="square" tIns="10150">
            <a:spAutoFit/>
          </a:bodyPr>
          <a:lstStyle/>
          <a:p>
            <a:pPr indent="-148590" lvl="0" marL="1485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Exhaust gas purification equipment</a:t>
            </a:r>
            <a:endParaRPr b="0" i="0" sz="400" u="none" cap="none" strike="noStrike">
              <a:solidFill>
                <a:srgbClr val="000000"/>
              </a:solidFill>
              <a:latin typeface="Arial"/>
              <a:ea typeface="Arial"/>
              <a:cs typeface="Arial"/>
              <a:sym typeface="Arial"/>
            </a:endParaRPr>
          </a:p>
        </p:txBody>
      </p:sp>
      <p:sp>
        <p:nvSpPr>
          <p:cNvPr id="1133" name="Google Shape;1133;p7"/>
          <p:cNvSpPr txBox="1"/>
          <p:nvPr/>
        </p:nvSpPr>
        <p:spPr>
          <a:xfrm>
            <a:off x="3617633" y="5055018"/>
            <a:ext cx="575945" cy="209550"/>
          </a:xfrm>
          <a:prstGeom prst="rect">
            <a:avLst/>
          </a:prstGeom>
          <a:solidFill>
            <a:srgbClr val="D4EFFC"/>
          </a:solidFill>
          <a:ln cap="flat" cmpd="sng" w="17200">
            <a:solidFill>
              <a:srgbClr val="231F20"/>
            </a:solidFill>
            <a:prstDash val="solid"/>
            <a:round/>
            <a:headEnd len="sm" w="sm" type="none"/>
            <a:tailEnd len="sm" w="sm" type="none"/>
          </a:ln>
        </p:spPr>
        <p:txBody>
          <a:bodyPr anchorCtr="0" anchor="t" bIns="0" lIns="0" spcFirstLastPara="1" rIns="0" wrap="square" tIns="625">
            <a:spAutoFit/>
          </a:bodyPr>
          <a:lstStyle/>
          <a:p>
            <a:pPr indent="0" lvl="0" marL="0" marR="0" rtl="0" algn="l">
              <a:lnSpc>
                <a:spcPct val="100000"/>
              </a:lnSpc>
              <a:spcBef>
                <a:spcPts val="0"/>
              </a:spcBef>
              <a:spcAft>
                <a:spcPts val="0"/>
              </a:spcAft>
              <a:buClr>
                <a:srgbClr val="000000"/>
              </a:buClr>
              <a:buSzPts val="550"/>
              <a:buFont typeface="Arial"/>
              <a:buNone/>
            </a:pPr>
            <a:r>
              <a:t/>
            </a:r>
            <a:endParaRPr b="0" i="0" sz="550" u="none" cap="none" strike="noStrike">
              <a:solidFill>
                <a:srgbClr val="000000"/>
              </a:solidFill>
              <a:latin typeface="Times New Roman"/>
              <a:ea typeface="Times New Roman"/>
              <a:cs typeface="Times New Roman"/>
              <a:sym typeface="Times New Roman"/>
            </a:endParaRPr>
          </a:p>
          <a:p>
            <a:pPr indent="0" lvl="0" marL="70485"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Water storage tank</a:t>
            </a:r>
            <a:endParaRPr b="0" i="0" sz="400" u="none" cap="none" strike="noStrike">
              <a:solidFill>
                <a:srgbClr val="000000"/>
              </a:solidFill>
              <a:latin typeface="Arial"/>
              <a:ea typeface="Arial"/>
              <a:cs typeface="Arial"/>
              <a:sym typeface="Arial"/>
            </a:endParaRPr>
          </a:p>
        </p:txBody>
      </p:sp>
      <p:sp>
        <p:nvSpPr>
          <p:cNvPr id="1134" name="Google Shape;1134;p7"/>
          <p:cNvSpPr txBox="1"/>
          <p:nvPr/>
        </p:nvSpPr>
        <p:spPr>
          <a:xfrm>
            <a:off x="3631392" y="6635803"/>
            <a:ext cx="454025" cy="213360"/>
          </a:xfrm>
          <a:prstGeom prst="rect">
            <a:avLst/>
          </a:prstGeom>
          <a:noFill/>
          <a:ln>
            <a:noFill/>
          </a:ln>
        </p:spPr>
        <p:txBody>
          <a:bodyPr anchorCtr="0" anchor="t" bIns="0" lIns="0" spcFirstLastPara="1" rIns="0" wrap="square" tIns="10150">
            <a:spAutoFit/>
          </a:bodyPr>
          <a:lstStyle/>
          <a:p>
            <a:pPr indent="0" lvl="0" marL="0" marR="5080" rtl="0" algn="ctr">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storage area</a:t>
            </a:r>
            <a:endParaRPr b="0" i="0" sz="400" u="none" cap="none" strike="noStrike">
              <a:solidFill>
                <a:srgbClr val="000000"/>
              </a:solidFill>
              <a:latin typeface="Arial"/>
              <a:ea typeface="Arial"/>
              <a:cs typeface="Arial"/>
              <a:sym typeface="Arial"/>
            </a:endParaRPr>
          </a:p>
        </p:txBody>
      </p:sp>
      <p:sp>
        <p:nvSpPr>
          <p:cNvPr id="1135" name="Google Shape;1135;p7"/>
          <p:cNvSpPr txBox="1"/>
          <p:nvPr/>
        </p:nvSpPr>
        <p:spPr>
          <a:xfrm>
            <a:off x="3160527" y="5260596"/>
            <a:ext cx="381000"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Oil storage tank</a:t>
            </a:r>
            <a:endParaRPr b="0" i="0" sz="400" u="none" cap="none" strike="noStrike">
              <a:solidFill>
                <a:srgbClr val="000000"/>
              </a:solidFill>
              <a:latin typeface="Arial"/>
              <a:ea typeface="Arial"/>
              <a:cs typeface="Arial"/>
              <a:sym typeface="Arial"/>
            </a:endParaRPr>
          </a:p>
        </p:txBody>
      </p:sp>
      <p:sp>
        <p:nvSpPr>
          <p:cNvPr id="1136" name="Google Shape;1136;p7"/>
          <p:cNvSpPr txBox="1"/>
          <p:nvPr/>
        </p:nvSpPr>
        <p:spPr>
          <a:xfrm>
            <a:off x="2804368" y="5239006"/>
            <a:ext cx="249554"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Generator</a:t>
            </a:r>
            <a:endParaRPr b="0" i="0" sz="400" u="none" cap="none" strike="noStrike">
              <a:solidFill>
                <a:srgbClr val="000000"/>
              </a:solidFill>
              <a:latin typeface="Arial"/>
              <a:ea typeface="Arial"/>
              <a:cs typeface="Arial"/>
              <a:sym typeface="Arial"/>
            </a:endParaRPr>
          </a:p>
        </p:txBody>
      </p:sp>
      <p:sp>
        <p:nvSpPr>
          <p:cNvPr id="1137" name="Google Shape;1137;p7"/>
          <p:cNvSpPr txBox="1"/>
          <p:nvPr/>
        </p:nvSpPr>
        <p:spPr>
          <a:xfrm>
            <a:off x="3620673" y="5407510"/>
            <a:ext cx="570865" cy="344805"/>
          </a:xfrm>
          <a:prstGeom prst="rect">
            <a:avLst/>
          </a:prstGeom>
          <a:noFill/>
          <a:ln>
            <a:noFill/>
          </a:ln>
        </p:spPr>
        <p:txBody>
          <a:bodyPr anchorCtr="0" anchor="t" bIns="0" lIns="0" spcFirstLastPara="1" rIns="0" wrap="square" tIns="10150">
            <a:spAutoFit/>
          </a:bodyPr>
          <a:lstStyle/>
          <a:p>
            <a:pPr indent="-34290" lvl="0" marL="342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processing plant</a:t>
            </a:r>
            <a:endParaRPr b="0" i="0" sz="400" u="none" cap="none" strike="noStrike">
              <a:solidFill>
                <a:srgbClr val="000000"/>
              </a:solidFill>
              <a:latin typeface="Arial"/>
              <a:ea typeface="Arial"/>
              <a:cs typeface="Arial"/>
              <a:sym typeface="Arial"/>
            </a:endParaRPr>
          </a:p>
          <a:p>
            <a:pPr indent="0" lvl="0" marL="0" marR="0" rtl="0" algn="l">
              <a:lnSpc>
                <a:spcPct val="100000"/>
              </a:lnSpc>
              <a:spcBef>
                <a:spcPts val="8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889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Sorting machine</a:t>
            </a:r>
            <a:endParaRPr b="0" i="0" sz="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1" name="Shape 1141"/>
        <p:cNvGrpSpPr/>
        <p:nvPr/>
      </p:nvGrpSpPr>
      <p:grpSpPr>
        <a:xfrm>
          <a:off x="0" y="0"/>
          <a:ext cx="0" cy="0"/>
          <a:chOff x="0" y="0"/>
          <a:chExt cx="0" cy="0"/>
        </a:xfrm>
      </p:grpSpPr>
      <p:pic>
        <p:nvPicPr>
          <p:cNvPr id="1142" name="Google Shape;1142;p8"/>
          <p:cNvPicPr preferRelativeResize="0"/>
          <p:nvPr/>
        </p:nvPicPr>
        <p:blipFill rotWithShape="1">
          <a:blip r:embed="rId3">
            <a:alphaModFix/>
          </a:blip>
          <a:srcRect b="0" l="0" r="0" t="0"/>
          <a:stretch/>
        </p:blipFill>
        <p:spPr>
          <a:xfrm>
            <a:off x="804381" y="553628"/>
            <a:ext cx="9360072" cy="5134005"/>
          </a:xfrm>
          <a:prstGeom prst="rect">
            <a:avLst/>
          </a:prstGeom>
          <a:noFill/>
          <a:ln>
            <a:noFill/>
          </a:ln>
        </p:spPr>
      </p:pic>
      <p:sp>
        <p:nvSpPr>
          <p:cNvPr id="1143" name="Google Shape;1143;p8"/>
          <p:cNvSpPr txBox="1"/>
          <p:nvPr/>
        </p:nvSpPr>
        <p:spPr>
          <a:xfrm>
            <a:off x="257299" y="7267585"/>
            <a:ext cx="306070"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8</a:t>
            </a:r>
            <a:endParaRPr b="0" i="0" sz="600" u="none" cap="none" strike="noStrike">
              <a:solidFill>
                <a:srgbClr val="000000"/>
              </a:solidFill>
              <a:latin typeface="Arial"/>
              <a:ea typeface="Arial"/>
              <a:cs typeface="Arial"/>
              <a:sym typeface="Arial"/>
            </a:endParaRPr>
          </a:p>
        </p:txBody>
      </p:sp>
      <p:sp>
        <p:nvSpPr>
          <p:cNvPr id="1144" name="Google Shape;1144;p8"/>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1145" name="Google Shape;1145;p8"/>
          <p:cNvSpPr txBox="1"/>
          <p:nvPr/>
        </p:nvSpPr>
        <p:spPr>
          <a:xfrm>
            <a:off x="3047812" y="660868"/>
            <a:ext cx="2294255" cy="414655"/>
          </a:xfrm>
          <a:prstGeom prst="rect">
            <a:avLst/>
          </a:prstGeom>
          <a:noFill/>
          <a:ln>
            <a:noFill/>
          </a:ln>
        </p:spPr>
        <p:txBody>
          <a:bodyPr anchorCtr="0" anchor="t" bIns="0" lIns="0" spcFirstLastPara="1" rIns="0" wrap="square" tIns="25400">
            <a:spAutoFit/>
          </a:bodyPr>
          <a:lstStyle/>
          <a:p>
            <a:pPr indent="0" lvl="0" marL="12700" marR="5080" rtl="0" algn="l">
              <a:lnSpc>
                <a:spcPct val="115384"/>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URB-50 for Resin waste / Liquefaction resource recovery</a:t>
            </a:r>
            <a:endParaRPr b="0" i="0" sz="1300" u="none" cap="none" strike="noStrike">
              <a:solidFill>
                <a:srgbClr val="000000"/>
              </a:solidFill>
              <a:latin typeface="Arial"/>
              <a:ea typeface="Arial"/>
              <a:cs typeface="Arial"/>
              <a:sym typeface="Arial"/>
            </a:endParaRPr>
          </a:p>
        </p:txBody>
      </p:sp>
      <p:grpSp>
        <p:nvGrpSpPr>
          <p:cNvPr id="1146" name="Google Shape;1146;p8"/>
          <p:cNvGrpSpPr/>
          <p:nvPr/>
        </p:nvGrpSpPr>
        <p:grpSpPr>
          <a:xfrm>
            <a:off x="3060512" y="1387373"/>
            <a:ext cx="1755344" cy="997200"/>
            <a:chOff x="3060512" y="1387373"/>
            <a:chExt cx="1755344" cy="997200"/>
          </a:xfrm>
        </p:grpSpPr>
        <p:sp>
          <p:nvSpPr>
            <p:cNvPr id="1147" name="Google Shape;1147;p8"/>
            <p:cNvSpPr/>
            <p:nvPr/>
          </p:nvSpPr>
          <p:spPr>
            <a:xfrm>
              <a:off x="3944001" y="1571574"/>
              <a:ext cx="871855" cy="0"/>
            </a:xfrm>
            <a:custGeom>
              <a:rect b="b" l="l" r="r" t="t"/>
              <a:pathLst>
                <a:path extrusionOk="0" h="120000" w="871854">
                  <a:moveTo>
                    <a:pt x="0" y="0"/>
                  </a:moveTo>
                  <a:lnTo>
                    <a:pt x="87130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8"/>
            <p:cNvSpPr/>
            <p:nvPr/>
          </p:nvSpPr>
          <p:spPr>
            <a:xfrm>
              <a:off x="3944001" y="1831973"/>
              <a:ext cx="871855" cy="0"/>
            </a:xfrm>
            <a:custGeom>
              <a:rect b="b" l="l" r="r" t="t"/>
              <a:pathLst>
                <a:path extrusionOk="0" h="120000" w="871854">
                  <a:moveTo>
                    <a:pt x="0" y="0"/>
                  </a:moveTo>
                  <a:lnTo>
                    <a:pt x="87130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8"/>
            <p:cNvSpPr/>
            <p:nvPr/>
          </p:nvSpPr>
          <p:spPr>
            <a:xfrm>
              <a:off x="3944001" y="2016174"/>
              <a:ext cx="871855" cy="0"/>
            </a:xfrm>
            <a:custGeom>
              <a:rect b="b" l="l" r="r" t="t"/>
              <a:pathLst>
                <a:path extrusionOk="0" h="120000" w="871854">
                  <a:moveTo>
                    <a:pt x="0" y="0"/>
                  </a:moveTo>
                  <a:lnTo>
                    <a:pt x="87130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8"/>
            <p:cNvSpPr/>
            <p:nvPr/>
          </p:nvSpPr>
          <p:spPr>
            <a:xfrm>
              <a:off x="3944001" y="2200374"/>
              <a:ext cx="871855" cy="0"/>
            </a:xfrm>
            <a:custGeom>
              <a:rect b="b" l="l" r="r" t="t"/>
              <a:pathLst>
                <a:path extrusionOk="0" h="120000" w="871854">
                  <a:moveTo>
                    <a:pt x="0" y="0"/>
                  </a:moveTo>
                  <a:lnTo>
                    <a:pt x="87130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8"/>
            <p:cNvSpPr/>
            <p:nvPr/>
          </p:nvSpPr>
          <p:spPr>
            <a:xfrm>
              <a:off x="3872001" y="2384573"/>
              <a:ext cx="943610" cy="0"/>
            </a:xfrm>
            <a:custGeom>
              <a:rect b="b" l="l" r="r" t="t"/>
              <a:pathLst>
                <a:path extrusionOk="0" h="120000" w="943610">
                  <a:moveTo>
                    <a:pt x="0" y="0"/>
                  </a:moveTo>
                  <a:lnTo>
                    <a:pt x="94330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8"/>
            <p:cNvSpPr/>
            <p:nvPr/>
          </p:nvSpPr>
          <p:spPr>
            <a:xfrm>
              <a:off x="3908002" y="1387373"/>
              <a:ext cx="0" cy="184785"/>
            </a:xfrm>
            <a:custGeom>
              <a:rect b="b" l="l" r="r" t="t"/>
              <a:pathLst>
                <a:path extrusionOk="0" h="184784"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8"/>
            <p:cNvSpPr/>
            <p:nvPr/>
          </p:nvSpPr>
          <p:spPr>
            <a:xfrm>
              <a:off x="3908002" y="1571572"/>
              <a:ext cx="0" cy="260985"/>
            </a:xfrm>
            <a:custGeom>
              <a:rect b="b" l="l" r="r" t="t"/>
              <a:pathLst>
                <a:path extrusionOk="0" h="260985" w="120000">
                  <a:moveTo>
                    <a:pt x="0" y="2604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8"/>
            <p:cNvSpPr/>
            <p:nvPr/>
          </p:nvSpPr>
          <p:spPr>
            <a:xfrm>
              <a:off x="3908002" y="1831973"/>
              <a:ext cx="0" cy="184785"/>
            </a:xfrm>
            <a:custGeom>
              <a:rect b="b" l="l" r="r" t="t"/>
              <a:pathLst>
                <a:path extrusionOk="0" h="184785"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8"/>
            <p:cNvSpPr/>
            <p:nvPr/>
          </p:nvSpPr>
          <p:spPr>
            <a:xfrm>
              <a:off x="3908002" y="2016173"/>
              <a:ext cx="0" cy="184785"/>
            </a:xfrm>
            <a:custGeom>
              <a:rect b="b" l="l" r="r" t="t"/>
              <a:pathLst>
                <a:path extrusionOk="0" h="184785"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8"/>
            <p:cNvSpPr/>
            <p:nvPr/>
          </p:nvSpPr>
          <p:spPr>
            <a:xfrm>
              <a:off x="3908002" y="2200376"/>
              <a:ext cx="0" cy="182880"/>
            </a:xfrm>
            <a:custGeom>
              <a:rect b="b" l="l" r="r" t="t"/>
              <a:pathLst>
                <a:path extrusionOk="0" h="182880" w="120000">
                  <a:moveTo>
                    <a:pt x="0" y="182397"/>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8"/>
            <p:cNvSpPr/>
            <p:nvPr/>
          </p:nvSpPr>
          <p:spPr>
            <a:xfrm>
              <a:off x="3060512" y="1571574"/>
              <a:ext cx="770255" cy="0"/>
            </a:xfrm>
            <a:custGeom>
              <a:rect b="b" l="l" r="r" t="t"/>
              <a:pathLst>
                <a:path extrusionOk="0" h="120000" w="770254">
                  <a:moveTo>
                    <a:pt x="0" y="0"/>
                  </a:moveTo>
                  <a:lnTo>
                    <a:pt x="76978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8"/>
            <p:cNvSpPr/>
            <p:nvPr/>
          </p:nvSpPr>
          <p:spPr>
            <a:xfrm>
              <a:off x="3060512" y="1831973"/>
              <a:ext cx="770255" cy="0"/>
            </a:xfrm>
            <a:custGeom>
              <a:rect b="b" l="l" r="r" t="t"/>
              <a:pathLst>
                <a:path extrusionOk="0" h="120000" w="770254">
                  <a:moveTo>
                    <a:pt x="0" y="0"/>
                  </a:moveTo>
                  <a:lnTo>
                    <a:pt x="76978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8"/>
            <p:cNvSpPr/>
            <p:nvPr/>
          </p:nvSpPr>
          <p:spPr>
            <a:xfrm>
              <a:off x="3060512" y="2016174"/>
              <a:ext cx="770255" cy="0"/>
            </a:xfrm>
            <a:custGeom>
              <a:rect b="b" l="l" r="r" t="t"/>
              <a:pathLst>
                <a:path extrusionOk="0" h="120000" w="770254">
                  <a:moveTo>
                    <a:pt x="0" y="0"/>
                  </a:moveTo>
                  <a:lnTo>
                    <a:pt x="76978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8"/>
            <p:cNvSpPr/>
            <p:nvPr/>
          </p:nvSpPr>
          <p:spPr>
            <a:xfrm>
              <a:off x="3060512" y="2200374"/>
              <a:ext cx="770255" cy="0"/>
            </a:xfrm>
            <a:custGeom>
              <a:rect b="b" l="l" r="r" t="t"/>
              <a:pathLst>
                <a:path extrusionOk="0" h="120000" w="770254">
                  <a:moveTo>
                    <a:pt x="0" y="0"/>
                  </a:moveTo>
                  <a:lnTo>
                    <a:pt x="76978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8"/>
            <p:cNvSpPr/>
            <p:nvPr/>
          </p:nvSpPr>
          <p:spPr>
            <a:xfrm>
              <a:off x="3060512" y="2384573"/>
              <a:ext cx="770255" cy="0"/>
            </a:xfrm>
            <a:custGeom>
              <a:rect b="b" l="l" r="r" t="t"/>
              <a:pathLst>
                <a:path extrusionOk="0" h="120000" w="770254">
                  <a:moveTo>
                    <a:pt x="0" y="0"/>
                  </a:moveTo>
                  <a:lnTo>
                    <a:pt x="76978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2" name="Google Shape;1162;p8"/>
          <p:cNvSpPr txBox="1"/>
          <p:nvPr/>
        </p:nvSpPr>
        <p:spPr>
          <a:xfrm>
            <a:off x="3083811" y="1237583"/>
            <a:ext cx="691515" cy="316865"/>
          </a:xfrm>
          <a:prstGeom prst="rect">
            <a:avLst/>
          </a:prstGeom>
          <a:noFill/>
          <a:ln>
            <a:noFill/>
          </a:ln>
        </p:spPr>
        <p:txBody>
          <a:bodyPr anchorCtr="0" anchor="t" bIns="0" lIns="0" spcFirstLastPara="1" rIns="0" wrap="square" tIns="12700">
            <a:spAutoFit/>
          </a:bodyPr>
          <a:lstStyle/>
          <a:p>
            <a:pPr indent="-125095" lvl="0" marL="137795" marR="0" rtl="0" algn="l">
              <a:lnSpc>
                <a:spcPct val="100000"/>
              </a:lnSpc>
              <a:spcBef>
                <a:spcPts val="0"/>
              </a:spcBef>
              <a:spcAft>
                <a:spcPts val="0"/>
              </a:spcAft>
              <a:buClr>
                <a:srgbClr val="231F20"/>
              </a:buClr>
              <a:buSzPts val="1200"/>
              <a:buFont typeface="Arial"/>
              <a:buChar char="■"/>
            </a:pPr>
            <a:r>
              <a:rPr b="0" baseline="30000" i="0" lang="en-US" sz="1050" u="none" cap="none" strike="noStrike">
                <a:solidFill>
                  <a:srgbClr val="231F20"/>
                </a:solidFill>
                <a:latin typeface="Arial"/>
                <a:ea typeface="Arial"/>
                <a:cs typeface="Arial"/>
                <a:sym typeface="Arial"/>
              </a:rPr>
              <a:t>SPEC</a:t>
            </a:r>
            <a:endParaRPr b="0" baseline="30000" i="0" sz="1050" u="none" cap="none" strike="noStrike">
              <a:solidFill>
                <a:srgbClr val="000000"/>
              </a:solidFill>
              <a:latin typeface="Arial"/>
              <a:ea typeface="Arial"/>
              <a:cs typeface="Arial"/>
              <a:sym typeface="Arial"/>
            </a:endParaRPr>
          </a:p>
          <a:p>
            <a:pPr indent="0" lvl="0" marL="12700" marR="0" rtl="0" algn="l">
              <a:lnSpc>
                <a:spcPct val="100000"/>
              </a:lnSpc>
              <a:spcBef>
                <a:spcPts val="73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Product model name</a:t>
            </a:r>
            <a:endParaRPr b="0" i="0" sz="600" u="none" cap="none" strike="noStrike">
              <a:solidFill>
                <a:srgbClr val="000000"/>
              </a:solidFill>
              <a:latin typeface="Arial"/>
              <a:ea typeface="Arial"/>
              <a:cs typeface="Arial"/>
              <a:sym typeface="Arial"/>
            </a:endParaRPr>
          </a:p>
        </p:txBody>
      </p:sp>
      <p:sp>
        <p:nvSpPr>
          <p:cNvPr id="1163" name="Google Shape;1163;p8"/>
          <p:cNvSpPr txBox="1"/>
          <p:nvPr/>
        </p:nvSpPr>
        <p:spPr>
          <a:xfrm>
            <a:off x="3967300" y="1437530"/>
            <a:ext cx="27686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URB-50</a:t>
            </a:r>
            <a:endParaRPr b="0" i="0" sz="600" u="none" cap="none" strike="noStrike">
              <a:solidFill>
                <a:srgbClr val="000000"/>
              </a:solidFill>
              <a:latin typeface="Arial"/>
              <a:ea typeface="Arial"/>
              <a:cs typeface="Arial"/>
              <a:sym typeface="Arial"/>
            </a:endParaRPr>
          </a:p>
        </p:txBody>
      </p:sp>
      <p:sp>
        <p:nvSpPr>
          <p:cNvPr id="1164" name="Google Shape;1164;p8"/>
          <p:cNvSpPr txBox="1"/>
          <p:nvPr/>
        </p:nvSpPr>
        <p:spPr>
          <a:xfrm>
            <a:off x="3083838" y="1659806"/>
            <a:ext cx="1905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Type</a:t>
            </a:r>
            <a:endParaRPr b="0" i="0" sz="600" u="none" cap="none" strike="noStrike">
              <a:solidFill>
                <a:srgbClr val="000000"/>
              </a:solidFill>
              <a:latin typeface="Arial"/>
              <a:ea typeface="Arial"/>
              <a:cs typeface="Arial"/>
              <a:sym typeface="Arial"/>
            </a:endParaRPr>
          </a:p>
        </p:txBody>
      </p:sp>
      <p:sp>
        <p:nvSpPr>
          <p:cNvPr id="1165" name="Google Shape;1165;p8"/>
          <p:cNvSpPr txBox="1"/>
          <p:nvPr/>
        </p:nvSpPr>
        <p:spPr>
          <a:xfrm>
            <a:off x="3967300" y="1621706"/>
            <a:ext cx="828040" cy="193040"/>
          </a:xfrm>
          <a:prstGeom prst="rect">
            <a:avLst/>
          </a:prstGeom>
          <a:noFill/>
          <a:ln>
            <a:noFill/>
          </a:ln>
        </p:spPr>
        <p:txBody>
          <a:bodyPr anchorCtr="0" anchor="t" bIns="0" lIns="0" spcFirstLastPara="1" rIns="0" wrap="square" tIns="27925">
            <a:spAutoFit/>
          </a:bodyPr>
          <a:lstStyle/>
          <a:p>
            <a:pPr indent="0" lvl="0" marL="12700" marR="508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Liquefaction resource recovery</a:t>
            </a:r>
            <a:endParaRPr b="0" i="0" sz="600" u="none" cap="none" strike="noStrike">
              <a:solidFill>
                <a:srgbClr val="000000"/>
              </a:solidFill>
              <a:latin typeface="Arial"/>
              <a:ea typeface="Arial"/>
              <a:cs typeface="Arial"/>
              <a:sym typeface="Arial"/>
            </a:endParaRPr>
          </a:p>
        </p:txBody>
      </p:sp>
      <p:sp>
        <p:nvSpPr>
          <p:cNvPr id="1166" name="Google Shape;1166;p8"/>
          <p:cNvSpPr txBox="1"/>
          <p:nvPr/>
        </p:nvSpPr>
        <p:spPr>
          <a:xfrm>
            <a:off x="3083838" y="1882081"/>
            <a:ext cx="62611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Throughput / day</a:t>
            </a:r>
            <a:endParaRPr b="0" i="0" sz="600" u="none" cap="none" strike="noStrike">
              <a:solidFill>
                <a:srgbClr val="000000"/>
              </a:solidFill>
              <a:latin typeface="Arial"/>
              <a:ea typeface="Arial"/>
              <a:cs typeface="Arial"/>
              <a:sym typeface="Arial"/>
            </a:endParaRPr>
          </a:p>
        </p:txBody>
      </p:sp>
      <p:sp>
        <p:nvSpPr>
          <p:cNvPr id="1167" name="Google Shape;1167;p8"/>
          <p:cNvSpPr txBox="1"/>
          <p:nvPr/>
        </p:nvSpPr>
        <p:spPr>
          <a:xfrm>
            <a:off x="3967300" y="1882081"/>
            <a:ext cx="39116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ton / day</a:t>
            </a:r>
            <a:endParaRPr b="0" i="0" sz="600" u="none" cap="none" strike="noStrike">
              <a:solidFill>
                <a:srgbClr val="000000"/>
              </a:solidFill>
              <a:latin typeface="Arial"/>
              <a:ea typeface="Arial"/>
              <a:cs typeface="Arial"/>
              <a:sym typeface="Arial"/>
            </a:endParaRPr>
          </a:p>
        </p:txBody>
      </p:sp>
      <p:sp>
        <p:nvSpPr>
          <p:cNvPr id="1168" name="Google Shape;1168;p8"/>
          <p:cNvSpPr txBox="1"/>
          <p:nvPr/>
        </p:nvSpPr>
        <p:spPr>
          <a:xfrm>
            <a:off x="3083838" y="2066256"/>
            <a:ext cx="1606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a:t>
            </a:r>
            <a:endParaRPr b="0" i="0" sz="600" u="none" cap="none" strike="noStrike">
              <a:solidFill>
                <a:srgbClr val="000000"/>
              </a:solidFill>
              <a:latin typeface="Arial"/>
              <a:ea typeface="Arial"/>
              <a:cs typeface="Arial"/>
              <a:sym typeface="Arial"/>
            </a:endParaRPr>
          </a:p>
        </p:txBody>
      </p:sp>
      <p:sp>
        <p:nvSpPr>
          <p:cNvPr id="1169" name="Google Shape;1169;p8"/>
          <p:cNvSpPr txBox="1"/>
          <p:nvPr/>
        </p:nvSpPr>
        <p:spPr>
          <a:xfrm>
            <a:off x="3967300" y="2066256"/>
            <a:ext cx="6985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W:10m D:5m H:7m</a:t>
            </a:r>
            <a:endParaRPr b="0" i="0" sz="600" u="none" cap="none" strike="noStrike">
              <a:solidFill>
                <a:srgbClr val="000000"/>
              </a:solidFill>
              <a:latin typeface="Arial"/>
              <a:ea typeface="Arial"/>
              <a:cs typeface="Arial"/>
              <a:sym typeface="Arial"/>
            </a:endParaRPr>
          </a:p>
        </p:txBody>
      </p:sp>
      <p:sp>
        <p:nvSpPr>
          <p:cNvPr id="1170" name="Google Shape;1170;p8"/>
          <p:cNvSpPr txBox="1"/>
          <p:nvPr/>
        </p:nvSpPr>
        <p:spPr>
          <a:xfrm>
            <a:off x="3083838" y="2250432"/>
            <a:ext cx="5486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Process System</a:t>
            </a:r>
            <a:endParaRPr b="0" i="0" sz="600" u="none" cap="none" strike="noStrike">
              <a:solidFill>
                <a:srgbClr val="000000"/>
              </a:solidFill>
              <a:latin typeface="Arial"/>
              <a:ea typeface="Arial"/>
              <a:cs typeface="Arial"/>
              <a:sym typeface="Arial"/>
            </a:endParaRPr>
          </a:p>
        </p:txBody>
      </p:sp>
      <p:sp>
        <p:nvSpPr>
          <p:cNvPr id="1171" name="Google Shape;1171;p8"/>
          <p:cNvSpPr txBox="1"/>
          <p:nvPr/>
        </p:nvSpPr>
        <p:spPr>
          <a:xfrm>
            <a:off x="3967300" y="2250432"/>
            <a:ext cx="3892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Batch type</a:t>
            </a:r>
            <a:endParaRPr b="0" i="0" sz="600" u="none" cap="none" strike="noStrike">
              <a:solidFill>
                <a:srgbClr val="000000"/>
              </a:solidFill>
              <a:latin typeface="Arial"/>
              <a:ea typeface="Arial"/>
              <a:cs typeface="Arial"/>
              <a:sym typeface="Arial"/>
            </a:endParaRPr>
          </a:p>
        </p:txBody>
      </p:sp>
      <p:grpSp>
        <p:nvGrpSpPr>
          <p:cNvPr id="1172" name="Google Shape;1172;p8"/>
          <p:cNvGrpSpPr/>
          <p:nvPr/>
        </p:nvGrpSpPr>
        <p:grpSpPr>
          <a:xfrm>
            <a:off x="777862" y="688746"/>
            <a:ext cx="2173605" cy="1122680"/>
            <a:chOff x="777862" y="688746"/>
            <a:chExt cx="2173605" cy="1122680"/>
          </a:xfrm>
        </p:grpSpPr>
        <p:sp>
          <p:nvSpPr>
            <p:cNvPr id="1173" name="Google Shape;1173;p8"/>
            <p:cNvSpPr/>
            <p:nvPr/>
          </p:nvSpPr>
          <p:spPr>
            <a:xfrm>
              <a:off x="777862" y="688746"/>
              <a:ext cx="2173605" cy="1122680"/>
            </a:xfrm>
            <a:custGeom>
              <a:rect b="b" l="l" r="r" t="t"/>
              <a:pathLst>
                <a:path extrusionOk="0" h="1122680" w="2173605">
                  <a:moveTo>
                    <a:pt x="2058047" y="4635"/>
                  </a:moveTo>
                  <a:lnTo>
                    <a:pt x="0" y="4635"/>
                  </a:lnTo>
                  <a:lnTo>
                    <a:pt x="135001" y="316903"/>
                  </a:lnTo>
                  <a:lnTo>
                    <a:pt x="2058047" y="316903"/>
                  </a:lnTo>
                  <a:lnTo>
                    <a:pt x="2058047" y="4635"/>
                  </a:lnTo>
                  <a:close/>
                </a:path>
                <a:path extrusionOk="0" h="1122680" w="2173605">
                  <a:moveTo>
                    <a:pt x="2173490" y="0"/>
                  </a:moveTo>
                  <a:lnTo>
                    <a:pt x="2100541" y="0"/>
                  </a:lnTo>
                  <a:lnTo>
                    <a:pt x="2100541" y="1122057"/>
                  </a:lnTo>
                  <a:lnTo>
                    <a:pt x="2173490" y="1122057"/>
                  </a:lnTo>
                  <a:lnTo>
                    <a:pt x="2173490"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4" name="Google Shape;1174;p8"/>
            <p:cNvPicPr preferRelativeResize="0"/>
            <p:nvPr/>
          </p:nvPicPr>
          <p:blipFill rotWithShape="1">
            <a:blip r:embed="rId4">
              <a:alphaModFix/>
            </a:blip>
            <a:srcRect b="0" l="0" r="0" t="0"/>
            <a:stretch/>
          </p:blipFill>
          <p:spPr>
            <a:xfrm>
              <a:off x="1450746" y="1441666"/>
              <a:ext cx="286296" cy="284937"/>
            </a:xfrm>
            <a:prstGeom prst="rect">
              <a:avLst/>
            </a:prstGeom>
            <a:noFill/>
            <a:ln>
              <a:noFill/>
            </a:ln>
          </p:spPr>
        </p:pic>
        <p:sp>
          <p:nvSpPr>
            <p:cNvPr id="1175" name="Google Shape;1175;p8"/>
            <p:cNvSpPr/>
            <p:nvPr/>
          </p:nvSpPr>
          <p:spPr>
            <a:xfrm>
              <a:off x="1450751" y="144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6" name="Google Shape;1176;p8"/>
            <p:cNvPicPr preferRelativeResize="0"/>
            <p:nvPr/>
          </p:nvPicPr>
          <p:blipFill rotWithShape="1">
            <a:blip r:embed="rId5">
              <a:alphaModFix/>
            </a:blip>
            <a:srcRect b="0" l="0" r="0" t="0"/>
            <a:stretch/>
          </p:blipFill>
          <p:spPr>
            <a:xfrm>
              <a:off x="1536103" y="1499524"/>
              <a:ext cx="116586" cy="140601"/>
            </a:xfrm>
            <a:prstGeom prst="rect">
              <a:avLst/>
            </a:prstGeom>
            <a:noFill/>
            <a:ln>
              <a:noFill/>
            </a:ln>
          </p:spPr>
        </p:pic>
      </p:grpSp>
      <p:sp>
        <p:nvSpPr>
          <p:cNvPr id="1177" name="Google Shape;1177;p8"/>
          <p:cNvSpPr txBox="1"/>
          <p:nvPr/>
        </p:nvSpPr>
        <p:spPr>
          <a:xfrm>
            <a:off x="1479364" y="1640846"/>
            <a:ext cx="2406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GENERAL</a:t>
            </a:r>
            <a:endParaRPr b="0" i="0" sz="350" u="none" cap="none" strike="noStrike">
              <a:solidFill>
                <a:srgbClr val="000000"/>
              </a:solidFill>
              <a:latin typeface="Arial"/>
              <a:ea typeface="Arial"/>
              <a:cs typeface="Arial"/>
              <a:sym typeface="Arial"/>
            </a:endParaRPr>
          </a:p>
        </p:txBody>
      </p:sp>
      <p:grpSp>
        <p:nvGrpSpPr>
          <p:cNvPr id="1178" name="Google Shape;1178;p8"/>
          <p:cNvGrpSpPr/>
          <p:nvPr/>
        </p:nvGrpSpPr>
        <p:grpSpPr>
          <a:xfrm>
            <a:off x="2137968" y="1441664"/>
            <a:ext cx="286385" cy="286385"/>
            <a:chOff x="2137968" y="1441664"/>
            <a:chExt cx="286385" cy="286385"/>
          </a:xfrm>
        </p:grpSpPr>
        <p:pic>
          <p:nvPicPr>
            <p:cNvPr id="1179" name="Google Shape;1179;p8"/>
            <p:cNvPicPr preferRelativeResize="0"/>
            <p:nvPr/>
          </p:nvPicPr>
          <p:blipFill rotWithShape="1">
            <a:blip r:embed="rId4">
              <a:alphaModFix/>
            </a:blip>
            <a:srcRect b="0" l="0" r="0" t="0"/>
            <a:stretch/>
          </p:blipFill>
          <p:spPr>
            <a:xfrm>
              <a:off x="2137968" y="1441666"/>
              <a:ext cx="286270" cy="284937"/>
            </a:xfrm>
            <a:prstGeom prst="rect">
              <a:avLst/>
            </a:prstGeom>
            <a:noFill/>
            <a:ln>
              <a:noFill/>
            </a:ln>
          </p:spPr>
        </p:pic>
        <p:sp>
          <p:nvSpPr>
            <p:cNvPr id="1180" name="Google Shape;1180;p8"/>
            <p:cNvSpPr/>
            <p:nvPr/>
          </p:nvSpPr>
          <p:spPr>
            <a:xfrm>
              <a:off x="2137968" y="1441664"/>
              <a:ext cx="286385" cy="286385"/>
            </a:xfrm>
            <a:custGeom>
              <a:rect b="b" l="l" r="r" t="t"/>
              <a:pathLst>
                <a:path extrusionOk="0" h="286385" w="286385">
                  <a:moveTo>
                    <a:pt x="235966"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6"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6"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1" name="Google Shape;1181;p8"/>
            <p:cNvPicPr preferRelativeResize="0"/>
            <p:nvPr/>
          </p:nvPicPr>
          <p:blipFill rotWithShape="1">
            <a:blip r:embed="rId6">
              <a:alphaModFix/>
            </a:blip>
            <a:srcRect b="0" l="0" r="0" t="0"/>
            <a:stretch/>
          </p:blipFill>
          <p:spPr>
            <a:xfrm>
              <a:off x="2211697" y="1499524"/>
              <a:ext cx="138849" cy="140601"/>
            </a:xfrm>
            <a:prstGeom prst="rect">
              <a:avLst/>
            </a:prstGeom>
            <a:noFill/>
            <a:ln>
              <a:noFill/>
            </a:ln>
          </p:spPr>
        </p:pic>
      </p:grpSp>
      <p:sp>
        <p:nvSpPr>
          <p:cNvPr id="1182" name="Google Shape;1182;p8"/>
          <p:cNvSpPr txBox="1"/>
          <p:nvPr/>
        </p:nvSpPr>
        <p:spPr>
          <a:xfrm>
            <a:off x="2187556" y="1640846"/>
            <a:ext cx="18732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META L</a:t>
            </a:r>
            <a:endParaRPr b="0" i="0" sz="350" u="none" cap="none" strike="noStrike">
              <a:solidFill>
                <a:srgbClr val="000000"/>
              </a:solidFill>
              <a:latin typeface="Arial"/>
              <a:ea typeface="Arial"/>
              <a:cs typeface="Arial"/>
              <a:sym typeface="Arial"/>
            </a:endParaRPr>
          </a:p>
        </p:txBody>
      </p:sp>
      <p:grpSp>
        <p:nvGrpSpPr>
          <p:cNvPr id="1183" name="Google Shape;1183;p8"/>
          <p:cNvGrpSpPr/>
          <p:nvPr/>
        </p:nvGrpSpPr>
        <p:grpSpPr>
          <a:xfrm>
            <a:off x="2481577" y="1441664"/>
            <a:ext cx="286385" cy="286385"/>
            <a:chOff x="2481577" y="1441664"/>
            <a:chExt cx="286385" cy="286385"/>
          </a:xfrm>
        </p:grpSpPr>
        <p:pic>
          <p:nvPicPr>
            <p:cNvPr id="1184" name="Google Shape;1184;p8"/>
            <p:cNvPicPr preferRelativeResize="0"/>
            <p:nvPr/>
          </p:nvPicPr>
          <p:blipFill rotWithShape="1">
            <a:blip r:embed="rId4">
              <a:alphaModFix/>
            </a:blip>
            <a:srcRect b="0" l="0" r="0" t="0"/>
            <a:stretch/>
          </p:blipFill>
          <p:spPr>
            <a:xfrm>
              <a:off x="2481579" y="1441666"/>
              <a:ext cx="286270" cy="284937"/>
            </a:xfrm>
            <a:prstGeom prst="rect">
              <a:avLst/>
            </a:prstGeom>
            <a:noFill/>
            <a:ln>
              <a:noFill/>
            </a:ln>
          </p:spPr>
        </p:pic>
        <p:sp>
          <p:nvSpPr>
            <p:cNvPr id="1185" name="Google Shape;1185;p8"/>
            <p:cNvSpPr/>
            <p:nvPr/>
          </p:nvSpPr>
          <p:spPr>
            <a:xfrm>
              <a:off x="2481577" y="144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6" name="Google Shape;1186;p8"/>
            <p:cNvPicPr preferRelativeResize="0"/>
            <p:nvPr/>
          </p:nvPicPr>
          <p:blipFill rotWithShape="1">
            <a:blip r:embed="rId7">
              <a:alphaModFix/>
            </a:blip>
            <a:srcRect b="0" l="0" r="0" t="0"/>
            <a:stretch/>
          </p:blipFill>
          <p:spPr>
            <a:xfrm>
              <a:off x="2564091" y="1496585"/>
              <a:ext cx="121272" cy="146469"/>
            </a:xfrm>
            <a:prstGeom prst="rect">
              <a:avLst/>
            </a:prstGeom>
            <a:noFill/>
            <a:ln>
              <a:noFill/>
            </a:ln>
          </p:spPr>
        </p:pic>
      </p:grpSp>
      <p:sp>
        <p:nvSpPr>
          <p:cNvPr id="1187" name="Google Shape;1187;p8"/>
          <p:cNvSpPr txBox="1"/>
          <p:nvPr/>
        </p:nvSpPr>
        <p:spPr>
          <a:xfrm>
            <a:off x="2500204" y="1640846"/>
            <a:ext cx="26479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ORGANICS</a:t>
            </a:r>
            <a:endParaRPr b="0" i="0" sz="350" u="none" cap="none" strike="noStrike">
              <a:solidFill>
                <a:srgbClr val="000000"/>
              </a:solidFill>
              <a:latin typeface="Arial"/>
              <a:ea typeface="Arial"/>
              <a:cs typeface="Arial"/>
              <a:sym typeface="Arial"/>
            </a:endParaRPr>
          </a:p>
        </p:txBody>
      </p:sp>
      <p:grpSp>
        <p:nvGrpSpPr>
          <p:cNvPr id="1188" name="Google Shape;1188;p8"/>
          <p:cNvGrpSpPr/>
          <p:nvPr/>
        </p:nvGrpSpPr>
        <p:grpSpPr>
          <a:xfrm>
            <a:off x="1792489" y="1441672"/>
            <a:ext cx="288290" cy="288290"/>
            <a:chOff x="1792489" y="1441672"/>
            <a:chExt cx="288290" cy="288290"/>
          </a:xfrm>
        </p:grpSpPr>
        <p:pic>
          <p:nvPicPr>
            <p:cNvPr id="1189" name="Google Shape;1189;p8"/>
            <p:cNvPicPr preferRelativeResize="0"/>
            <p:nvPr/>
          </p:nvPicPr>
          <p:blipFill rotWithShape="1">
            <a:blip r:embed="rId8">
              <a:alphaModFix/>
            </a:blip>
            <a:srcRect b="0" l="0" r="0" t="0"/>
            <a:stretch/>
          </p:blipFill>
          <p:spPr>
            <a:xfrm>
              <a:off x="1792490" y="1441678"/>
              <a:ext cx="288150" cy="286778"/>
            </a:xfrm>
            <a:prstGeom prst="rect">
              <a:avLst/>
            </a:prstGeom>
            <a:noFill/>
            <a:ln>
              <a:noFill/>
            </a:ln>
          </p:spPr>
        </p:pic>
        <p:sp>
          <p:nvSpPr>
            <p:cNvPr id="1190" name="Google Shape;1190;p8"/>
            <p:cNvSpPr/>
            <p:nvPr/>
          </p:nvSpPr>
          <p:spPr>
            <a:xfrm>
              <a:off x="1792489" y="1441672"/>
              <a:ext cx="288290" cy="288290"/>
            </a:xfrm>
            <a:custGeom>
              <a:rect b="b" l="l" r="r" t="t"/>
              <a:pathLst>
                <a:path extrusionOk="0" h="288289" w="288289">
                  <a:moveTo>
                    <a:pt x="237502" y="0"/>
                  </a:moveTo>
                  <a:lnTo>
                    <a:pt x="50647" y="0"/>
                  </a:lnTo>
                  <a:lnTo>
                    <a:pt x="30936" y="3979"/>
                  </a:lnTo>
                  <a:lnTo>
                    <a:pt x="14836" y="14832"/>
                  </a:lnTo>
                  <a:lnTo>
                    <a:pt x="3981" y="30930"/>
                  </a:lnTo>
                  <a:lnTo>
                    <a:pt x="0" y="50647"/>
                  </a:lnTo>
                  <a:lnTo>
                    <a:pt x="0" y="237502"/>
                  </a:lnTo>
                  <a:lnTo>
                    <a:pt x="3981" y="257212"/>
                  </a:lnTo>
                  <a:lnTo>
                    <a:pt x="14836" y="273307"/>
                  </a:lnTo>
                  <a:lnTo>
                    <a:pt x="30936" y="284158"/>
                  </a:lnTo>
                  <a:lnTo>
                    <a:pt x="50647" y="288137"/>
                  </a:lnTo>
                  <a:lnTo>
                    <a:pt x="237502" y="288137"/>
                  </a:lnTo>
                  <a:lnTo>
                    <a:pt x="257214" y="284158"/>
                  </a:lnTo>
                  <a:lnTo>
                    <a:pt x="273313" y="273307"/>
                  </a:lnTo>
                  <a:lnTo>
                    <a:pt x="284169" y="257212"/>
                  </a:lnTo>
                  <a:lnTo>
                    <a:pt x="288150" y="237502"/>
                  </a:lnTo>
                  <a:lnTo>
                    <a:pt x="288150" y="50647"/>
                  </a:lnTo>
                  <a:lnTo>
                    <a:pt x="284169" y="30930"/>
                  </a:lnTo>
                  <a:lnTo>
                    <a:pt x="273313" y="14832"/>
                  </a:lnTo>
                  <a:lnTo>
                    <a:pt x="257214" y="3979"/>
                  </a:lnTo>
                  <a:lnTo>
                    <a:pt x="237502"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8"/>
            <p:cNvSpPr/>
            <p:nvPr/>
          </p:nvSpPr>
          <p:spPr>
            <a:xfrm>
              <a:off x="1838317" y="1667628"/>
              <a:ext cx="24765" cy="32384"/>
            </a:xfrm>
            <a:custGeom>
              <a:rect b="b" l="l" r="r" t="t"/>
              <a:pathLst>
                <a:path extrusionOk="0" h="32385" w="24764">
                  <a:moveTo>
                    <a:pt x="14274" y="0"/>
                  </a:moveTo>
                  <a:lnTo>
                    <a:pt x="0" y="0"/>
                  </a:lnTo>
                  <a:lnTo>
                    <a:pt x="0" y="31965"/>
                  </a:lnTo>
                  <a:lnTo>
                    <a:pt x="6451" y="31965"/>
                  </a:lnTo>
                  <a:lnTo>
                    <a:pt x="6451" y="19900"/>
                  </a:lnTo>
                  <a:lnTo>
                    <a:pt x="13576" y="19900"/>
                  </a:lnTo>
                  <a:lnTo>
                    <a:pt x="23577" y="14477"/>
                  </a:lnTo>
                  <a:lnTo>
                    <a:pt x="6451" y="14477"/>
                  </a:lnTo>
                  <a:lnTo>
                    <a:pt x="6451" y="5397"/>
                  </a:lnTo>
                  <a:lnTo>
                    <a:pt x="23920" y="5397"/>
                  </a:lnTo>
                  <a:lnTo>
                    <a:pt x="23863" y="5206"/>
                  </a:lnTo>
                  <a:lnTo>
                    <a:pt x="21399" y="1993"/>
                  </a:lnTo>
                  <a:lnTo>
                    <a:pt x="19862" y="952"/>
                  </a:lnTo>
                  <a:lnTo>
                    <a:pt x="16840" y="152"/>
                  </a:lnTo>
                  <a:lnTo>
                    <a:pt x="14274" y="0"/>
                  </a:lnTo>
                  <a:close/>
                </a:path>
                <a:path extrusionOk="0" h="32385" w="24764">
                  <a:moveTo>
                    <a:pt x="23920" y="5397"/>
                  </a:moveTo>
                  <a:lnTo>
                    <a:pt x="11899" y="5397"/>
                  </a:lnTo>
                  <a:lnTo>
                    <a:pt x="13449" y="5473"/>
                  </a:lnTo>
                  <a:lnTo>
                    <a:pt x="15265" y="5803"/>
                  </a:lnTo>
                  <a:lnTo>
                    <a:pt x="16129" y="6286"/>
                  </a:lnTo>
                  <a:lnTo>
                    <a:pt x="17500" y="7797"/>
                  </a:lnTo>
                  <a:lnTo>
                    <a:pt x="17843" y="8750"/>
                  </a:lnTo>
                  <a:lnTo>
                    <a:pt x="17843" y="10858"/>
                  </a:lnTo>
                  <a:lnTo>
                    <a:pt x="12522" y="14477"/>
                  </a:lnTo>
                  <a:lnTo>
                    <a:pt x="23577" y="14477"/>
                  </a:lnTo>
                  <a:lnTo>
                    <a:pt x="24130" y="13436"/>
                  </a:lnTo>
                  <a:lnTo>
                    <a:pt x="24485" y="11798"/>
                  </a:lnTo>
                  <a:lnTo>
                    <a:pt x="24485" y="7289"/>
                  </a:lnTo>
                  <a:lnTo>
                    <a:pt x="23920" y="5397"/>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8"/>
            <p:cNvSpPr/>
            <p:nvPr/>
          </p:nvSpPr>
          <p:spPr>
            <a:xfrm>
              <a:off x="1866049" y="1667077"/>
              <a:ext cx="172085" cy="33655"/>
            </a:xfrm>
            <a:custGeom>
              <a:rect b="b" l="l" r="r" t="t"/>
              <a:pathLst>
                <a:path extrusionOk="0" h="33655" w="172085">
                  <a:moveTo>
                    <a:pt x="53695" y="32524"/>
                  </a:moveTo>
                  <a:lnTo>
                    <a:pt x="50787" y="25260"/>
                  </a:lnTo>
                  <a:lnTo>
                    <a:pt x="48628" y="19875"/>
                  </a:lnTo>
                  <a:lnTo>
                    <a:pt x="43878" y="8013"/>
                  </a:lnTo>
                  <a:lnTo>
                    <a:pt x="41821" y="2882"/>
                  </a:lnTo>
                  <a:lnTo>
                    <a:pt x="41821" y="19875"/>
                  </a:lnTo>
                  <a:lnTo>
                    <a:pt x="33096" y="19875"/>
                  </a:lnTo>
                  <a:lnTo>
                    <a:pt x="37414" y="8013"/>
                  </a:lnTo>
                  <a:lnTo>
                    <a:pt x="41821" y="19875"/>
                  </a:lnTo>
                  <a:lnTo>
                    <a:pt x="41821" y="2882"/>
                  </a:lnTo>
                  <a:lnTo>
                    <a:pt x="40894" y="558"/>
                  </a:lnTo>
                  <a:lnTo>
                    <a:pt x="34074" y="558"/>
                  </a:lnTo>
                  <a:lnTo>
                    <a:pt x="22504" y="30251"/>
                  </a:lnTo>
                  <a:lnTo>
                    <a:pt x="22504" y="27139"/>
                  </a:lnTo>
                  <a:lnTo>
                    <a:pt x="6451" y="27139"/>
                  </a:lnTo>
                  <a:lnTo>
                    <a:pt x="6451" y="812"/>
                  </a:lnTo>
                  <a:lnTo>
                    <a:pt x="0" y="812"/>
                  </a:lnTo>
                  <a:lnTo>
                    <a:pt x="0" y="32524"/>
                  </a:lnTo>
                  <a:lnTo>
                    <a:pt x="21615" y="32524"/>
                  </a:lnTo>
                  <a:lnTo>
                    <a:pt x="22504" y="32524"/>
                  </a:lnTo>
                  <a:lnTo>
                    <a:pt x="28473" y="32524"/>
                  </a:lnTo>
                  <a:lnTo>
                    <a:pt x="31102" y="25260"/>
                  </a:lnTo>
                  <a:lnTo>
                    <a:pt x="43878" y="25260"/>
                  </a:lnTo>
                  <a:lnTo>
                    <a:pt x="46672" y="32524"/>
                  </a:lnTo>
                  <a:lnTo>
                    <a:pt x="53695" y="32524"/>
                  </a:lnTo>
                  <a:close/>
                </a:path>
                <a:path extrusionOk="0" h="33655" w="172085">
                  <a:moveTo>
                    <a:pt x="79248" y="21196"/>
                  </a:moveTo>
                  <a:lnTo>
                    <a:pt x="64325" y="11823"/>
                  </a:lnTo>
                  <a:lnTo>
                    <a:pt x="62357" y="11112"/>
                  </a:lnTo>
                  <a:lnTo>
                    <a:pt x="60896" y="9893"/>
                  </a:lnTo>
                  <a:lnTo>
                    <a:pt x="60579" y="9245"/>
                  </a:lnTo>
                  <a:lnTo>
                    <a:pt x="60579" y="7658"/>
                  </a:lnTo>
                  <a:lnTo>
                    <a:pt x="60921" y="6997"/>
                  </a:lnTo>
                  <a:lnTo>
                    <a:pt x="62661" y="5740"/>
                  </a:lnTo>
                  <a:lnTo>
                    <a:pt x="64135" y="5346"/>
                  </a:lnTo>
                  <a:lnTo>
                    <a:pt x="67830" y="5346"/>
                  </a:lnTo>
                  <a:lnTo>
                    <a:pt x="69189" y="5715"/>
                  </a:lnTo>
                  <a:lnTo>
                    <a:pt x="71018" y="7150"/>
                  </a:lnTo>
                  <a:lnTo>
                    <a:pt x="71602" y="8331"/>
                  </a:lnTo>
                  <a:lnTo>
                    <a:pt x="71882" y="9969"/>
                  </a:lnTo>
                  <a:lnTo>
                    <a:pt x="78333" y="9690"/>
                  </a:lnTo>
                  <a:lnTo>
                    <a:pt x="78232" y="6756"/>
                  </a:lnTo>
                  <a:lnTo>
                    <a:pt x="77165" y="4406"/>
                  </a:lnTo>
                  <a:lnTo>
                    <a:pt x="73101" y="889"/>
                  </a:lnTo>
                  <a:lnTo>
                    <a:pt x="70091" y="12"/>
                  </a:lnTo>
                  <a:lnTo>
                    <a:pt x="63627" y="12"/>
                  </a:lnTo>
                  <a:lnTo>
                    <a:pt x="54406" y="7302"/>
                  </a:lnTo>
                  <a:lnTo>
                    <a:pt x="54406" y="11455"/>
                  </a:lnTo>
                  <a:lnTo>
                    <a:pt x="55384" y="13601"/>
                  </a:lnTo>
                  <a:lnTo>
                    <a:pt x="58750" y="16611"/>
                  </a:lnTo>
                  <a:lnTo>
                    <a:pt x="61175" y="17665"/>
                  </a:lnTo>
                  <a:lnTo>
                    <a:pt x="69049" y="19659"/>
                  </a:lnTo>
                  <a:lnTo>
                    <a:pt x="70904" y="20320"/>
                  </a:lnTo>
                  <a:lnTo>
                    <a:pt x="71678" y="20777"/>
                  </a:lnTo>
                  <a:lnTo>
                    <a:pt x="72580" y="21831"/>
                  </a:lnTo>
                  <a:lnTo>
                    <a:pt x="72796" y="22479"/>
                  </a:lnTo>
                  <a:lnTo>
                    <a:pt x="72796" y="24409"/>
                  </a:lnTo>
                  <a:lnTo>
                    <a:pt x="72263" y="25438"/>
                  </a:lnTo>
                  <a:lnTo>
                    <a:pt x="70154" y="27203"/>
                  </a:lnTo>
                  <a:lnTo>
                    <a:pt x="68592" y="27635"/>
                  </a:lnTo>
                  <a:lnTo>
                    <a:pt x="64554" y="27635"/>
                  </a:lnTo>
                  <a:lnTo>
                    <a:pt x="62992" y="27152"/>
                  </a:lnTo>
                  <a:lnTo>
                    <a:pt x="60680" y="25171"/>
                  </a:lnTo>
                  <a:lnTo>
                    <a:pt x="59918" y="23622"/>
                  </a:lnTo>
                  <a:lnTo>
                    <a:pt x="59537" y="21513"/>
                  </a:lnTo>
                  <a:lnTo>
                    <a:pt x="53251" y="22123"/>
                  </a:lnTo>
                  <a:lnTo>
                    <a:pt x="53682" y="25704"/>
                  </a:lnTo>
                  <a:lnTo>
                    <a:pt x="54965" y="28422"/>
                  </a:lnTo>
                  <a:lnTo>
                    <a:pt x="59309" y="32156"/>
                  </a:lnTo>
                  <a:lnTo>
                    <a:pt x="62407" y="33096"/>
                  </a:lnTo>
                  <a:lnTo>
                    <a:pt x="69227" y="33096"/>
                  </a:lnTo>
                  <a:lnTo>
                    <a:pt x="79248" y="25044"/>
                  </a:lnTo>
                  <a:lnTo>
                    <a:pt x="79248" y="21196"/>
                  </a:lnTo>
                  <a:close/>
                </a:path>
                <a:path extrusionOk="0" h="33655" w="172085">
                  <a:moveTo>
                    <a:pt x="105575" y="558"/>
                  </a:moveTo>
                  <a:lnTo>
                    <a:pt x="80162" y="558"/>
                  </a:lnTo>
                  <a:lnTo>
                    <a:pt x="80162" y="5956"/>
                  </a:lnTo>
                  <a:lnTo>
                    <a:pt x="89649" y="5956"/>
                  </a:lnTo>
                  <a:lnTo>
                    <a:pt x="89649" y="32524"/>
                  </a:lnTo>
                  <a:lnTo>
                    <a:pt x="96100" y="32524"/>
                  </a:lnTo>
                  <a:lnTo>
                    <a:pt x="96100" y="5956"/>
                  </a:lnTo>
                  <a:lnTo>
                    <a:pt x="105575" y="5956"/>
                  </a:lnTo>
                  <a:lnTo>
                    <a:pt x="105575" y="558"/>
                  </a:lnTo>
                  <a:close/>
                </a:path>
                <a:path extrusionOk="0" h="33655" w="172085">
                  <a:moveTo>
                    <a:pt x="113753" y="546"/>
                  </a:moveTo>
                  <a:lnTo>
                    <a:pt x="107302" y="546"/>
                  </a:lnTo>
                  <a:lnTo>
                    <a:pt x="107302" y="32512"/>
                  </a:lnTo>
                  <a:lnTo>
                    <a:pt x="113753" y="32512"/>
                  </a:lnTo>
                  <a:lnTo>
                    <a:pt x="113753" y="546"/>
                  </a:lnTo>
                  <a:close/>
                </a:path>
                <a:path extrusionOk="0" h="33655" w="172085">
                  <a:moveTo>
                    <a:pt x="144386" y="22745"/>
                  </a:moveTo>
                  <a:lnTo>
                    <a:pt x="138137" y="20764"/>
                  </a:lnTo>
                  <a:lnTo>
                    <a:pt x="137591" y="23101"/>
                  </a:lnTo>
                  <a:lnTo>
                    <a:pt x="136702" y="24815"/>
                  </a:lnTo>
                  <a:lnTo>
                    <a:pt x="134239" y="27000"/>
                  </a:lnTo>
                  <a:lnTo>
                    <a:pt x="132765" y="27546"/>
                  </a:lnTo>
                  <a:lnTo>
                    <a:pt x="128727" y="27546"/>
                  </a:lnTo>
                  <a:lnTo>
                    <a:pt x="126834" y="26682"/>
                  </a:lnTo>
                  <a:lnTo>
                    <a:pt x="123926" y="23253"/>
                  </a:lnTo>
                  <a:lnTo>
                    <a:pt x="123190" y="20383"/>
                  </a:lnTo>
                  <a:lnTo>
                    <a:pt x="123190" y="12534"/>
                  </a:lnTo>
                  <a:lnTo>
                    <a:pt x="123939" y="9779"/>
                  </a:lnTo>
                  <a:lnTo>
                    <a:pt x="126885" y="6375"/>
                  </a:lnTo>
                  <a:lnTo>
                    <a:pt x="128816" y="5524"/>
                  </a:lnTo>
                  <a:lnTo>
                    <a:pt x="132892" y="5524"/>
                  </a:lnTo>
                  <a:lnTo>
                    <a:pt x="134353" y="5994"/>
                  </a:lnTo>
                  <a:lnTo>
                    <a:pt x="136753" y="7924"/>
                  </a:lnTo>
                  <a:lnTo>
                    <a:pt x="137541" y="9232"/>
                  </a:lnTo>
                  <a:lnTo>
                    <a:pt x="137922" y="10883"/>
                  </a:lnTo>
                  <a:lnTo>
                    <a:pt x="144310" y="9359"/>
                  </a:lnTo>
                  <a:lnTo>
                    <a:pt x="143586" y="6794"/>
                  </a:lnTo>
                  <a:lnTo>
                    <a:pt x="142494" y="4838"/>
                  </a:lnTo>
                  <a:lnTo>
                    <a:pt x="138595" y="1155"/>
                  </a:lnTo>
                  <a:lnTo>
                    <a:pt x="135420" y="0"/>
                  </a:lnTo>
                  <a:lnTo>
                    <a:pt x="127025" y="0"/>
                  </a:lnTo>
                  <a:lnTo>
                    <a:pt x="123405" y="1473"/>
                  </a:lnTo>
                  <a:lnTo>
                    <a:pt x="117919" y="7366"/>
                  </a:lnTo>
                  <a:lnTo>
                    <a:pt x="116547" y="11493"/>
                  </a:lnTo>
                  <a:lnTo>
                    <a:pt x="116547" y="21844"/>
                  </a:lnTo>
                  <a:lnTo>
                    <a:pt x="117906" y="25806"/>
                  </a:lnTo>
                  <a:lnTo>
                    <a:pt x="123380" y="31610"/>
                  </a:lnTo>
                  <a:lnTo>
                    <a:pt x="126873" y="33070"/>
                  </a:lnTo>
                  <a:lnTo>
                    <a:pt x="134543" y="33070"/>
                  </a:lnTo>
                  <a:lnTo>
                    <a:pt x="137375" y="32219"/>
                  </a:lnTo>
                  <a:lnTo>
                    <a:pt x="141833" y="28829"/>
                  </a:lnTo>
                  <a:lnTo>
                    <a:pt x="143433" y="26238"/>
                  </a:lnTo>
                  <a:lnTo>
                    <a:pt x="144386" y="22745"/>
                  </a:lnTo>
                  <a:close/>
                </a:path>
                <a:path extrusionOk="0" h="33655" w="172085">
                  <a:moveTo>
                    <a:pt x="172059" y="21196"/>
                  </a:moveTo>
                  <a:lnTo>
                    <a:pt x="157137" y="11823"/>
                  </a:lnTo>
                  <a:lnTo>
                    <a:pt x="155155" y="11112"/>
                  </a:lnTo>
                  <a:lnTo>
                    <a:pt x="153708" y="9893"/>
                  </a:lnTo>
                  <a:lnTo>
                    <a:pt x="153390" y="9245"/>
                  </a:lnTo>
                  <a:lnTo>
                    <a:pt x="153390" y="7658"/>
                  </a:lnTo>
                  <a:lnTo>
                    <a:pt x="153733" y="6997"/>
                  </a:lnTo>
                  <a:lnTo>
                    <a:pt x="155473" y="5740"/>
                  </a:lnTo>
                  <a:lnTo>
                    <a:pt x="156946" y="5346"/>
                  </a:lnTo>
                  <a:lnTo>
                    <a:pt x="160642" y="5346"/>
                  </a:lnTo>
                  <a:lnTo>
                    <a:pt x="162001" y="5715"/>
                  </a:lnTo>
                  <a:lnTo>
                    <a:pt x="163817" y="7150"/>
                  </a:lnTo>
                  <a:lnTo>
                    <a:pt x="164414" y="8331"/>
                  </a:lnTo>
                  <a:lnTo>
                    <a:pt x="164680" y="9969"/>
                  </a:lnTo>
                  <a:lnTo>
                    <a:pt x="171145" y="9690"/>
                  </a:lnTo>
                  <a:lnTo>
                    <a:pt x="171043" y="6756"/>
                  </a:lnTo>
                  <a:lnTo>
                    <a:pt x="169976" y="4406"/>
                  </a:lnTo>
                  <a:lnTo>
                    <a:pt x="165912" y="889"/>
                  </a:lnTo>
                  <a:lnTo>
                    <a:pt x="162902" y="12"/>
                  </a:lnTo>
                  <a:lnTo>
                    <a:pt x="156425" y="12"/>
                  </a:lnTo>
                  <a:lnTo>
                    <a:pt x="147218" y="7302"/>
                  </a:lnTo>
                  <a:lnTo>
                    <a:pt x="147218" y="11455"/>
                  </a:lnTo>
                  <a:lnTo>
                    <a:pt x="148196" y="13601"/>
                  </a:lnTo>
                  <a:lnTo>
                    <a:pt x="151561" y="16611"/>
                  </a:lnTo>
                  <a:lnTo>
                    <a:pt x="153987" y="17665"/>
                  </a:lnTo>
                  <a:lnTo>
                    <a:pt x="161861" y="19659"/>
                  </a:lnTo>
                  <a:lnTo>
                    <a:pt x="163715" y="20320"/>
                  </a:lnTo>
                  <a:lnTo>
                    <a:pt x="164490" y="20777"/>
                  </a:lnTo>
                  <a:lnTo>
                    <a:pt x="165379" y="21831"/>
                  </a:lnTo>
                  <a:lnTo>
                    <a:pt x="165608" y="22479"/>
                  </a:lnTo>
                  <a:lnTo>
                    <a:pt x="165608" y="24409"/>
                  </a:lnTo>
                  <a:lnTo>
                    <a:pt x="165074" y="25438"/>
                  </a:lnTo>
                  <a:lnTo>
                    <a:pt x="162966" y="27203"/>
                  </a:lnTo>
                  <a:lnTo>
                    <a:pt x="161404" y="27635"/>
                  </a:lnTo>
                  <a:lnTo>
                    <a:pt x="157365" y="27635"/>
                  </a:lnTo>
                  <a:lnTo>
                    <a:pt x="155803" y="27152"/>
                  </a:lnTo>
                  <a:lnTo>
                    <a:pt x="153492" y="25171"/>
                  </a:lnTo>
                  <a:lnTo>
                    <a:pt x="152717" y="23622"/>
                  </a:lnTo>
                  <a:lnTo>
                    <a:pt x="152349" y="21513"/>
                  </a:lnTo>
                  <a:lnTo>
                    <a:pt x="146062" y="22123"/>
                  </a:lnTo>
                  <a:lnTo>
                    <a:pt x="146481" y="25704"/>
                  </a:lnTo>
                  <a:lnTo>
                    <a:pt x="147777" y="28422"/>
                  </a:lnTo>
                  <a:lnTo>
                    <a:pt x="152107" y="32156"/>
                  </a:lnTo>
                  <a:lnTo>
                    <a:pt x="155219" y="33096"/>
                  </a:lnTo>
                  <a:lnTo>
                    <a:pt x="162039" y="33096"/>
                  </a:lnTo>
                  <a:lnTo>
                    <a:pt x="172059" y="25044"/>
                  </a:lnTo>
                  <a:lnTo>
                    <a:pt x="172059" y="21196"/>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93" name="Google Shape;1193;p8"/>
            <p:cNvPicPr preferRelativeResize="0"/>
            <p:nvPr/>
          </p:nvPicPr>
          <p:blipFill rotWithShape="1">
            <a:blip r:embed="rId9">
              <a:alphaModFix/>
            </a:blip>
            <a:srcRect b="0" l="0" r="0" t="0"/>
            <a:stretch/>
          </p:blipFill>
          <p:spPr>
            <a:xfrm>
              <a:off x="1880875" y="1499840"/>
              <a:ext cx="113601" cy="141516"/>
            </a:xfrm>
            <a:prstGeom prst="rect">
              <a:avLst/>
            </a:prstGeom>
            <a:noFill/>
            <a:ln>
              <a:noFill/>
            </a:ln>
          </p:spPr>
        </p:pic>
      </p:grpSp>
      <p:sp>
        <p:nvSpPr>
          <p:cNvPr id="1194" name="Google Shape;1194;p8"/>
          <p:cNvSpPr txBox="1"/>
          <p:nvPr>
            <p:ph type="title"/>
          </p:nvPr>
        </p:nvSpPr>
        <p:spPr>
          <a:xfrm>
            <a:off x="1211301" y="685567"/>
            <a:ext cx="1570989" cy="749935"/>
          </a:xfrm>
          <a:prstGeom prst="rect">
            <a:avLst/>
          </a:prstGeom>
          <a:noFill/>
          <a:ln>
            <a:noFill/>
          </a:ln>
        </p:spPr>
        <p:txBody>
          <a:bodyPr anchorCtr="0" anchor="t" bIns="0" lIns="0" spcFirstLastPara="1" rIns="0" wrap="square" tIns="27925">
            <a:spAutoFit/>
          </a:bodyPr>
          <a:lstStyle/>
          <a:p>
            <a:pPr indent="0" lvl="0" marL="12700" rtl="0" algn="l">
              <a:lnSpc>
                <a:spcPct val="100000"/>
              </a:lnSpc>
              <a:spcBef>
                <a:spcPts val="0"/>
              </a:spcBef>
              <a:spcAft>
                <a:spcPts val="0"/>
              </a:spcAft>
              <a:buSzPts val="1400"/>
              <a:buNone/>
            </a:pPr>
            <a:r>
              <a:rPr lang="en-US">
                <a:solidFill>
                  <a:srgbClr val="FFFFFF"/>
                </a:solidFill>
              </a:rPr>
              <a:t>5 </a:t>
            </a:r>
            <a:r>
              <a:rPr lang="en-US"/>
              <a:t>ton	</a:t>
            </a:r>
            <a:r>
              <a:rPr lang="en-US">
                <a:solidFill>
                  <a:srgbClr val="FFFFFF"/>
                </a:solidFill>
              </a:rPr>
              <a:t>1 </a:t>
            </a:r>
            <a:r>
              <a:rPr lang="en-US"/>
              <a:t>Batch</a:t>
            </a:r>
            <a:endParaRPr/>
          </a:p>
          <a:p>
            <a:pPr indent="0" lvl="0" marL="182880" rtl="0" algn="l">
              <a:lnSpc>
                <a:spcPct val="100000"/>
              </a:lnSpc>
              <a:spcBef>
                <a:spcPts val="180"/>
              </a:spcBef>
              <a:spcAft>
                <a:spcPts val="0"/>
              </a:spcAft>
              <a:buSzPts val="1400"/>
              <a:buNone/>
            </a:pPr>
            <a:r>
              <a:rPr b="0" lang="en-US" sz="2700">
                <a:solidFill>
                  <a:srgbClr val="231F20"/>
                </a:solidFill>
                <a:latin typeface="Verdana"/>
                <a:ea typeface="Verdana"/>
                <a:cs typeface="Verdana"/>
                <a:sym typeface="Verdana"/>
              </a:rPr>
              <a:t>UR</a:t>
            </a:r>
            <a:r>
              <a:rPr b="0" lang="en-US" sz="2700">
                <a:solidFill>
                  <a:srgbClr val="696A6D"/>
                </a:solidFill>
                <a:latin typeface="Verdana"/>
                <a:ea typeface="Verdana"/>
                <a:cs typeface="Verdana"/>
                <a:sym typeface="Verdana"/>
              </a:rPr>
              <a:t>B</a:t>
            </a:r>
            <a:r>
              <a:rPr b="0" lang="en-US" sz="2700">
                <a:solidFill>
                  <a:srgbClr val="231F20"/>
                </a:solidFill>
                <a:latin typeface="Verdana"/>
                <a:ea typeface="Verdana"/>
                <a:cs typeface="Verdana"/>
                <a:sym typeface="Verdana"/>
              </a:rPr>
              <a:t>-50</a:t>
            </a:r>
            <a:endParaRPr sz="2700">
              <a:latin typeface="Verdana"/>
              <a:ea typeface="Verdana"/>
              <a:cs typeface="Verdana"/>
              <a:sym typeface="Verdana"/>
            </a:endParaRPr>
          </a:p>
        </p:txBody>
      </p:sp>
      <p:grpSp>
        <p:nvGrpSpPr>
          <p:cNvPr id="1195" name="Google Shape;1195;p8"/>
          <p:cNvGrpSpPr/>
          <p:nvPr/>
        </p:nvGrpSpPr>
        <p:grpSpPr>
          <a:xfrm>
            <a:off x="861780" y="5500806"/>
            <a:ext cx="9360822" cy="1418505"/>
            <a:chOff x="861780" y="5500806"/>
            <a:chExt cx="9360822" cy="1418505"/>
          </a:xfrm>
        </p:grpSpPr>
        <p:sp>
          <p:nvSpPr>
            <p:cNvPr id="1196" name="Google Shape;1196;p8"/>
            <p:cNvSpPr/>
            <p:nvPr/>
          </p:nvSpPr>
          <p:spPr>
            <a:xfrm>
              <a:off x="6628338" y="5643452"/>
              <a:ext cx="0" cy="1151255"/>
            </a:xfrm>
            <a:custGeom>
              <a:rect b="b" l="l" r="r" t="t"/>
              <a:pathLst>
                <a:path extrusionOk="0" h="1151254" w="120000">
                  <a:moveTo>
                    <a:pt x="0" y="0"/>
                  </a:moveTo>
                  <a:lnTo>
                    <a:pt x="0" y="1150658"/>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8"/>
            <p:cNvSpPr/>
            <p:nvPr/>
          </p:nvSpPr>
          <p:spPr>
            <a:xfrm>
              <a:off x="6754246" y="5500806"/>
              <a:ext cx="3324225" cy="0"/>
            </a:xfrm>
            <a:custGeom>
              <a:rect b="b" l="l" r="r" t="t"/>
              <a:pathLst>
                <a:path extrusionOk="0" h="120000" w="3324225">
                  <a:moveTo>
                    <a:pt x="3324098" y="0"/>
                  </a:moveTo>
                  <a:lnTo>
                    <a:pt x="0" y="0"/>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8"/>
            <p:cNvSpPr/>
            <p:nvPr/>
          </p:nvSpPr>
          <p:spPr>
            <a:xfrm>
              <a:off x="6628338" y="5537170"/>
              <a:ext cx="9525" cy="1346200"/>
            </a:xfrm>
            <a:custGeom>
              <a:rect b="b" l="l" r="r" t="t"/>
              <a:pathLst>
                <a:path extrusionOk="0" h="1346200" w="9525">
                  <a:moveTo>
                    <a:pt x="9423" y="0"/>
                  </a:moveTo>
                  <a:lnTo>
                    <a:pt x="5422" y="8175"/>
                  </a:lnTo>
                  <a:lnTo>
                    <a:pt x="2463" y="16894"/>
                  </a:lnTo>
                  <a:lnTo>
                    <a:pt x="629" y="26074"/>
                  </a:lnTo>
                  <a:lnTo>
                    <a:pt x="0" y="35636"/>
                  </a:lnTo>
                  <a:lnTo>
                    <a:pt x="0" y="71183"/>
                  </a:lnTo>
                </a:path>
                <a:path extrusionOk="0" h="1346200" w="9525">
                  <a:moveTo>
                    <a:pt x="0" y="1274483"/>
                  </a:moveTo>
                  <a:lnTo>
                    <a:pt x="0" y="1310030"/>
                  </a:lnTo>
                  <a:lnTo>
                    <a:pt x="629" y="1319591"/>
                  </a:lnTo>
                  <a:lnTo>
                    <a:pt x="2463" y="1328772"/>
                  </a:lnTo>
                  <a:lnTo>
                    <a:pt x="5422" y="1337490"/>
                  </a:lnTo>
                  <a:lnTo>
                    <a:pt x="9423" y="134566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8"/>
            <p:cNvSpPr/>
            <p:nvPr/>
          </p:nvSpPr>
          <p:spPr>
            <a:xfrm>
              <a:off x="6772195" y="6919207"/>
              <a:ext cx="3324225" cy="0"/>
            </a:xfrm>
            <a:custGeom>
              <a:rect b="b" l="l" r="r" t="t"/>
              <a:pathLst>
                <a:path extrusionOk="0" h="120000" w="3324225">
                  <a:moveTo>
                    <a:pt x="0" y="0"/>
                  </a:moveTo>
                  <a:lnTo>
                    <a:pt x="3324098" y="0"/>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8"/>
            <p:cNvSpPr/>
            <p:nvPr/>
          </p:nvSpPr>
          <p:spPr>
            <a:xfrm>
              <a:off x="6664698" y="6909786"/>
              <a:ext cx="3521710" cy="9525"/>
            </a:xfrm>
            <a:custGeom>
              <a:rect b="b" l="l" r="r" t="t"/>
              <a:pathLst>
                <a:path extrusionOk="0" h="9525" w="3521709">
                  <a:moveTo>
                    <a:pt x="0" y="0"/>
                  </a:moveTo>
                  <a:lnTo>
                    <a:pt x="8182" y="4001"/>
                  </a:lnTo>
                  <a:lnTo>
                    <a:pt x="16903" y="6959"/>
                  </a:lnTo>
                  <a:lnTo>
                    <a:pt x="26081" y="8793"/>
                  </a:lnTo>
                  <a:lnTo>
                    <a:pt x="35636" y="9423"/>
                  </a:lnTo>
                  <a:lnTo>
                    <a:pt x="71589" y="9423"/>
                  </a:lnTo>
                </a:path>
                <a:path extrusionOk="0" h="9525" w="3521709">
                  <a:moveTo>
                    <a:pt x="3449548" y="9423"/>
                  </a:moveTo>
                  <a:lnTo>
                    <a:pt x="3485502" y="9423"/>
                  </a:lnTo>
                  <a:lnTo>
                    <a:pt x="3495063" y="8793"/>
                  </a:lnTo>
                  <a:lnTo>
                    <a:pt x="3504244" y="6959"/>
                  </a:lnTo>
                  <a:lnTo>
                    <a:pt x="3512962" y="4001"/>
                  </a:lnTo>
                  <a:lnTo>
                    <a:pt x="352113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8"/>
            <p:cNvSpPr/>
            <p:nvPr/>
          </p:nvSpPr>
          <p:spPr>
            <a:xfrm>
              <a:off x="10222199" y="5625896"/>
              <a:ext cx="0" cy="1151255"/>
            </a:xfrm>
            <a:custGeom>
              <a:rect b="b" l="l" r="r" t="t"/>
              <a:pathLst>
                <a:path extrusionOk="0" h="1151254" w="120000">
                  <a:moveTo>
                    <a:pt x="0" y="1150658"/>
                  </a:moveTo>
                  <a:lnTo>
                    <a:pt x="0" y="0"/>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8"/>
            <p:cNvSpPr/>
            <p:nvPr/>
          </p:nvSpPr>
          <p:spPr>
            <a:xfrm>
              <a:off x="6664698" y="5500810"/>
              <a:ext cx="3557904" cy="1382395"/>
            </a:xfrm>
            <a:custGeom>
              <a:rect b="b" l="l" r="r" t="t"/>
              <a:pathLst>
                <a:path extrusionOk="0" h="1382395" w="3557904">
                  <a:moveTo>
                    <a:pt x="3548075" y="1382026"/>
                  </a:moveTo>
                  <a:lnTo>
                    <a:pt x="3552076" y="1373851"/>
                  </a:lnTo>
                  <a:lnTo>
                    <a:pt x="3555034" y="1365132"/>
                  </a:lnTo>
                  <a:lnTo>
                    <a:pt x="3556869" y="1355952"/>
                  </a:lnTo>
                  <a:lnTo>
                    <a:pt x="3557498" y="1346390"/>
                  </a:lnTo>
                  <a:lnTo>
                    <a:pt x="3557498" y="1310843"/>
                  </a:lnTo>
                </a:path>
                <a:path extrusionOk="0" h="1382395" w="3557904">
                  <a:moveTo>
                    <a:pt x="3557498" y="107543"/>
                  </a:moveTo>
                  <a:lnTo>
                    <a:pt x="3557498" y="71996"/>
                  </a:lnTo>
                  <a:lnTo>
                    <a:pt x="3556869" y="62434"/>
                  </a:lnTo>
                  <a:lnTo>
                    <a:pt x="3555034" y="53254"/>
                  </a:lnTo>
                  <a:lnTo>
                    <a:pt x="3552076" y="44535"/>
                  </a:lnTo>
                  <a:lnTo>
                    <a:pt x="3548075" y="36360"/>
                  </a:lnTo>
                </a:path>
                <a:path extrusionOk="0" h="1382395" w="3557904">
                  <a:moveTo>
                    <a:pt x="3521138" y="9410"/>
                  </a:moveTo>
                  <a:lnTo>
                    <a:pt x="3512962" y="5411"/>
                  </a:lnTo>
                  <a:lnTo>
                    <a:pt x="3504244" y="2457"/>
                  </a:lnTo>
                  <a:lnTo>
                    <a:pt x="3495063" y="627"/>
                  </a:lnTo>
                  <a:lnTo>
                    <a:pt x="3485502" y="0"/>
                  </a:lnTo>
                  <a:lnTo>
                    <a:pt x="3449548" y="0"/>
                  </a:lnTo>
                </a:path>
                <a:path extrusionOk="0" h="1382395" w="3557904">
                  <a:moveTo>
                    <a:pt x="71589" y="0"/>
                  </a:moveTo>
                  <a:lnTo>
                    <a:pt x="35636" y="0"/>
                  </a:lnTo>
                  <a:lnTo>
                    <a:pt x="26081" y="627"/>
                  </a:lnTo>
                  <a:lnTo>
                    <a:pt x="16903" y="2457"/>
                  </a:lnTo>
                  <a:lnTo>
                    <a:pt x="8182" y="5411"/>
                  </a:lnTo>
                  <a:lnTo>
                    <a:pt x="0" y="941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03" name="Google Shape;1203;p8"/>
            <p:cNvPicPr preferRelativeResize="0"/>
            <p:nvPr/>
          </p:nvPicPr>
          <p:blipFill rotWithShape="1">
            <a:blip r:embed="rId10">
              <a:alphaModFix/>
            </a:blip>
            <a:srcRect b="0" l="0" r="0" t="0"/>
            <a:stretch/>
          </p:blipFill>
          <p:spPr>
            <a:xfrm>
              <a:off x="6781896" y="5671719"/>
              <a:ext cx="238099" cy="212140"/>
            </a:xfrm>
            <a:prstGeom prst="rect">
              <a:avLst/>
            </a:prstGeom>
            <a:noFill/>
            <a:ln>
              <a:noFill/>
            </a:ln>
          </p:spPr>
        </p:pic>
        <p:sp>
          <p:nvSpPr>
            <p:cNvPr id="1204" name="Google Shape;1204;p8"/>
            <p:cNvSpPr/>
            <p:nvPr/>
          </p:nvSpPr>
          <p:spPr>
            <a:xfrm>
              <a:off x="931730" y="5611926"/>
              <a:ext cx="0" cy="1073150"/>
            </a:xfrm>
            <a:custGeom>
              <a:rect b="b" l="l" r="r" t="t"/>
              <a:pathLst>
                <a:path extrusionOk="0" h="1073150" w="120000">
                  <a:moveTo>
                    <a:pt x="0" y="752881"/>
                  </a:moveTo>
                  <a:lnTo>
                    <a:pt x="0" y="1072857"/>
                  </a:lnTo>
                </a:path>
                <a:path extrusionOk="0" h="1073150" w="120000">
                  <a:moveTo>
                    <a:pt x="0" y="376453"/>
                  </a:moveTo>
                  <a:lnTo>
                    <a:pt x="0" y="696417"/>
                  </a:lnTo>
                </a:path>
                <a:path extrusionOk="0" h="1073150" w="120000">
                  <a:moveTo>
                    <a:pt x="0" y="0"/>
                  </a:moveTo>
                  <a:lnTo>
                    <a:pt x="0" y="319989"/>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8"/>
            <p:cNvSpPr/>
            <p:nvPr/>
          </p:nvSpPr>
          <p:spPr>
            <a:xfrm>
              <a:off x="1335646" y="6332505"/>
              <a:ext cx="320675" cy="0"/>
            </a:xfrm>
            <a:custGeom>
              <a:rect b="b" l="l" r="r" t="t"/>
              <a:pathLst>
                <a:path extrusionOk="0" h="120000" w="320675">
                  <a:moveTo>
                    <a:pt x="0" y="0"/>
                  </a:moveTo>
                  <a:lnTo>
                    <a:pt x="320141" y="0"/>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8"/>
            <p:cNvSpPr/>
            <p:nvPr/>
          </p:nvSpPr>
          <p:spPr>
            <a:xfrm>
              <a:off x="1685441" y="5987940"/>
              <a:ext cx="0" cy="320675"/>
            </a:xfrm>
            <a:custGeom>
              <a:rect b="b" l="l" r="r" t="t"/>
              <a:pathLst>
                <a:path extrusionOk="0" h="320675" w="120000">
                  <a:moveTo>
                    <a:pt x="0" y="0"/>
                  </a:moveTo>
                  <a:lnTo>
                    <a:pt x="0" y="320403"/>
                  </a:lnTo>
                </a:path>
              </a:pathLst>
            </a:custGeom>
            <a:noFill/>
            <a:ln cap="flat" cmpd="sng" w="14100">
              <a:solidFill>
                <a:srgbClr val="939598"/>
              </a:solidFill>
              <a:prstDash val="dot"/>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8"/>
            <p:cNvSpPr/>
            <p:nvPr/>
          </p:nvSpPr>
          <p:spPr>
            <a:xfrm>
              <a:off x="1335646" y="6713545"/>
              <a:ext cx="320675" cy="0"/>
            </a:xfrm>
            <a:custGeom>
              <a:rect b="b" l="l" r="r" t="t"/>
              <a:pathLst>
                <a:path extrusionOk="0" h="120000" w="320675">
                  <a:moveTo>
                    <a:pt x="0" y="0"/>
                  </a:moveTo>
                  <a:lnTo>
                    <a:pt x="320141" y="0"/>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8"/>
            <p:cNvSpPr/>
            <p:nvPr/>
          </p:nvSpPr>
          <p:spPr>
            <a:xfrm>
              <a:off x="1712252" y="6699429"/>
              <a:ext cx="320675" cy="28575"/>
            </a:xfrm>
            <a:custGeom>
              <a:rect b="b" l="l" r="r" t="t"/>
              <a:pathLst>
                <a:path extrusionOk="0" h="28575" w="320675">
                  <a:moveTo>
                    <a:pt x="0" y="28232"/>
                  </a:moveTo>
                  <a:lnTo>
                    <a:pt x="320141" y="28232"/>
                  </a:lnTo>
                  <a:lnTo>
                    <a:pt x="320141" y="0"/>
                  </a:lnTo>
                  <a:lnTo>
                    <a:pt x="0" y="0"/>
                  </a:lnTo>
                  <a:lnTo>
                    <a:pt x="0" y="28232"/>
                  </a:lnTo>
                  <a:close/>
                </a:path>
              </a:pathLst>
            </a:custGeom>
            <a:solidFill>
              <a:srgbClr val="9395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8"/>
            <p:cNvSpPr/>
            <p:nvPr/>
          </p:nvSpPr>
          <p:spPr>
            <a:xfrm>
              <a:off x="1335646" y="5582178"/>
              <a:ext cx="320675" cy="379095"/>
            </a:xfrm>
            <a:custGeom>
              <a:rect b="b" l="l" r="r" t="t"/>
              <a:pathLst>
                <a:path extrusionOk="0" h="379095" w="320675">
                  <a:moveTo>
                    <a:pt x="0" y="378485"/>
                  </a:moveTo>
                  <a:lnTo>
                    <a:pt x="320141" y="378485"/>
                  </a:lnTo>
                </a:path>
                <a:path extrusionOk="0" h="379095" w="320675">
                  <a:moveTo>
                    <a:pt x="0" y="0"/>
                  </a:moveTo>
                  <a:lnTo>
                    <a:pt x="320141" y="0"/>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8"/>
            <p:cNvSpPr/>
            <p:nvPr/>
          </p:nvSpPr>
          <p:spPr>
            <a:xfrm>
              <a:off x="1684995" y="6364808"/>
              <a:ext cx="0" cy="320040"/>
            </a:xfrm>
            <a:custGeom>
              <a:rect b="b" l="l" r="r" t="t"/>
              <a:pathLst>
                <a:path extrusionOk="0" h="320040" w="120000">
                  <a:moveTo>
                    <a:pt x="0" y="0"/>
                  </a:moveTo>
                  <a:lnTo>
                    <a:pt x="0" y="319976"/>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8"/>
            <p:cNvSpPr/>
            <p:nvPr/>
          </p:nvSpPr>
          <p:spPr>
            <a:xfrm>
              <a:off x="959040" y="5582183"/>
              <a:ext cx="320675" cy="0"/>
            </a:xfrm>
            <a:custGeom>
              <a:rect b="b" l="l" r="r" t="t"/>
              <a:pathLst>
                <a:path extrusionOk="0" h="120000" w="320675">
                  <a:moveTo>
                    <a:pt x="0" y="0"/>
                  </a:moveTo>
                  <a:lnTo>
                    <a:pt x="320141" y="0"/>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8"/>
            <p:cNvSpPr/>
            <p:nvPr/>
          </p:nvSpPr>
          <p:spPr>
            <a:xfrm>
              <a:off x="1685441" y="5611926"/>
              <a:ext cx="0" cy="490220"/>
            </a:xfrm>
            <a:custGeom>
              <a:rect b="b" l="l" r="r" t="t"/>
              <a:pathLst>
                <a:path extrusionOk="0" h="490220" w="120000">
                  <a:moveTo>
                    <a:pt x="0" y="376453"/>
                  </a:moveTo>
                  <a:lnTo>
                    <a:pt x="0" y="490018"/>
                  </a:lnTo>
                </a:path>
                <a:path extrusionOk="0" h="490220" w="120000">
                  <a:moveTo>
                    <a:pt x="0" y="0"/>
                  </a:moveTo>
                  <a:lnTo>
                    <a:pt x="0" y="319989"/>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8"/>
            <p:cNvSpPr/>
            <p:nvPr/>
          </p:nvSpPr>
          <p:spPr>
            <a:xfrm>
              <a:off x="2435835" y="6558845"/>
              <a:ext cx="0" cy="126364"/>
            </a:xfrm>
            <a:custGeom>
              <a:rect b="b" l="l" r="r" t="t"/>
              <a:pathLst>
                <a:path extrusionOk="0" h="126365" w="120000">
                  <a:moveTo>
                    <a:pt x="0" y="0"/>
                  </a:moveTo>
                  <a:lnTo>
                    <a:pt x="0" y="125939"/>
                  </a:lnTo>
                </a:path>
              </a:pathLst>
            </a:custGeom>
            <a:noFill/>
            <a:ln cap="flat" cmpd="sng" w="28225">
              <a:solidFill>
                <a:srgbClr val="93959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8"/>
            <p:cNvSpPr/>
            <p:nvPr/>
          </p:nvSpPr>
          <p:spPr>
            <a:xfrm>
              <a:off x="2848108" y="6147484"/>
              <a:ext cx="871855" cy="766445"/>
            </a:xfrm>
            <a:custGeom>
              <a:rect b="b" l="l" r="r" t="t"/>
              <a:pathLst>
                <a:path extrusionOk="0" h="766445" w="871854">
                  <a:moveTo>
                    <a:pt x="852919" y="0"/>
                  </a:moveTo>
                  <a:lnTo>
                    <a:pt x="420522" y="0"/>
                  </a:lnTo>
                  <a:lnTo>
                    <a:pt x="413198" y="1478"/>
                  </a:lnTo>
                  <a:lnTo>
                    <a:pt x="407215" y="5510"/>
                  </a:lnTo>
                  <a:lnTo>
                    <a:pt x="403180" y="11492"/>
                  </a:lnTo>
                  <a:lnTo>
                    <a:pt x="401701" y="18821"/>
                  </a:lnTo>
                  <a:lnTo>
                    <a:pt x="401701" y="236054"/>
                  </a:lnTo>
                  <a:lnTo>
                    <a:pt x="0" y="236054"/>
                  </a:lnTo>
                  <a:lnTo>
                    <a:pt x="0" y="509930"/>
                  </a:lnTo>
                  <a:lnTo>
                    <a:pt x="373684" y="509930"/>
                  </a:lnTo>
                  <a:lnTo>
                    <a:pt x="381008" y="511408"/>
                  </a:lnTo>
                  <a:lnTo>
                    <a:pt x="386991" y="515439"/>
                  </a:lnTo>
                  <a:lnTo>
                    <a:pt x="391026" y="521417"/>
                  </a:lnTo>
                  <a:lnTo>
                    <a:pt x="392506" y="528739"/>
                  </a:lnTo>
                  <a:lnTo>
                    <a:pt x="392506" y="766216"/>
                  </a:lnTo>
                  <a:lnTo>
                    <a:pt x="871740" y="766216"/>
                  </a:lnTo>
                  <a:lnTo>
                    <a:pt x="871740" y="18821"/>
                  </a:lnTo>
                  <a:lnTo>
                    <a:pt x="870262" y="11492"/>
                  </a:lnTo>
                  <a:lnTo>
                    <a:pt x="866230" y="5510"/>
                  </a:lnTo>
                  <a:lnTo>
                    <a:pt x="860248" y="1478"/>
                  </a:lnTo>
                  <a:lnTo>
                    <a:pt x="852919" y="0"/>
                  </a:lnTo>
                  <a:close/>
                </a:path>
              </a:pathLst>
            </a:custGeom>
            <a:solidFill>
              <a:srgbClr val="DEDF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8"/>
            <p:cNvSpPr/>
            <p:nvPr/>
          </p:nvSpPr>
          <p:spPr>
            <a:xfrm>
              <a:off x="2848108" y="6147484"/>
              <a:ext cx="871855" cy="766445"/>
            </a:xfrm>
            <a:custGeom>
              <a:rect b="b" l="l" r="r" t="t"/>
              <a:pathLst>
                <a:path extrusionOk="0" h="766445" w="871854">
                  <a:moveTo>
                    <a:pt x="871740" y="766216"/>
                  </a:moveTo>
                  <a:lnTo>
                    <a:pt x="871740" y="470090"/>
                  </a:lnTo>
                  <a:lnTo>
                    <a:pt x="871740" y="260946"/>
                  </a:lnTo>
                  <a:lnTo>
                    <a:pt x="871740" y="18821"/>
                  </a:lnTo>
                  <a:lnTo>
                    <a:pt x="870262" y="11492"/>
                  </a:lnTo>
                  <a:lnTo>
                    <a:pt x="866230" y="5510"/>
                  </a:lnTo>
                  <a:lnTo>
                    <a:pt x="860248" y="1478"/>
                  </a:lnTo>
                  <a:lnTo>
                    <a:pt x="852919" y="0"/>
                  </a:lnTo>
                  <a:lnTo>
                    <a:pt x="420522" y="0"/>
                  </a:lnTo>
                  <a:lnTo>
                    <a:pt x="413198" y="1478"/>
                  </a:lnTo>
                  <a:lnTo>
                    <a:pt x="407215" y="5510"/>
                  </a:lnTo>
                  <a:lnTo>
                    <a:pt x="403180" y="11492"/>
                  </a:lnTo>
                  <a:lnTo>
                    <a:pt x="401701" y="18821"/>
                  </a:lnTo>
                  <a:lnTo>
                    <a:pt x="401701" y="236054"/>
                  </a:lnTo>
                  <a:lnTo>
                    <a:pt x="0" y="236054"/>
                  </a:lnTo>
                  <a:lnTo>
                    <a:pt x="0" y="509930"/>
                  </a:lnTo>
                  <a:lnTo>
                    <a:pt x="373684" y="509930"/>
                  </a:lnTo>
                  <a:lnTo>
                    <a:pt x="381008" y="511408"/>
                  </a:lnTo>
                  <a:lnTo>
                    <a:pt x="386991" y="515439"/>
                  </a:lnTo>
                  <a:lnTo>
                    <a:pt x="391026" y="521417"/>
                  </a:lnTo>
                  <a:lnTo>
                    <a:pt x="392506" y="528739"/>
                  </a:lnTo>
                  <a:lnTo>
                    <a:pt x="392506" y="76621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8"/>
            <p:cNvSpPr/>
            <p:nvPr/>
          </p:nvSpPr>
          <p:spPr>
            <a:xfrm>
              <a:off x="928264" y="5582387"/>
              <a:ext cx="2259965" cy="1125220"/>
            </a:xfrm>
            <a:custGeom>
              <a:rect b="b" l="l" r="r" t="t"/>
              <a:pathLst>
                <a:path extrusionOk="0" h="1125220" w="2259965">
                  <a:moveTo>
                    <a:pt x="0" y="1124813"/>
                  </a:moveTo>
                  <a:lnTo>
                    <a:pt x="0" y="0"/>
                  </a:lnTo>
                  <a:lnTo>
                    <a:pt x="2259749" y="0"/>
                  </a:lnTo>
                  <a:lnTo>
                    <a:pt x="2259749" y="757123"/>
                  </a:lnTo>
                </a:path>
              </a:pathLst>
            </a:custGeom>
            <a:noFill/>
            <a:ln cap="flat" cmpd="sng" w="14100">
              <a:solidFill>
                <a:srgbClr val="63646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8"/>
            <p:cNvSpPr/>
            <p:nvPr/>
          </p:nvSpPr>
          <p:spPr>
            <a:xfrm>
              <a:off x="1712252" y="6709532"/>
              <a:ext cx="320675" cy="14604"/>
            </a:xfrm>
            <a:custGeom>
              <a:rect b="b" l="l" r="r" t="t"/>
              <a:pathLst>
                <a:path extrusionOk="0" h="14604" w="320675">
                  <a:moveTo>
                    <a:pt x="0" y="14109"/>
                  </a:moveTo>
                  <a:lnTo>
                    <a:pt x="320141" y="14109"/>
                  </a:lnTo>
                  <a:lnTo>
                    <a:pt x="320141" y="0"/>
                  </a:lnTo>
                  <a:lnTo>
                    <a:pt x="0" y="0"/>
                  </a:lnTo>
                  <a:lnTo>
                    <a:pt x="0" y="14109"/>
                  </a:lnTo>
                  <a:close/>
                </a:path>
              </a:pathLst>
            </a:custGeom>
            <a:solidFill>
              <a:srgbClr val="6364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8"/>
            <p:cNvSpPr/>
            <p:nvPr/>
          </p:nvSpPr>
          <p:spPr>
            <a:xfrm>
              <a:off x="2088857" y="6716586"/>
              <a:ext cx="320675" cy="0"/>
            </a:xfrm>
            <a:custGeom>
              <a:rect b="b" l="l" r="r" t="t"/>
              <a:pathLst>
                <a:path extrusionOk="0" h="120000" w="320675">
                  <a:moveTo>
                    <a:pt x="0" y="0"/>
                  </a:moveTo>
                  <a:lnTo>
                    <a:pt x="320128" y="0"/>
                  </a:lnTo>
                </a:path>
              </a:pathLst>
            </a:custGeom>
            <a:noFill/>
            <a:ln cap="flat" cmpd="sng" w="14100">
              <a:solidFill>
                <a:srgbClr val="63646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8"/>
            <p:cNvSpPr/>
            <p:nvPr/>
          </p:nvSpPr>
          <p:spPr>
            <a:xfrm>
              <a:off x="2465451" y="6709537"/>
              <a:ext cx="695325" cy="14604"/>
            </a:xfrm>
            <a:custGeom>
              <a:rect b="b" l="l" r="r" t="t"/>
              <a:pathLst>
                <a:path extrusionOk="0" h="14604" w="695325">
                  <a:moveTo>
                    <a:pt x="320141" y="0"/>
                  </a:moveTo>
                  <a:lnTo>
                    <a:pt x="0" y="0"/>
                  </a:lnTo>
                  <a:lnTo>
                    <a:pt x="0" y="14109"/>
                  </a:lnTo>
                  <a:lnTo>
                    <a:pt x="320141" y="14109"/>
                  </a:lnTo>
                  <a:lnTo>
                    <a:pt x="320141" y="0"/>
                  </a:lnTo>
                  <a:close/>
                </a:path>
                <a:path extrusionOk="0" h="14604" w="695325">
                  <a:moveTo>
                    <a:pt x="694956" y="0"/>
                  </a:moveTo>
                  <a:lnTo>
                    <a:pt x="376605" y="0"/>
                  </a:lnTo>
                  <a:lnTo>
                    <a:pt x="376605" y="14109"/>
                  </a:lnTo>
                  <a:lnTo>
                    <a:pt x="694956" y="14109"/>
                  </a:lnTo>
                  <a:lnTo>
                    <a:pt x="694956" y="0"/>
                  </a:lnTo>
                  <a:close/>
                </a:path>
              </a:pathLst>
            </a:custGeom>
            <a:solidFill>
              <a:srgbClr val="6364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8"/>
            <p:cNvSpPr/>
            <p:nvPr/>
          </p:nvSpPr>
          <p:spPr>
            <a:xfrm>
              <a:off x="2465450" y="6338584"/>
              <a:ext cx="695325" cy="0"/>
            </a:xfrm>
            <a:custGeom>
              <a:rect b="b" l="l" r="r" t="t"/>
              <a:pathLst>
                <a:path extrusionOk="0" h="120000" w="695325">
                  <a:moveTo>
                    <a:pt x="0" y="0"/>
                  </a:moveTo>
                  <a:lnTo>
                    <a:pt x="320141" y="0"/>
                  </a:lnTo>
                </a:path>
                <a:path extrusionOk="0" h="120000" w="695325">
                  <a:moveTo>
                    <a:pt x="376605" y="0"/>
                  </a:moveTo>
                  <a:lnTo>
                    <a:pt x="694956" y="0"/>
                  </a:lnTo>
                </a:path>
              </a:pathLst>
            </a:custGeom>
            <a:noFill/>
            <a:ln cap="flat" cmpd="sng" w="9525">
              <a:solidFill>
                <a:srgbClr val="63646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8"/>
            <p:cNvSpPr/>
            <p:nvPr/>
          </p:nvSpPr>
          <p:spPr>
            <a:xfrm>
              <a:off x="2465451" y="6708317"/>
              <a:ext cx="695325" cy="9525"/>
            </a:xfrm>
            <a:custGeom>
              <a:rect b="b" l="l" r="r" t="t"/>
              <a:pathLst>
                <a:path extrusionOk="0" h="9525" w="695325">
                  <a:moveTo>
                    <a:pt x="320141" y="0"/>
                  </a:moveTo>
                  <a:lnTo>
                    <a:pt x="0" y="0"/>
                  </a:lnTo>
                  <a:lnTo>
                    <a:pt x="0" y="9410"/>
                  </a:lnTo>
                  <a:lnTo>
                    <a:pt x="320141" y="9410"/>
                  </a:lnTo>
                  <a:lnTo>
                    <a:pt x="320141" y="0"/>
                  </a:lnTo>
                  <a:close/>
                </a:path>
                <a:path extrusionOk="0" h="9525" w="695325">
                  <a:moveTo>
                    <a:pt x="694956" y="0"/>
                  </a:moveTo>
                  <a:lnTo>
                    <a:pt x="376605" y="0"/>
                  </a:lnTo>
                  <a:lnTo>
                    <a:pt x="376605" y="9410"/>
                  </a:lnTo>
                  <a:lnTo>
                    <a:pt x="694956" y="9410"/>
                  </a:lnTo>
                  <a:lnTo>
                    <a:pt x="694956" y="0"/>
                  </a:lnTo>
                  <a:close/>
                </a:path>
              </a:pathLst>
            </a:custGeom>
            <a:solidFill>
              <a:srgbClr val="6364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8"/>
            <p:cNvSpPr/>
            <p:nvPr/>
          </p:nvSpPr>
          <p:spPr>
            <a:xfrm>
              <a:off x="2437221" y="5658054"/>
              <a:ext cx="751205" cy="0"/>
            </a:xfrm>
            <a:custGeom>
              <a:rect b="b" l="l" r="r" t="t"/>
              <a:pathLst>
                <a:path extrusionOk="0" h="120000" w="751205">
                  <a:moveTo>
                    <a:pt x="0" y="0"/>
                  </a:moveTo>
                  <a:lnTo>
                    <a:pt x="750633" y="0"/>
                  </a:lnTo>
                </a:path>
              </a:pathLst>
            </a:custGeom>
            <a:noFill/>
            <a:ln cap="flat" cmpd="sng" w="9525">
              <a:solidFill>
                <a:srgbClr val="63646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8"/>
            <p:cNvSpPr/>
            <p:nvPr/>
          </p:nvSpPr>
          <p:spPr>
            <a:xfrm>
              <a:off x="2436307" y="5611926"/>
              <a:ext cx="0" cy="696595"/>
            </a:xfrm>
            <a:custGeom>
              <a:rect b="b" l="l" r="r" t="t"/>
              <a:pathLst>
                <a:path extrusionOk="0" h="696595" w="120000">
                  <a:moveTo>
                    <a:pt x="0" y="376453"/>
                  </a:moveTo>
                  <a:lnTo>
                    <a:pt x="0" y="696417"/>
                  </a:lnTo>
                </a:path>
                <a:path extrusionOk="0" h="696595" w="120000">
                  <a:moveTo>
                    <a:pt x="0" y="0"/>
                  </a:moveTo>
                  <a:lnTo>
                    <a:pt x="0" y="319989"/>
                  </a:lnTo>
                </a:path>
              </a:pathLst>
            </a:custGeom>
            <a:noFill/>
            <a:ln cap="flat" cmpd="sng" w="9525">
              <a:solidFill>
                <a:srgbClr val="63646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8"/>
            <p:cNvSpPr/>
            <p:nvPr/>
          </p:nvSpPr>
          <p:spPr>
            <a:xfrm>
              <a:off x="3183798" y="6364808"/>
              <a:ext cx="13335" cy="320040"/>
            </a:xfrm>
            <a:custGeom>
              <a:rect b="b" l="l" r="r" t="t"/>
              <a:pathLst>
                <a:path extrusionOk="0" h="320040" w="13335">
                  <a:moveTo>
                    <a:pt x="13284" y="143601"/>
                  </a:moveTo>
                  <a:lnTo>
                    <a:pt x="13284" y="319976"/>
                  </a:lnTo>
                </a:path>
                <a:path extrusionOk="0" h="320040" w="13335">
                  <a:moveTo>
                    <a:pt x="0" y="0"/>
                  </a:moveTo>
                  <a:lnTo>
                    <a:pt x="0" y="195087"/>
                  </a:lnTo>
                </a:path>
              </a:pathLst>
            </a:custGeom>
            <a:noFill/>
            <a:ln cap="flat" cmpd="sng" w="9525">
              <a:solidFill>
                <a:srgbClr val="63646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8"/>
            <p:cNvSpPr/>
            <p:nvPr/>
          </p:nvSpPr>
          <p:spPr>
            <a:xfrm>
              <a:off x="902576" y="5555462"/>
              <a:ext cx="2314575" cy="1186180"/>
            </a:xfrm>
            <a:custGeom>
              <a:rect b="b" l="l" r="r" t="t"/>
              <a:pathLst>
                <a:path extrusionOk="0" h="1186179" w="2314575">
                  <a:moveTo>
                    <a:pt x="56464" y="752881"/>
                  </a:moveTo>
                  <a:lnTo>
                    <a:pt x="0" y="752881"/>
                  </a:lnTo>
                  <a:lnTo>
                    <a:pt x="0" y="809345"/>
                  </a:lnTo>
                  <a:lnTo>
                    <a:pt x="56464" y="809345"/>
                  </a:lnTo>
                  <a:lnTo>
                    <a:pt x="56464" y="752881"/>
                  </a:lnTo>
                  <a:close/>
                </a:path>
                <a:path extrusionOk="0" h="1186179" w="2314575">
                  <a:moveTo>
                    <a:pt x="56464" y="376453"/>
                  </a:moveTo>
                  <a:lnTo>
                    <a:pt x="0" y="376453"/>
                  </a:lnTo>
                  <a:lnTo>
                    <a:pt x="0" y="432917"/>
                  </a:lnTo>
                  <a:lnTo>
                    <a:pt x="56464" y="432917"/>
                  </a:lnTo>
                  <a:lnTo>
                    <a:pt x="56464" y="376453"/>
                  </a:lnTo>
                  <a:close/>
                </a:path>
                <a:path extrusionOk="0" h="1186179" w="2314575">
                  <a:moveTo>
                    <a:pt x="56464" y="0"/>
                  </a:moveTo>
                  <a:lnTo>
                    <a:pt x="0" y="0"/>
                  </a:lnTo>
                  <a:lnTo>
                    <a:pt x="0" y="56464"/>
                  </a:lnTo>
                  <a:lnTo>
                    <a:pt x="56464" y="56464"/>
                  </a:lnTo>
                  <a:lnTo>
                    <a:pt x="56464" y="0"/>
                  </a:lnTo>
                  <a:close/>
                </a:path>
                <a:path extrusionOk="0" h="1186179" w="2314575">
                  <a:moveTo>
                    <a:pt x="57391" y="1129322"/>
                  </a:moveTo>
                  <a:lnTo>
                    <a:pt x="927" y="1129322"/>
                  </a:lnTo>
                  <a:lnTo>
                    <a:pt x="927" y="1185786"/>
                  </a:lnTo>
                  <a:lnTo>
                    <a:pt x="57391" y="1185786"/>
                  </a:lnTo>
                  <a:lnTo>
                    <a:pt x="57391" y="1129322"/>
                  </a:lnTo>
                  <a:close/>
                </a:path>
                <a:path extrusionOk="0" h="1186179" w="2314575">
                  <a:moveTo>
                    <a:pt x="433070" y="1129322"/>
                  </a:moveTo>
                  <a:lnTo>
                    <a:pt x="376605" y="1129322"/>
                  </a:lnTo>
                  <a:lnTo>
                    <a:pt x="376605" y="1185786"/>
                  </a:lnTo>
                  <a:lnTo>
                    <a:pt x="433070" y="1185786"/>
                  </a:lnTo>
                  <a:lnTo>
                    <a:pt x="433070" y="1129322"/>
                  </a:lnTo>
                  <a:close/>
                </a:path>
                <a:path extrusionOk="0" h="1186179" w="2314575">
                  <a:moveTo>
                    <a:pt x="433070" y="752881"/>
                  </a:moveTo>
                  <a:lnTo>
                    <a:pt x="376605" y="752881"/>
                  </a:lnTo>
                  <a:lnTo>
                    <a:pt x="376605" y="809345"/>
                  </a:lnTo>
                  <a:lnTo>
                    <a:pt x="433070" y="809345"/>
                  </a:lnTo>
                  <a:lnTo>
                    <a:pt x="433070" y="752881"/>
                  </a:lnTo>
                  <a:close/>
                </a:path>
                <a:path extrusionOk="0" h="1186179" w="2314575">
                  <a:moveTo>
                    <a:pt x="433070" y="376453"/>
                  </a:moveTo>
                  <a:lnTo>
                    <a:pt x="376605" y="376453"/>
                  </a:lnTo>
                  <a:lnTo>
                    <a:pt x="376605" y="432917"/>
                  </a:lnTo>
                  <a:lnTo>
                    <a:pt x="433070" y="432917"/>
                  </a:lnTo>
                  <a:lnTo>
                    <a:pt x="433070" y="376453"/>
                  </a:lnTo>
                  <a:close/>
                </a:path>
                <a:path extrusionOk="0" h="1186179" w="2314575">
                  <a:moveTo>
                    <a:pt x="433070" y="0"/>
                  </a:moveTo>
                  <a:lnTo>
                    <a:pt x="376605" y="0"/>
                  </a:lnTo>
                  <a:lnTo>
                    <a:pt x="376605" y="56464"/>
                  </a:lnTo>
                  <a:lnTo>
                    <a:pt x="433070" y="56464"/>
                  </a:lnTo>
                  <a:lnTo>
                    <a:pt x="433070" y="0"/>
                  </a:lnTo>
                  <a:close/>
                </a:path>
                <a:path extrusionOk="0" h="1186179" w="2314575">
                  <a:moveTo>
                    <a:pt x="809675" y="1129322"/>
                  </a:moveTo>
                  <a:lnTo>
                    <a:pt x="753211" y="1129322"/>
                  </a:lnTo>
                  <a:lnTo>
                    <a:pt x="753211" y="1185786"/>
                  </a:lnTo>
                  <a:lnTo>
                    <a:pt x="809675" y="1185786"/>
                  </a:lnTo>
                  <a:lnTo>
                    <a:pt x="809675" y="1129322"/>
                  </a:lnTo>
                  <a:close/>
                </a:path>
                <a:path extrusionOk="0" h="1186179" w="2314575">
                  <a:moveTo>
                    <a:pt x="809675" y="752881"/>
                  </a:moveTo>
                  <a:lnTo>
                    <a:pt x="753211" y="752881"/>
                  </a:lnTo>
                  <a:lnTo>
                    <a:pt x="753211" y="809345"/>
                  </a:lnTo>
                  <a:lnTo>
                    <a:pt x="809675" y="809345"/>
                  </a:lnTo>
                  <a:lnTo>
                    <a:pt x="809675" y="752881"/>
                  </a:lnTo>
                  <a:close/>
                </a:path>
                <a:path extrusionOk="0" h="1186179" w="2314575">
                  <a:moveTo>
                    <a:pt x="809675" y="376453"/>
                  </a:moveTo>
                  <a:lnTo>
                    <a:pt x="753211" y="376453"/>
                  </a:lnTo>
                  <a:lnTo>
                    <a:pt x="753211" y="432917"/>
                  </a:lnTo>
                  <a:lnTo>
                    <a:pt x="809675" y="432917"/>
                  </a:lnTo>
                  <a:lnTo>
                    <a:pt x="809675" y="376453"/>
                  </a:lnTo>
                  <a:close/>
                </a:path>
                <a:path extrusionOk="0" h="1186179" w="2314575">
                  <a:moveTo>
                    <a:pt x="809675" y="0"/>
                  </a:moveTo>
                  <a:lnTo>
                    <a:pt x="753211" y="0"/>
                  </a:lnTo>
                  <a:lnTo>
                    <a:pt x="753211" y="56464"/>
                  </a:lnTo>
                  <a:lnTo>
                    <a:pt x="809675" y="56464"/>
                  </a:lnTo>
                  <a:lnTo>
                    <a:pt x="809675" y="0"/>
                  </a:lnTo>
                  <a:close/>
                </a:path>
                <a:path extrusionOk="0" h="1186179" w="2314575">
                  <a:moveTo>
                    <a:pt x="1186268" y="0"/>
                  </a:moveTo>
                  <a:lnTo>
                    <a:pt x="1129804" y="0"/>
                  </a:lnTo>
                  <a:lnTo>
                    <a:pt x="1129804" y="56464"/>
                  </a:lnTo>
                  <a:lnTo>
                    <a:pt x="1186268" y="56464"/>
                  </a:lnTo>
                  <a:lnTo>
                    <a:pt x="1186268" y="0"/>
                  </a:lnTo>
                  <a:close/>
                </a:path>
                <a:path extrusionOk="0" h="1186179" w="2314575">
                  <a:moveTo>
                    <a:pt x="1562874" y="1129322"/>
                  </a:moveTo>
                  <a:lnTo>
                    <a:pt x="1506410" y="1129322"/>
                  </a:lnTo>
                  <a:lnTo>
                    <a:pt x="1506410" y="1185786"/>
                  </a:lnTo>
                  <a:lnTo>
                    <a:pt x="1562874" y="1185786"/>
                  </a:lnTo>
                  <a:lnTo>
                    <a:pt x="1562874" y="1129322"/>
                  </a:lnTo>
                  <a:close/>
                </a:path>
                <a:path extrusionOk="0" h="1186179" w="2314575">
                  <a:moveTo>
                    <a:pt x="1562874" y="752881"/>
                  </a:moveTo>
                  <a:lnTo>
                    <a:pt x="1506410" y="752881"/>
                  </a:lnTo>
                  <a:lnTo>
                    <a:pt x="1506410" y="809345"/>
                  </a:lnTo>
                  <a:lnTo>
                    <a:pt x="1562874" y="809345"/>
                  </a:lnTo>
                  <a:lnTo>
                    <a:pt x="1562874" y="752881"/>
                  </a:lnTo>
                  <a:close/>
                </a:path>
                <a:path extrusionOk="0" h="1186179" w="2314575">
                  <a:moveTo>
                    <a:pt x="1562874" y="0"/>
                  </a:moveTo>
                  <a:lnTo>
                    <a:pt x="1506410" y="0"/>
                  </a:lnTo>
                  <a:lnTo>
                    <a:pt x="1506410" y="56464"/>
                  </a:lnTo>
                  <a:lnTo>
                    <a:pt x="1562874" y="56464"/>
                  </a:lnTo>
                  <a:lnTo>
                    <a:pt x="1562874" y="0"/>
                  </a:lnTo>
                  <a:close/>
                </a:path>
                <a:path extrusionOk="0" h="1186179" w="2314575">
                  <a:moveTo>
                    <a:pt x="1564373" y="376453"/>
                  </a:moveTo>
                  <a:lnTo>
                    <a:pt x="1507909" y="376453"/>
                  </a:lnTo>
                  <a:lnTo>
                    <a:pt x="1507909" y="432917"/>
                  </a:lnTo>
                  <a:lnTo>
                    <a:pt x="1564373" y="432917"/>
                  </a:lnTo>
                  <a:lnTo>
                    <a:pt x="1564373" y="376453"/>
                  </a:lnTo>
                  <a:close/>
                </a:path>
                <a:path extrusionOk="0" h="1186179" w="2314575">
                  <a:moveTo>
                    <a:pt x="1939480" y="1129322"/>
                  </a:moveTo>
                  <a:lnTo>
                    <a:pt x="1883016" y="1129322"/>
                  </a:lnTo>
                  <a:lnTo>
                    <a:pt x="1883016" y="1185786"/>
                  </a:lnTo>
                  <a:lnTo>
                    <a:pt x="1939480" y="1185786"/>
                  </a:lnTo>
                  <a:lnTo>
                    <a:pt x="1939480" y="1129322"/>
                  </a:lnTo>
                  <a:close/>
                </a:path>
                <a:path extrusionOk="0" h="1186179" w="2314575">
                  <a:moveTo>
                    <a:pt x="1939480" y="12"/>
                  </a:moveTo>
                  <a:lnTo>
                    <a:pt x="1883016" y="12"/>
                  </a:lnTo>
                  <a:lnTo>
                    <a:pt x="1883016" y="56476"/>
                  </a:lnTo>
                  <a:lnTo>
                    <a:pt x="1939480" y="56476"/>
                  </a:lnTo>
                  <a:lnTo>
                    <a:pt x="1939480" y="12"/>
                  </a:lnTo>
                  <a:close/>
                </a:path>
                <a:path extrusionOk="0" h="1186179" w="2314575">
                  <a:moveTo>
                    <a:pt x="2314295" y="1129322"/>
                  </a:moveTo>
                  <a:lnTo>
                    <a:pt x="2257831" y="1129322"/>
                  </a:lnTo>
                  <a:lnTo>
                    <a:pt x="2257831" y="1185786"/>
                  </a:lnTo>
                  <a:lnTo>
                    <a:pt x="2314295" y="1185786"/>
                  </a:lnTo>
                  <a:lnTo>
                    <a:pt x="2314295" y="1129322"/>
                  </a:lnTo>
                  <a:close/>
                </a:path>
                <a:path extrusionOk="0" h="1186179" w="2314575">
                  <a:moveTo>
                    <a:pt x="2314295" y="752881"/>
                  </a:moveTo>
                  <a:lnTo>
                    <a:pt x="2257831" y="752881"/>
                  </a:lnTo>
                  <a:lnTo>
                    <a:pt x="2257831" y="809345"/>
                  </a:lnTo>
                  <a:lnTo>
                    <a:pt x="2314295" y="809345"/>
                  </a:lnTo>
                  <a:lnTo>
                    <a:pt x="2314295" y="752881"/>
                  </a:lnTo>
                  <a:close/>
                </a:path>
                <a:path extrusionOk="0" h="1186179" w="2314575">
                  <a:moveTo>
                    <a:pt x="2314295" y="376453"/>
                  </a:moveTo>
                  <a:lnTo>
                    <a:pt x="2257831" y="376453"/>
                  </a:lnTo>
                  <a:lnTo>
                    <a:pt x="2257831" y="432917"/>
                  </a:lnTo>
                  <a:lnTo>
                    <a:pt x="2314295" y="432917"/>
                  </a:lnTo>
                  <a:lnTo>
                    <a:pt x="2314295" y="376453"/>
                  </a:lnTo>
                  <a:close/>
                </a:path>
                <a:path extrusionOk="0" h="1186179" w="2314575">
                  <a:moveTo>
                    <a:pt x="2314295" y="0"/>
                  </a:moveTo>
                  <a:lnTo>
                    <a:pt x="2257831" y="0"/>
                  </a:lnTo>
                  <a:lnTo>
                    <a:pt x="2257831" y="56464"/>
                  </a:lnTo>
                  <a:lnTo>
                    <a:pt x="2314295" y="56464"/>
                  </a:lnTo>
                  <a:lnTo>
                    <a:pt x="2314295" y="0"/>
                  </a:lnTo>
                  <a:close/>
                </a:path>
              </a:pathLst>
            </a:custGeom>
            <a:solidFill>
              <a:srgbClr val="6B6C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8"/>
            <p:cNvSpPr/>
            <p:nvPr/>
          </p:nvSpPr>
          <p:spPr>
            <a:xfrm>
              <a:off x="3298520" y="5777395"/>
              <a:ext cx="391160" cy="336550"/>
            </a:xfrm>
            <a:custGeom>
              <a:rect b="b" l="l" r="r" t="t"/>
              <a:pathLst>
                <a:path extrusionOk="0" h="336550" w="391160">
                  <a:moveTo>
                    <a:pt x="390778" y="336308"/>
                  </a:moveTo>
                  <a:lnTo>
                    <a:pt x="0" y="336308"/>
                  </a:lnTo>
                  <a:lnTo>
                    <a:pt x="0" y="0"/>
                  </a:lnTo>
                  <a:lnTo>
                    <a:pt x="390778" y="0"/>
                  </a:lnTo>
                  <a:lnTo>
                    <a:pt x="390778" y="336308"/>
                  </a:lnTo>
                  <a:close/>
                </a:path>
              </a:pathLst>
            </a:custGeom>
            <a:noFill/>
            <a:ln cap="flat" cmpd="sng" w="9525">
              <a:solidFill>
                <a:srgbClr val="97999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7" name="Google Shape;1227;p8"/>
            <p:cNvPicPr preferRelativeResize="0"/>
            <p:nvPr/>
          </p:nvPicPr>
          <p:blipFill rotWithShape="1">
            <a:blip r:embed="rId11">
              <a:alphaModFix/>
            </a:blip>
            <a:srcRect b="0" l="0" r="0" t="0"/>
            <a:stretch/>
          </p:blipFill>
          <p:spPr>
            <a:xfrm>
              <a:off x="3507282" y="5814212"/>
              <a:ext cx="135153" cy="265569"/>
            </a:xfrm>
            <a:prstGeom prst="rect">
              <a:avLst/>
            </a:prstGeom>
            <a:noFill/>
            <a:ln>
              <a:noFill/>
            </a:ln>
          </p:spPr>
        </p:pic>
        <p:sp>
          <p:nvSpPr>
            <p:cNvPr id="1228" name="Google Shape;1228;p8"/>
            <p:cNvSpPr/>
            <p:nvPr/>
          </p:nvSpPr>
          <p:spPr>
            <a:xfrm>
              <a:off x="3507282" y="5814211"/>
              <a:ext cx="135255" cy="266065"/>
            </a:xfrm>
            <a:custGeom>
              <a:rect b="b" l="l" r="r" t="t"/>
              <a:pathLst>
                <a:path extrusionOk="0" h="266064" w="135254">
                  <a:moveTo>
                    <a:pt x="97510" y="265569"/>
                  </a:moveTo>
                  <a:lnTo>
                    <a:pt x="37642" y="265569"/>
                  </a:lnTo>
                  <a:lnTo>
                    <a:pt x="22990" y="262611"/>
                  </a:lnTo>
                  <a:lnTo>
                    <a:pt x="11025" y="254544"/>
                  </a:lnTo>
                  <a:lnTo>
                    <a:pt x="2958" y="242579"/>
                  </a:lnTo>
                  <a:lnTo>
                    <a:pt x="0" y="227926"/>
                  </a:lnTo>
                  <a:lnTo>
                    <a:pt x="0" y="37642"/>
                  </a:lnTo>
                  <a:lnTo>
                    <a:pt x="2958" y="22990"/>
                  </a:lnTo>
                  <a:lnTo>
                    <a:pt x="11025" y="11025"/>
                  </a:lnTo>
                  <a:lnTo>
                    <a:pt x="22990" y="2958"/>
                  </a:lnTo>
                  <a:lnTo>
                    <a:pt x="37642" y="0"/>
                  </a:lnTo>
                  <a:lnTo>
                    <a:pt x="97510" y="0"/>
                  </a:lnTo>
                  <a:lnTo>
                    <a:pt x="112163" y="2958"/>
                  </a:lnTo>
                  <a:lnTo>
                    <a:pt x="124128" y="11025"/>
                  </a:lnTo>
                  <a:lnTo>
                    <a:pt x="132195" y="22990"/>
                  </a:lnTo>
                  <a:lnTo>
                    <a:pt x="135153" y="37642"/>
                  </a:lnTo>
                  <a:lnTo>
                    <a:pt x="135153" y="227926"/>
                  </a:lnTo>
                  <a:lnTo>
                    <a:pt x="132195" y="242579"/>
                  </a:lnTo>
                  <a:lnTo>
                    <a:pt x="124128" y="254544"/>
                  </a:lnTo>
                  <a:lnTo>
                    <a:pt x="112163" y="262611"/>
                  </a:lnTo>
                  <a:lnTo>
                    <a:pt x="97510" y="265569"/>
                  </a:lnTo>
                  <a:close/>
                </a:path>
                <a:path extrusionOk="0" h="266064" w="135254">
                  <a:moveTo>
                    <a:pt x="135153" y="245643"/>
                  </a:moveTo>
                  <a:lnTo>
                    <a:pt x="0" y="245643"/>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9" name="Google Shape;1229;p8"/>
            <p:cNvPicPr preferRelativeResize="0"/>
            <p:nvPr/>
          </p:nvPicPr>
          <p:blipFill rotWithShape="1">
            <a:blip r:embed="rId12">
              <a:alphaModFix/>
            </a:blip>
            <a:srcRect b="0" l="0" r="0" t="0"/>
            <a:stretch/>
          </p:blipFill>
          <p:spPr>
            <a:xfrm>
              <a:off x="3507282" y="5833248"/>
              <a:ext cx="135153" cy="67043"/>
            </a:xfrm>
            <a:prstGeom prst="rect">
              <a:avLst/>
            </a:prstGeom>
            <a:noFill/>
            <a:ln>
              <a:noFill/>
            </a:ln>
          </p:spPr>
        </p:pic>
        <p:pic>
          <p:nvPicPr>
            <p:cNvPr id="1230" name="Google Shape;1230;p8"/>
            <p:cNvPicPr preferRelativeResize="0"/>
            <p:nvPr/>
          </p:nvPicPr>
          <p:blipFill rotWithShape="1">
            <a:blip r:embed="rId13">
              <a:alphaModFix/>
            </a:blip>
            <a:srcRect b="0" l="0" r="0" t="0"/>
            <a:stretch/>
          </p:blipFill>
          <p:spPr>
            <a:xfrm>
              <a:off x="3342068" y="5814212"/>
              <a:ext cx="135153" cy="265569"/>
            </a:xfrm>
            <a:prstGeom prst="rect">
              <a:avLst/>
            </a:prstGeom>
            <a:noFill/>
            <a:ln>
              <a:noFill/>
            </a:ln>
          </p:spPr>
        </p:pic>
        <p:sp>
          <p:nvSpPr>
            <p:cNvPr id="1231" name="Google Shape;1231;p8"/>
            <p:cNvSpPr/>
            <p:nvPr/>
          </p:nvSpPr>
          <p:spPr>
            <a:xfrm>
              <a:off x="3342069" y="5814211"/>
              <a:ext cx="135255" cy="266065"/>
            </a:xfrm>
            <a:custGeom>
              <a:rect b="b" l="l" r="r" t="t"/>
              <a:pathLst>
                <a:path extrusionOk="0" h="266064" w="135254">
                  <a:moveTo>
                    <a:pt x="97510" y="265569"/>
                  </a:moveTo>
                  <a:lnTo>
                    <a:pt x="37642" y="265569"/>
                  </a:lnTo>
                  <a:lnTo>
                    <a:pt x="22990" y="262611"/>
                  </a:lnTo>
                  <a:lnTo>
                    <a:pt x="11025" y="254544"/>
                  </a:lnTo>
                  <a:lnTo>
                    <a:pt x="2958" y="242579"/>
                  </a:lnTo>
                  <a:lnTo>
                    <a:pt x="0" y="227926"/>
                  </a:lnTo>
                  <a:lnTo>
                    <a:pt x="0" y="37642"/>
                  </a:lnTo>
                  <a:lnTo>
                    <a:pt x="2958" y="22990"/>
                  </a:lnTo>
                  <a:lnTo>
                    <a:pt x="11025" y="11025"/>
                  </a:lnTo>
                  <a:lnTo>
                    <a:pt x="22990" y="2958"/>
                  </a:lnTo>
                  <a:lnTo>
                    <a:pt x="37642" y="0"/>
                  </a:lnTo>
                  <a:lnTo>
                    <a:pt x="97510" y="0"/>
                  </a:lnTo>
                  <a:lnTo>
                    <a:pt x="112163" y="2958"/>
                  </a:lnTo>
                  <a:lnTo>
                    <a:pt x="124128" y="11025"/>
                  </a:lnTo>
                  <a:lnTo>
                    <a:pt x="132195" y="22990"/>
                  </a:lnTo>
                  <a:lnTo>
                    <a:pt x="135153" y="37642"/>
                  </a:lnTo>
                  <a:lnTo>
                    <a:pt x="135153" y="227926"/>
                  </a:lnTo>
                  <a:lnTo>
                    <a:pt x="132195" y="242579"/>
                  </a:lnTo>
                  <a:lnTo>
                    <a:pt x="124128" y="254544"/>
                  </a:lnTo>
                  <a:lnTo>
                    <a:pt x="112163" y="262611"/>
                  </a:lnTo>
                  <a:lnTo>
                    <a:pt x="97510" y="265569"/>
                  </a:lnTo>
                  <a:close/>
                </a:path>
                <a:path extrusionOk="0" h="266064" w="135254">
                  <a:moveTo>
                    <a:pt x="135153" y="245643"/>
                  </a:moveTo>
                  <a:lnTo>
                    <a:pt x="0" y="245643"/>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2" name="Google Shape;1232;p8"/>
            <p:cNvPicPr preferRelativeResize="0"/>
            <p:nvPr/>
          </p:nvPicPr>
          <p:blipFill rotWithShape="1">
            <a:blip r:embed="rId14">
              <a:alphaModFix/>
            </a:blip>
            <a:srcRect b="0" l="0" r="0" t="0"/>
            <a:stretch/>
          </p:blipFill>
          <p:spPr>
            <a:xfrm>
              <a:off x="3342069" y="5833248"/>
              <a:ext cx="135153" cy="67043"/>
            </a:xfrm>
            <a:prstGeom prst="rect">
              <a:avLst/>
            </a:prstGeom>
            <a:noFill/>
            <a:ln>
              <a:noFill/>
            </a:ln>
          </p:spPr>
        </p:pic>
        <p:sp>
          <p:nvSpPr>
            <p:cNvPr id="1233" name="Google Shape;1233;p8"/>
            <p:cNvSpPr/>
            <p:nvPr/>
          </p:nvSpPr>
          <p:spPr>
            <a:xfrm>
              <a:off x="3240570" y="5593651"/>
              <a:ext cx="67310" cy="57785"/>
            </a:xfrm>
            <a:custGeom>
              <a:rect b="b" l="l" r="r" t="t"/>
              <a:pathLst>
                <a:path extrusionOk="0" h="57785" w="67310">
                  <a:moveTo>
                    <a:pt x="66928" y="0"/>
                  </a:moveTo>
                  <a:lnTo>
                    <a:pt x="0" y="0"/>
                  </a:lnTo>
                  <a:lnTo>
                    <a:pt x="0" y="57200"/>
                  </a:lnTo>
                  <a:lnTo>
                    <a:pt x="66928" y="57200"/>
                  </a:lnTo>
                  <a:lnTo>
                    <a:pt x="66928" y="0"/>
                  </a:lnTo>
                  <a:close/>
                </a:path>
              </a:pathLst>
            </a:custGeom>
            <a:solidFill>
              <a:srgbClr val="97999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8"/>
            <p:cNvSpPr/>
            <p:nvPr/>
          </p:nvSpPr>
          <p:spPr>
            <a:xfrm>
              <a:off x="3240570" y="5593651"/>
              <a:ext cx="67310" cy="57785"/>
            </a:xfrm>
            <a:custGeom>
              <a:rect b="b" l="l" r="r" t="t"/>
              <a:pathLst>
                <a:path extrusionOk="0" h="57785" w="67310">
                  <a:moveTo>
                    <a:pt x="0" y="0"/>
                  </a:moveTo>
                  <a:lnTo>
                    <a:pt x="66928" y="0"/>
                  </a:lnTo>
                  <a:lnTo>
                    <a:pt x="66928" y="57200"/>
                  </a:lnTo>
                  <a:lnTo>
                    <a:pt x="0" y="57200"/>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5" name="Google Shape;1235;p8"/>
            <p:cNvPicPr preferRelativeResize="0"/>
            <p:nvPr/>
          </p:nvPicPr>
          <p:blipFill rotWithShape="1">
            <a:blip r:embed="rId15">
              <a:alphaModFix/>
            </a:blip>
            <a:srcRect b="0" l="0" r="0" t="0"/>
            <a:stretch/>
          </p:blipFill>
          <p:spPr>
            <a:xfrm>
              <a:off x="2264613" y="5647331"/>
              <a:ext cx="144449" cy="302152"/>
            </a:xfrm>
            <a:prstGeom prst="rect">
              <a:avLst/>
            </a:prstGeom>
            <a:noFill/>
            <a:ln>
              <a:noFill/>
            </a:ln>
          </p:spPr>
        </p:pic>
        <p:sp>
          <p:nvSpPr>
            <p:cNvPr id="1236" name="Google Shape;1236;p8"/>
            <p:cNvSpPr/>
            <p:nvPr/>
          </p:nvSpPr>
          <p:spPr>
            <a:xfrm>
              <a:off x="3233776" y="5689713"/>
              <a:ext cx="76835" cy="76835"/>
            </a:xfrm>
            <a:custGeom>
              <a:rect b="b" l="l" r="r" t="t"/>
              <a:pathLst>
                <a:path extrusionOk="0" h="76835" w="76835">
                  <a:moveTo>
                    <a:pt x="38176" y="0"/>
                  </a:moveTo>
                  <a:lnTo>
                    <a:pt x="23317" y="3000"/>
                  </a:lnTo>
                  <a:lnTo>
                    <a:pt x="11182" y="11182"/>
                  </a:lnTo>
                  <a:lnTo>
                    <a:pt x="3000" y="23317"/>
                  </a:lnTo>
                  <a:lnTo>
                    <a:pt x="0" y="38176"/>
                  </a:lnTo>
                  <a:lnTo>
                    <a:pt x="3000" y="53035"/>
                  </a:lnTo>
                  <a:lnTo>
                    <a:pt x="11182" y="65170"/>
                  </a:lnTo>
                  <a:lnTo>
                    <a:pt x="23317" y="73352"/>
                  </a:lnTo>
                  <a:lnTo>
                    <a:pt x="38176" y="76352"/>
                  </a:lnTo>
                  <a:lnTo>
                    <a:pt x="53035" y="73352"/>
                  </a:lnTo>
                  <a:lnTo>
                    <a:pt x="65170" y="65170"/>
                  </a:lnTo>
                  <a:lnTo>
                    <a:pt x="73352" y="53035"/>
                  </a:lnTo>
                  <a:lnTo>
                    <a:pt x="76352" y="38176"/>
                  </a:lnTo>
                  <a:lnTo>
                    <a:pt x="73352" y="23317"/>
                  </a:lnTo>
                  <a:lnTo>
                    <a:pt x="65170" y="11182"/>
                  </a:lnTo>
                  <a:lnTo>
                    <a:pt x="53035" y="3000"/>
                  </a:lnTo>
                  <a:lnTo>
                    <a:pt x="38176" y="0"/>
                  </a:lnTo>
                  <a:close/>
                </a:path>
              </a:pathLst>
            </a:custGeom>
            <a:solidFill>
              <a:srgbClr val="97999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8"/>
            <p:cNvSpPr/>
            <p:nvPr/>
          </p:nvSpPr>
          <p:spPr>
            <a:xfrm>
              <a:off x="3233776" y="5689713"/>
              <a:ext cx="76835" cy="76835"/>
            </a:xfrm>
            <a:custGeom>
              <a:rect b="b" l="l" r="r" t="t"/>
              <a:pathLst>
                <a:path extrusionOk="0" h="76835" w="76835">
                  <a:moveTo>
                    <a:pt x="76352" y="38176"/>
                  </a:moveTo>
                  <a:lnTo>
                    <a:pt x="73352" y="53035"/>
                  </a:lnTo>
                  <a:lnTo>
                    <a:pt x="65170" y="65170"/>
                  </a:lnTo>
                  <a:lnTo>
                    <a:pt x="53035" y="73352"/>
                  </a:lnTo>
                  <a:lnTo>
                    <a:pt x="38176" y="76352"/>
                  </a:lnTo>
                  <a:lnTo>
                    <a:pt x="23317" y="73352"/>
                  </a:lnTo>
                  <a:lnTo>
                    <a:pt x="11182" y="65170"/>
                  </a:lnTo>
                  <a:lnTo>
                    <a:pt x="3000" y="53035"/>
                  </a:lnTo>
                  <a:lnTo>
                    <a:pt x="0" y="38176"/>
                  </a:lnTo>
                  <a:lnTo>
                    <a:pt x="3000" y="23317"/>
                  </a:lnTo>
                  <a:lnTo>
                    <a:pt x="11182" y="11182"/>
                  </a:lnTo>
                  <a:lnTo>
                    <a:pt x="23317" y="3000"/>
                  </a:lnTo>
                  <a:lnTo>
                    <a:pt x="38176" y="0"/>
                  </a:lnTo>
                  <a:lnTo>
                    <a:pt x="53035" y="3000"/>
                  </a:lnTo>
                  <a:lnTo>
                    <a:pt x="65170" y="11182"/>
                  </a:lnTo>
                  <a:lnTo>
                    <a:pt x="73352" y="23317"/>
                  </a:lnTo>
                  <a:lnTo>
                    <a:pt x="76352" y="3817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8"/>
            <p:cNvSpPr/>
            <p:nvPr/>
          </p:nvSpPr>
          <p:spPr>
            <a:xfrm>
              <a:off x="2032393" y="6308344"/>
              <a:ext cx="810260" cy="433070"/>
            </a:xfrm>
            <a:custGeom>
              <a:rect b="b" l="l" r="r" t="t"/>
              <a:pathLst>
                <a:path extrusionOk="0" h="433070" w="810260">
                  <a:moveTo>
                    <a:pt x="56464" y="376440"/>
                  </a:moveTo>
                  <a:lnTo>
                    <a:pt x="0" y="376440"/>
                  </a:lnTo>
                  <a:lnTo>
                    <a:pt x="0" y="432904"/>
                  </a:lnTo>
                  <a:lnTo>
                    <a:pt x="56464" y="432904"/>
                  </a:lnTo>
                  <a:lnTo>
                    <a:pt x="56464" y="376440"/>
                  </a:lnTo>
                  <a:close/>
                </a:path>
                <a:path extrusionOk="0" h="433070" w="810260">
                  <a:moveTo>
                    <a:pt x="809663" y="0"/>
                  </a:moveTo>
                  <a:lnTo>
                    <a:pt x="753198" y="0"/>
                  </a:lnTo>
                  <a:lnTo>
                    <a:pt x="753198" y="56464"/>
                  </a:lnTo>
                  <a:lnTo>
                    <a:pt x="809663" y="56464"/>
                  </a:lnTo>
                  <a:lnTo>
                    <a:pt x="809663" y="0"/>
                  </a:lnTo>
                  <a:close/>
                </a:path>
              </a:pathLst>
            </a:custGeom>
            <a:solidFill>
              <a:srgbClr val="6B6C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9" name="Google Shape;1239;p8"/>
            <p:cNvPicPr preferRelativeResize="0"/>
            <p:nvPr/>
          </p:nvPicPr>
          <p:blipFill rotWithShape="1">
            <a:blip r:embed="rId16">
              <a:alphaModFix/>
            </a:blip>
            <a:srcRect b="0" l="0" r="0" t="0"/>
            <a:stretch/>
          </p:blipFill>
          <p:spPr>
            <a:xfrm>
              <a:off x="2512613" y="6330378"/>
              <a:ext cx="135881" cy="70157"/>
            </a:xfrm>
            <a:prstGeom prst="rect">
              <a:avLst/>
            </a:prstGeom>
            <a:noFill/>
            <a:ln>
              <a:noFill/>
            </a:ln>
          </p:spPr>
        </p:pic>
        <p:sp>
          <p:nvSpPr>
            <p:cNvPr id="1240" name="Google Shape;1240;p8"/>
            <p:cNvSpPr/>
            <p:nvPr/>
          </p:nvSpPr>
          <p:spPr>
            <a:xfrm>
              <a:off x="3255352" y="5621312"/>
              <a:ext cx="33655" cy="95250"/>
            </a:xfrm>
            <a:custGeom>
              <a:rect b="b" l="l" r="r" t="t"/>
              <a:pathLst>
                <a:path extrusionOk="0" h="95250" w="33654">
                  <a:moveTo>
                    <a:pt x="33197" y="0"/>
                  </a:moveTo>
                  <a:lnTo>
                    <a:pt x="0" y="0"/>
                  </a:lnTo>
                  <a:lnTo>
                    <a:pt x="0" y="95046"/>
                  </a:lnTo>
                  <a:lnTo>
                    <a:pt x="33197" y="95046"/>
                  </a:lnTo>
                  <a:lnTo>
                    <a:pt x="33197" y="0"/>
                  </a:lnTo>
                  <a:close/>
                </a:path>
              </a:pathLst>
            </a:custGeom>
            <a:solidFill>
              <a:srgbClr val="97999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8"/>
            <p:cNvSpPr/>
            <p:nvPr/>
          </p:nvSpPr>
          <p:spPr>
            <a:xfrm>
              <a:off x="3255352" y="5621312"/>
              <a:ext cx="33655" cy="95250"/>
            </a:xfrm>
            <a:custGeom>
              <a:rect b="b" l="l" r="r" t="t"/>
              <a:pathLst>
                <a:path extrusionOk="0" h="95250" w="33654">
                  <a:moveTo>
                    <a:pt x="33197" y="95046"/>
                  </a:moveTo>
                  <a:lnTo>
                    <a:pt x="0" y="95046"/>
                  </a:lnTo>
                  <a:lnTo>
                    <a:pt x="0" y="0"/>
                  </a:lnTo>
                  <a:lnTo>
                    <a:pt x="33197" y="0"/>
                  </a:lnTo>
                  <a:lnTo>
                    <a:pt x="33197" y="9504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8"/>
            <p:cNvSpPr/>
            <p:nvPr/>
          </p:nvSpPr>
          <p:spPr>
            <a:xfrm>
              <a:off x="3778907" y="6863265"/>
              <a:ext cx="19050" cy="19050"/>
            </a:xfrm>
            <a:custGeom>
              <a:rect b="b" l="l" r="r" t="t"/>
              <a:pathLst>
                <a:path extrusionOk="0" h="19050" w="19050">
                  <a:moveTo>
                    <a:pt x="18821" y="0"/>
                  </a:moveTo>
                  <a:lnTo>
                    <a:pt x="18821" y="18821"/>
                  </a:lnTo>
                  <a:lnTo>
                    <a:pt x="0" y="18821"/>
                  </a:lnTo>
                </a:path>
              </a:pathLst>
            </a:custGeom>
            <a:noFill/>
            <a:ln cap="flat" cmpd="sng" w="9525">
              <a:solidFill>
                <a:srgbClr val="7E808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8"/>
            <p:cNvSpPr/>
            <p:nvPr/>
          </p:nvSpPr>
          <p:spPr>
            <a:xfrm>
              <a:off x="890004" y="6882085"/>
              <a:ext cx="2870200" cy="0"/>
            </a:xfrm>
            <a:custGeom>
              <a:rect b="b" l="l" r="r" t="t"/>
              <a:pathLst>
                <a:path extrusionOk="0" h="120000" w="2870200">
                  <a:moveTo>
                    <a:pt x="2870085" y="0"/>
                  </a:moveTo>
                  <a:lnTo>
                    <a:pt x="0" y="0"/>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8"/>
            <p:cNvSpPr/>
            <p:nvPr/>
          </p:nvSpPr>
          <p:spPr>
            <a:xfrm>
              <a:off x="861780" y="6863264"/>
              <a:ext cx="19050" cy="19050"/>
            </a:xfrm>
            <a:custGeom>
              <a:rect b="b" l="l" r="r" t="t"/>
              <a:pathLst>
                <a:path extrusionOk="0" h="19050" w="19050">
                  <a:moveTo>
                    <a:pt x="18821" y="18821"/>
                  </a:moveTo>
                  <a:lnTo>
                    <a:pt x="0" y="18821"/>
                  </a:lnTo>
                  <a:lnTo>
                    <a:pt x="0" y="0"/>
                  </a:lnTo>
                </a:path>
              </a:pathLst>
            </a:custGeom>
            <a:noFill/>
            <a:ln cap="flat" cmpd="sng" w="9525">
              <a:solidFill>
                <a:srgbClr val="7E808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8"/>
            <p:cNvSpPr/>
            <p:nvPr/>
          </p:nvSpPr>
          <p:spPr>
            <a:xfrm>
              <a:off x="861781" y="5543104"/>
              <a:ext cx="0" cy="1301750"/>
            </a:xfrm>
            <a:custGeom>
              <a:rect b="b" l="l" r="r" t="t"/>
              <a:pathLst>
                <a:path extrusionOk="0" h="1301750" w="120000">
                  <a:moveTo>
                    <a:pt x="0" y="1301165"/>
                  </a:moveTo>
                  <a:lnTo>
                    <a:pt x="0" y="0"/>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8"/>
            <p:cNvSpPr/>
            <p:nvPr/>
          </p:nvSpPr>
          <p:spPr>
            <a:xfrm>
              <a:off x="861781" y="5514780"/>
              <a:ext cx="19050" cy="19050"/>
            </a:xfrm>
            <a:custGeom>
              <a:rect b="b" l="l" r="r" t="t"/>
              <a:pathLst>
                <a:path extrusionOk="0" h="19050" w="19050">
                  <a:moveTo>
                    <a:pt x="0" y="18821"/>
                  </a:moveTo>
                  <a:lnTo>
                    <a:pt x="0" y="0"/>
                  </a:lnTo>
                  <a:lnTo>
                    <a:pt x="18821" y="0"/>
                  </a:lnTo>
                </a:path>
              </a:pathLst>
            </a:custGeom>
            <a:noFill/>
            <a:ln cap="flat" cmpd="sng" w="9525">
              <a:solidFill>
                <a:srgbClr val="7E808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8"/>
            <p:cNvSpPr/>
            <p:nvPr/>
          </p:nvSpPr>
          <p:spPr>
            <a:xfrm>
              <a:off x="899420" y="5514782"/>
              <a:ext cx="2870200" cy="0"/>
            </a:xfrm>
            <a:custGeom>
              <a:rect b="b" l="l" r="r" t="t"/>
              <a:pathLst>
                <a:path extrusionOk="0" h="120000" w="2870200">
                  <a:moveTo>
                    <a:pt x="0" y="0"/>
                  </a:moveTo>
                  <a:lnTo>
                    <a:pt x="2870073" y="0"/>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8"/>
            <p:cNvSpPr/>
            <p:nvPr/>
          </p:nvSpPr>
          <p:spPr>
            <a:xfrm>
              <a:off x="3778910" y="5514782"/>
              <a:ext cx="19050" cy="19050"/>
            </a:xfrm>
            <a:custGeom>
              <a:rect b="b" l="l" r="r" t="t"/>
              <a:pathLst>
                <a:path extrusionOk="0" h="19050" w="19050">
                  <a:moveTo>
                    <a:pt x="0" y="0"/>
                  </a:moveTo>
                  <a:lnTo>
                    <a:pt x="18821" y="0"/>
                  </a:lnTo>
                  <a:lnTo>
                    <a:pt x="18821" y="18821"/>
                  </a:lnTo>
                </a:path>
              </a:pathLst>
            </a:custGeom>
            <a:noFill/>
            <a:ln cap="flat" cmpd="sng" w="9525">
              <a:solidFill>
                <a:srgbClr val="7E808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8"/>
            <p:cNvSpPr/>
            <p:nvPr/>
          </p:nvSpPr>
          <p:spPr>
            <a:xfrm>
              <a:off x="3797729" y="5552597"/>
              <a:ext cx="0" cy="1301750"/>
            </a:xfrm>
            <a:custGeom>
              <a:rect b="b" l="l" r="r" t="t"/>
              <a:pathLst>
                <a:path extrusionOk="0" h="1301750" w="120000">
                  <a:moveTo>
                    <a:pt x="0" y="0"/>
                  </a:moveTo>
                  <a:lnTo>
                    <a:pt x="0" y="1301165"/>
                  </a:lnTo>
                </a:path>
              </a:pathLst>
            </a:custGeom>
            <a:noFill/>
            <a:ln cap="flat" cmpd="sng" w="9525">
              <a:solidFill>
                <a:srgbClr val="7E8083"/>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50" name="Google Shape;1250;p8"/>
            <p:cNvPicPr preferRelativeResize="0"/>
            <p:nvPr/>
          </p:nvPicPr>
          <p:blipFill rotWithShape="1">
            <a:blip r:embed="rId17">
              <a:alphaModFix/>
            </a:blip>
            <a:srcRect b="0" l="0" r="0" t="0"/>
            <a:stretch/>
          </p:blipFill>
          <p:spPr>
            <a:xfrm>
              <a:off x="1090443" y="5754837"/>
              <a:ext cx="203770" cy="188602"/>
            </a:xfrm>
            <a:prstGeom prst="rect">
              <a:avLst/>
            </a:prstGeom>
            <a:noFill/>
            <a:ln>
              <a:noFill/>
            </a:ln>
          </p:spPr>
        </p:pic>
        <p:sp>
          <p:nvSpPr>
            <p:cNvPr id="1251" name="Google Shape;1251;p8"/>
            <p:cNvSpPr/>
            <p:nvPr/>
          </p:nvSpPr>
          <p:spPr>
            <a:xfrm>
              <a:off x="1836889" y="6313868"/>
              <a:ext cx="41275" cy="125095"/>
            </a:xfrm>
            <a:custGeom>
              <a:rect b="b" l="l" r="r" t="t"/>
              <a:pathLst>
                <a:path extrusionOk="0" h="125095" w="41275">
                  <a:moveTo>
                    <a:pt x="40995" y="0"/>
                  </a:moveTo>
                  <a:lnTo>
                    <a:pt x="0" y="0"/>
                  </a:lnTo>
                  <a:lnTo>
                    <a:pt x="0" y="124510"/>
                  </a:lnTo>
                  <a:lnTo>
                    <a:pt x="40995" y="124510"/>
                  </a:lnTo>
                  <a:lnTo>
                    <a:pt x="40995"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8"/>
            <p:cNvSpPr/>
            <p:nvPr/>
          </p:nvSpPr>
          <p:spPr>
            <a:xfrm>
              <a:off x="1836889" y="6313868"/>
              <a:ext cx="41275" cy="125095"/>
            </a:xfrm>
            <a:custGeom>
              <a:rect b="b" l="l" r="r" t="t"/>
              <a:pathLst>
                <a:path extrusionOk="0" h="125095" w="41275">
                  <a:moveTo>
                    <a:pt x="0" y="0"/>
                  </a:moveTo>
                  <a:lnTo>
                    <a:pt x="40995" y="0"/>
                  </a:lnTo>
                  <a:lnTo>
                    <a:pt x="40995" y="124510"/>
                  </a:lnTo>
                  <a:lnTo>
                    <a:pt x="0" y="124510"/>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8"/>
            <p:cNvSpPr/>
            <p:nvPr/>
          </p:nvSpPr>
          <p:spPr>
            <a:xfrm>
              <a:off x="1836896" y="6424834"/>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8"/>
            <p:cNvSpPr/>
            <p:nvPr/>
          </p:nvSpPr>
          <p:spPr>
            <a:xfrm>
              <a:off x="1836896" y="6411291"/>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8"/>
            <p:cNvSpPr/>
            <p:nvPr/>
          </p:nvSpPr>
          <p:spPr>
            <a:xfrm>
              <a:off x="1836896" y="6397749"/>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8"/>
            <p:cNvSpPr/>
            <p:nvPr/>
          </p:nvSpPr>
          <p:spPr>
            <a:xfrm>
              <a:off x="1836896" y="6384206"/>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8"/>
            <p:cNvSpPr/>
            <p:nvPr/>
          </p:nvSpPr>
          <p:spPr>
            <a:xfrm>
              <a:off x="1836896" y="6370662"/>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8"/>
            <p:cNvSpPr/>
            <p:nvPr/>
          </p:nvSpPr>
          <p:spPr>
            <a:xfrm>
              <a:off x="1836896" y="6357120"/>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8"/>
            <p:cNvSpPr/>
            <p:nvPr/>
          </p:nvSpPr>
          <p:spPr>
            <a:xfrm>
              <a:off x="1836896" y="6343577"/>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8"/>
            <p:cNvSpPr/>
            <p:nvPr/>
          </p:nvSpPr>
          <p:spPr>
            <a:xfrm>
              <a:off x="1836896" y="6330034"/>
              <a:ext cx="41275" cy="0"/>
            </a:xfrm>
            <a:custGeom>
              <a:rect b="b" l="l" r="r" t="t"/>
              <a:pathLst>
                <a:path extrusionOk="0" h="120000" w="41275">
                  <a:moveTo>
                    <a:pt x="40995"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8"/>
            <p:cNvSpPr/>
            <p:nvPr/>
          </p:nvSpPr>
          <p:spPr>
            <a:xfrm>
              <a:off x="1912680" y="5756050"/>
              <a:ext cx="210185" cy="426720"/>
            </a:xfrm>
            <a:custGeom>
              <a:rect b="b" l="l" r="r" t="t"/>
              <a:pathLst>
                <a:path extrusionOk="0" h="426720" w="210185">
                  <a:moveTo>
                    <a:pt x="209804" y="50406"/>
                  </a:moveTo>
                  <a:lnTo>
                    <a:pt x="200761" y="50406"/>
                  </a:lnTo>
                  <a:lnTo>
                    <a:pt x="203403" y="53060"/>
                  </a:lnTo>
                  <a:lnTo>
                    <a:pt x="203403" y="426453"/>
                  </a:lnTo>
                  <a:lnTo>
                    <a:pt x="209804" y="426453"/>
                  </a:lnTo>
                  <a:lnTo>
                    <a:pt x="209804" y="50406"/>
                  </a:lnTo>
                  <a:close/>
                </a:path>
                <a:path extrusionOk="0" h="426720" w="210185">
                  <a:moveTo>
                    <a:pt x="204292" y="44005"/>
                  </a:moveTo>
                  <a:lnTo>
                    <a:pt x="3937" y="44005"/>
                  </a:lnTo>
                  <a:lnTo>
                    <a:pt x="0" y="47955"/>
                  </a:lnTo>
                  <a:lnTo>
                    <a:pt x="0" y="58216"/>
                  </a:lnTo>
                  <a:lnTo>
                    <a:pt x="6400" y="58216"/>
                  </a:lnTo>
                  <a:lnTo>
                    <a:pt x="6400" y="51473"/>
                  </a:lnTo>
                  <a:lnTo>
                    <a:pt x="7467" y="50406"/>
                  </a:lnTo>
                  <a:lnTo>
                    <a:pt x="209804" y="50406"/>
                  </a:lnTo>
                  <a:lnTo>
                    <a:pt x="209804" y="49529"/>
                  </a:lnTo>
                  <a:lnTo>
                    <a:pt x="204292" y="44005"/>
                  </a:lnTo>
                  <a:close/>
                </a:path>
                <a:path extrusionOk="0" h="426720" w="210185">
                  <a:moveTo>
                    <a:pt x="139928" y="29527"/>
                  </a:moveTo>
                  <a:lnTo>
                    <a:pt x="133540" y="29527"/>
                  </a:lnTo>
                  <a:lnTo>
                    <a:pt x="133540" y="44005"/>
                  </a:lnTo>
                  <a:lnTo>
                    <a:pt x="139928" y="44005"/>
                  </a:lnTo>
                  <a:lnTo>
                    <a:pt x="139928" y="29527"/>
                  </a:lnTo>
                  <a:close/>
                </a:path>
                <a:path extrusionOk="0" h="426720" w="210185">
                  <a:moveTo>
                    <a:pt x="32727" y="0"/>
                  </a:moveTo>
                  <a:lnTo>
                    <a:pt x="26339" y="0"/>
                  </a:lnTo>
                  <a:lnTo>
                    <a:pt x="26339" y="23926"/>
                  </a:lnTo>
                  <a:lnTo>
                    <a:pt x="31940" y="29527"/>
                  </a:lnTo>
                  <a:lnTo>
                    <a:pt x="148958" y="29527"/>
                  </a:lnTo>
                  <a:lnTo>
                    <a:pt x="148958" y="44005"/>
                  </a:lnTo>
                  <a:lnTo>
                    <a:pt x="155359" y="44005"/>
                  </a:lnTo>
                  <a:lnTo>
                    <a:pt x="155359" y="23139"/>
                  </a:lnTo>
                  <a:lnTo>
                    <a:pt x="35471" y="23139"/>
                  </a:lnTo>
                  <a:lnTo>
                    <a:pt x="32727" y="20396"/>
                  </a:lnTo>
                  <a:lnTo>
                    <a:pt x="32727" y="0"/>
                  </a:lnTo>
                  <a:close/>
                </a:path>
                <a:path extrusionOk="0" h="426720" w="210185">
                  <a:moveTo>
                    <a:pt x="139928" y="3009"/>
                  </a:moveTo>
                  <a:lnTo>
                    <a:pt x="133540" y="3009"/>
                  </a:lnTo>
                  <a:lnTo>
                    <a:pt x="133540" y="23139"/>
                  </a:lnTo>
                  <a:lnTo>
                    <a:pt x="139928" y="23139"/>
                  </a:lnTo>
                  <a:lnTo>
                    <a:pt x="139928" y="3009"/>
                  </a:lnTo>
                  <a:close/>
                </a:path>
                <a:path extrusionOk="0" h="426720" w="210185">
                  <a:moveTo>
                    <a:pt x="155359" y="4521"/>
                  </a:moveTo>
                  <a:lnTo>
                    <a:pt x="148958" y="4521"/>
                  </a:lnTo>
                  <a:lnTo>
                    <a:pt x="148958" y="23139"/>
                  </a:lnTo>
                  <a:lnTo>
                    <a:pt x="155359" y="23139"/>
                  </a:lnTo>
                  <a:lnTo>
                    <a:pt x="155359" y="4521"/>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8"/>
            <p:cNvSpPr/>
            <p:nvPr/>
          </p:nvSpPr>
          <p:spPr>
            <a:xfrm>
              <a:off x="1912680" y="5756050"/>
              <a:ext cx="210185" cy="426720"/>
            </a:xfrm>
            <a:custGeom>
              <a:rect b="b" l="l" r="r" t="t"/>
              <a:pathLst>
                <a:path extrusionOk="0" h="426720" w="210185">
                  <a:moveTo>
                    <a:pt x="209804" y="56311"/>
                  </a:moveTo>
                  <a:lnTo>
                    <a:pt x="209804" y="49529"/>
                  </a:lnTo>
                  <a:lnTo>
                    <a:pt x="204292" y="44005"/>
                  </a:lnTo>
                  <a:lnTo>
                    <a:pt x="197497" y="44005"/>
                  </a:lnTo>
                  <a:lnTo>
                    <a:pt x="155359" y="44005"/>
                  </a:lnTo>
                  <a:lnTo>
                    <a:pt x="155359" y="4521"/>
                  </a:lnTo>
                  <a:lnTo>
                    <a:pt x="148958" y="4521"/>
                  </a:lnTo>
                  <a:lnTo>
                    <a:pt x="148958" y="23139"/>
                  </a:lnTo>
                  <a:lnTo>
                    <a:pt x="139928" y="23139"/>
                  </a:lnTo>
                  <a:lnTo>
                    <a:pt x="139928" y="3009"/>
                  </a:lnTo>
                  <a:lnTo>
                    <a:pt x="133540" y="3009"/>
                  </a:lnTo>
                  <a:lnTo>
                    <a:pt x="133540" y="23139"/>
                  </a:lnTo>
                  <a:lnTo>
                    <a:pt x="38823" y="23139"/>
                  </a:lnTo>
                  <a:lnTo>
                    <a:pt x="35471" y="23139"/>
                  </a:lnTo>
                  <a:lnTo>
                    <a:pt x="32727" y="20396"/>
                  </a:lnTo>
                  <a:lnTo>
                    <a:pt x="32727" y="17030"/>
                  </a:lnTo>
                  <a:lnTo>
                    <a:pt x="32727" y="0"/>
                  </a:lnTo>
                  <a:lnTo>
                    <a:pt x="26339" y="0"/>
                  </a:lnTo>
                  <a:lnTo>
                    <a:pt x="26339" y="17030"/>
                  </a:lnTo>
                  <a:lnTo>
                    <a:pt x="26339" y="23926"/>
                  </a:lnTo>
                  <a:lnTo>
                    <a:pt x="31940" y="29527"/>
                  </a:lnTo>
                  <a:lnTo>
                    <a:pt x="38823" y="29527"/>
                  </a:lnTo>
                  <a:lnTo>
                    <a:pt x="133540" y="29527"/>
                  </a:lnTo>
                  <a:lnTo>
                    <a:pt x="133540" y="44005"/>
                  </a:lnTo>
                  <a:lnTo>
                    <a:pt x="8788" y="44005"/>
                  </a:lnTo>
                  <a:lnTo>
                    <a:pt x="3937" y="44005"/>
                  </a:lnTo>
                  <a:lnTo>
                    <a:pt x="0" y="47955"/>
                  </a:lnTo>
                  <a:lnTo>
                    <a:pt x="0" y="52793"/>
                  </a:lnTo>
                  <a:lnTo>
                    <a:pt x="0" y="58216"/>
                  </a:lnTo>
                  <a:lnTo>
                    <a:pt x="6400" y="58216"/>
                  </a:lnTo>
                  <a:lnTo>
                    <a:pt x="6400" y="52793"/>
                  </a:lnTo>
                  <a:lnTo>
                    <a:pt x="6400" y="51473"/>
                  </a:lnTo>
                  <a:lnTo>
                    <a:pt x="7467" y="50406"/>
                  </a:lnTo>
                  <a:lnTo>
                    <a:pt x="8788" y="50406"/>
                  </a:lnTo>
                  <a:lnTo>
                    <a:pt x="197497" y="50406"/>
                  </a:lnTo>
                  <a:lnTo>
                    <a:pt x="200761" y="50406"/>
                  </a:lnTo>
                  <a:lnTo>
                    <a:pt x="203403" y="53060"/>
                  </a:lnTo>
                  <a:lnTo>
                    <a:pt x="203403" y="56311"/>
                  </a:lnTo>
                  <a:lnTo>
                    <a:pt x="203403" y="426453"/>
                  </a:lnTo>
                  <a:lnTo>
                    <a:pt x="209804" y="426453"/>
                  </a:lnTo>
                  <a:lnTo>
                    <a:pt x="209804" y="56311"/>
                  </a:lnTo>
                  <a:close/>
                </a:path>
                <a:path extrusionOk="0" h="426720" w="210185">
                  <a:moveTo>
                    <a:pt x="139928" y="29527"/>
                  </a:moveTo>
                  <a:lnTo>
                    <a:pt x="148958" y="29527"/>
                  </a:lnTo>
                  <a:lnTo>
                    <a:pt x="148958" y="44005"/>
                  </a:lnTo>
                  <a:lnTo>
                    <a:pt x="139928" y="44005"/>
                  </a:lnTo>
                  <a:lnTo>
                    <a:pt x="139928" y="2952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8"/>
            <p:cNvSpPr/>
            <p:nvPr/>
          </p:nvSpPr>
          <p:spPr>
            <a:xfrm>
              <a:off x="1907329" y="5842298"/>
              <a:ext cx="133350" cy="80645"/>
            </a:xfrm>
            <a:custGeom>
              <a:rect b="b" l="l" r="r" t="t"/>
              <a:pathLst>
                <a:path extrusionOk="0" h="80645" w="133350">
                  <a:moveTo>
                    <a:pt x="87642" y="0"/>
                  </a:moveTo>
                  <a:lnTo>
                    <a:pt x="39865" y="0"/>
                  </a:lnTo>
                  <a:lnTo>
                    <a:pt x="39865" y="6934"/>
                  </a:lnTo>
                  <a:lnTo>
                    <a:pt x="83794" y="6934"/>
                  </a:lnTo>
                  <a:lnTo>
                    <a:pt x="84543" y="7950"/>
                  </a:lnTo>
                  <a:lnTo>
                    <a:pt x="84543" y="38608"/>
                  </a:lnTo>
                  <a:lnTo>
                    <a:pt x="79654" y="39382"/>
                  </a:lnTo>
                  <a:lnTo>
                    <a:pt x="75882" y="43599"/>
                  </a:lnTo>
                  <a:lnTo>
                    <a:pt x="75882" y="74079"/>
                  </a:lnTo>
                  <a:lnTo>
                    <a:pt x="40525" y="74079"/>
                  </a:lnTo>
                  <a:lnTo>
                    <a:pt x="40525" y="44284"/>
                  </a:lnTo>
                  <a:lnTo>
                    <a:pt x="35534" y="39293"/>
                  </a:lnTo>
                  <a:lnTo>
                    <a:pt x="7975" y="39293"/>
                  </a:lnTo>
                  <a:lnTo>
                    <a:pt x="6388" y="37719"/>
                  </a:lnTo>
                  <a:lnTo>
                    <a:pt x="6388" y="29514"/>
                  </a:lnTo>
                  <a:lnTo>
                    <a:pt x="0" y="29514"/>
                  </a:lnTo>
                  <a:lnTo>
                    <a:pt x="0" y="41249"/>
                  </a:lnTo>
                  <a:lnTo>
                    <a:pt x="4444" y="45694"/>
                  </a:lnTo>
                  <a:lnTo>
                    <a:pt x="32003" y="45694"/>
                  </a:lnTo>
                  <a:lnTo>
                    <a:pt x="34124" y="47815"/>
                  </a:lnTo>
                  <a:lnTo>
                    <a:pt x="34124" y="80467"/>
                  </a:lnTo>
                  <a:lnTo>
                    <a:pt x="82283" y="80467"/>
                  </a:lnTo>
                  <a:lnTo>
                    <a:pt x="82283" y="46583"/>
                  </a:lnTo>
                  <a:lnTo>
                    <a:pt x="84010" y="44843"/>
                  </a:lnTo>
                  <a:lnTo>
                    <a:pt x="86144" y="44843"/>
                  </a:lnTo>
                  <a:lnTo>
                    <a:pt x="128371" y="44843"/>
                  </a:lnTo>
                  <a:lnTo>
                    <a:pt x="132778" y="40436"/>
                  </a:lnTo>
                  <a:lnTo>
                    <a:pt x="132778" y="23304"/>
                  </a:lnTo>
                  <a:lnTo>
                    <a:pt x="126377" y="23304"/>
                  </a:lnTo>
                  <a:lnTo>
                    <a:pt x="126377" y="36906"/>
                  </a:lnTo>
                  <a:lnTo>
                    <a:pt x="124840" y="38442"/>
                  </a:lnTo>
                  <a:lnTo>
                    <a:pt x="91490" y="38442"/>
                  </a:lnTo>
                  <a:lnTo>
                    <a:pt x="91490" y="4102"/>
                  </a:lnTo>
                  <a:lnTo>
                    <a:pt x="87642"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8"/>
            <p:cNvSpPr/>
            <p:nvPr/>
          </p:nvSpPr>
          <p:spPr>
            <a:xfrm>
              <a:off x="1907329" y="5842298"/>
              <a:ext cx="133350" cy="80645"/>
            </a:xfrm>
            <a:custGeom>
              <a:rect b="b" l="l" r="r" t="t"/>
              <a:pathLst>
                <a:path extrusionOk="0" h="80645" w="133350">
                  <a:moveTo>
                    <a:pt x="86144" y="44843"/>
                  </a:moveTo>
                  <a:lnTo>
                    <a:pt x="122961" y="44843"/>
                  </a:lnTo>
                  <a:lnTo>
                    <a:pt x="128371" y="44843"/>
                  </a:lnTo>
                  <a:lnTo>
                    <a:pt x="132778" y="40436"/>
                  </a:lnTo>
                  <a:lnTo>
                    <a:pt x="132778" y="35026"/>
                  </a:lnTo>
                  <a:lnTo>
                    <a:pt x="132778" y="23304"/>
                  </a:lnTo>
                  <a:lnTo>
                    <a:pt x="126377" y="23304"/>
                  </a:lnTo>
                  <a:lnTo>
                    <a:pt x="126377" y="35026"/>
                  </a:lnTo>
                  <a:lnTo>
                    <a:pt x="126377" y="36906"/>
                  </a:lnTo>
                  <a:lnTo>
                    <a:pt x="124840" y="38442"/>
                  </a:lnTo>
                  <a:lnTo>
                    <a:pt x="122961" y="38442"/>
                  </a:lnTo>
                  <a:lnTo>
                    <a:pt x="91490" y="38442"/>
                  </a:lnTo>
                  <a:lnTo>
                    <a:pt x="91490" y="9156"/>
                  </a:lnTo>
                  <a:lnTo>
                    <a:pt x="91490" y="4102"/>
                  </a:lnTo>
                  <a:lnTo>
                    <a:pt x="87642" y="0"/>
                  </a:lnTo>
                  <a:lnTo>
                    <a:pt x="82905" y="0"/>
                  </a:lnTo>
                  <a:lnTo>
                    <a:pt x="39865" y="0"/>
                  </a:lnTo>
                  <a:lnTo>
                    <a:pt x="39865" y="6934"/>
                  </a:lnTo>
                  <a:lnTo>
                    <a:pt x="82905" y="6934"/>
                  </a:lnTo>
                  <a:lnTo>
                    <a:pt x="83794" y="6934"/>
                  </a:lnTo>
                  <a:lnTo>
                    <a:pt x="84543" y="7950"/>
                  </a:lnTo>
                  <a:lnTo>
                    <a:pt x="84543" y="9156"/>
                  </a:lnTo>
                  <a:lnTo>
                    <a:pt x="84543" y="38608"/>
                  </a:lnTo>
                  <a:lnTo>
                    <a:pt x="79654" y="39382"/>
                  </a:lnTo>
                  <a:lnTo>
                    <a:pt x="75882" y="43599"/>
                  </a:lnTo>
                  <a:lnTo>
                    <a:pt x="75882" y="48704"/>
                  </a:lnTo>
                  <a:lnTo>
                    <a:pt x="75882" y="74079"/>
                  </a:lnTo>
                  <a:lnTo>
                    <a:pt x="40525" y="74079"/>
                  </a:lnTo>
                  <a:lnTo>
                    <a:pt x="40525" y="50431"/>
                  </a:lnTo>
                  <a:lnTo>
                    <a:pt x="40525" y="44284"/>
                  </a:lnTo>
                  <a:lnTo>
                    <a:pt x="35534" y="39293"/>
                  </a:lnTo>
                  <a:lnTo>
                    <a:pt x="29387" y="39293"/>
                  </a:lnTo>
                  <a:lnTo>
                    <a:pt x="9905" y="39293"/>
                  </a:lnTo>
                  <a:lnTo>
                    <a:pt x="7975" y="39293"/>
                  </a:lnTo>
                  <a:lnTo>
                    <a:pt x="6388" y="37719"/>
                  </a:lnTo>
                  <a:lnTo>
                    <a:pt x="6388" y="35775"/>
                  </a:lnTo>
                  <a:lnTo>
                    <a:pt x="6388" y="29514"/>
                  </a:lnTo>
                  <a:lnTo>
                    <a:pt x="0" y="29514"/>
                  </a:lnTo>
                  <a:lnTo>
                    <a:pt x="0" y="35775"/>
                  </a:lnTo>
                  <a:lnTo>
                    <a:pt x="0" y="41249"/>
                  </a:lnTo>
                  <a:lnTo>
                    <a:pt x="4444" y="45694"/>
                  </a:lnTo>
                  <a:lnTo>
                    <a:pt x="9905" y="45694"/>
                  </a:lnTo>
                  <a:lnTo>
                    <a:pt x="29387" y="45694"/>
                  </a:lnTo>
                  <a:lnTo>
                    <a:pt x="32003" y="45694"/>
                  </a:lnTo>
                  <a:lnTo>
                    <a:pt x="34124" y="47815"/>
                  </a:lnTo>
                  <a:lnTo>
                    <a:pt x="34124" y="50431"/>
                  </a:lnTo>
                  <a:lnTo>
                    <a:pt x="34124" y="80467"/>
                  </a:lnTo>
                  <a:lnTo>
                    <a:pt x="82283" y="80467"/>
                  </a:lnTo>
                  <a:lnTo>
                    <a:pt x="82283" y="48704"/>
                  </a:lnTo>
                  <a:lnTo>
                    <a:pt x="82283" y="46583"/>
                  </a:lnTo>
                  <a:lnTo>
                    <a:pt x="84010" y="44843"/>
                  </a:lnTo>
                  <a:lnTo>
                    <a:pt x="86144" y="4484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8"/>
            <p:cNvSpPr/>
            <p:nvPr/>
          </p:nvSpPr>
          <p:spPr>
            <a:xfrm>
              <a:off x="1887861" y="6148025"/>
              <a:ext cx="179705" cy="154940"/>
            </a:xfrm>
            <a:custGeom>
              <a:rect b="b" l="l" r="r" t="t"/>
              <a:pathLst>
                <a:path extrusionOk="0" h="154939" w="179705">
                  <a:moveTo>
                    <a:pt x="77406" y="0"/>
                  </a:moveTo>
                  <a:lnTo>
                    <a:pt x="47277" y="6081"/>
                  </a:lnTo>
                  <a:lnTo>
                    <a:pt x="22672" y="22666"/>
                  </a:lnTo>
                  <a:lnTo>
                    <a:pt x="6083" y="47266"/>
                  </a:lnTo>
                  <a:lnTo>
                    <a:pt x="0" y="77393"/>
                  </a:lnTo>
                  <a:lnTo>
                    <a:pt x="6083" y="107522"/>
                  </a:lnTo>
                  <a:lnTo>
                    <a:pt x="22672" y="132127"/>
                  </a:lnTo>
                  <a:lnTo>
                    <a:pt x="47277" y="148716"/>
                  </a:lnTo>
                  <a:lnTo>
                    <a:pt x="77406" y="154800"/>
                  </a:lnTo>
                  <a:lnTo>
                    <a:pt x="99031" y="151730"/>
                  </a:lnTo>
                  <a:lnTo>
                    <a:pt x="118283" y="143103"/>
                  </a:lnTo>
                  <a:lnTo>
                    <a:pt x="134308" y="129790"/>
                  </a:lnTo>
                  <a:lnTo>
                    <a:pt x="146253" y="112661"/>
                  </a:lnTo>
                  <a:lnTo>
                    <a:pt x="179235" y="112661"/>
                  </a:lnTo>
                  <a:lnTo>
                    <a:pt x="179235" y="42138"/>
                  </a:lnTo>
                  <a:lnTo>
                    <a:pt x="146253" y="42138"/>
                  </a:lnTo>
                  <a:lnTo>
                    <a:pt x="134308" y="25004"/>
                  </a:lnTo>
                  <a:lnTo>
                    <a:pt x="118283" y="11691"/>
                  </a:lnTo>
                  <a:lnTo>
                    <a:pt x="99031" y="3067"/>
                  </a:lnTo>
                  <a:lnTo>
                    <a:pt x="77406"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8"/>
            <p:cNvSpPr/>
            <p:nvPr/>
          </p:nvSpPr>
          <p:spPr>
            <a:xfrm>
              <a:off x="1887861" y="6148025"/>
              <a:ext cx="179705" cy="154940"/>
            </a:xfrm>
            <a:custGeom>
              <a:rect b="b" l="l" r="r" t="t"/>
              <a:pathLst>
                <a:path extrusionOk="0" h="154939" w="179705">
                  <a:moveTo>
                    <a:pt x="146253" y="112661"/>
                  </a:moveTo>
                  <a:lnTo>
                    <a:pt x="179235" y="112661"/>
                  </a:lnTo>
                  <a:lnTo>
                    <a:pt x="179235" y="42138"/>
                  </a:lnTo>
                  <a:lnTo>
                    <a:pt x="146253" y="42138"/>
                  </a:lnTo>
                  <a:lnTo>
                    <a:pt x="134308" y="25004"/>
                  </a:lnTo>
                  <a:lnTo>
                    <a:pt x="118283" y="11691"/>
                  </a:lnTo>
                  <a:lnTo>
                    <a:pt x="99031" y="3067"/>
                  </a:lnTo>
                  <a:lnTo>
                    <a:pt x="77406" y="0"/>
                  </a:lnTo>
                  <a:lnTo>
                    <a:pt x="47277" y="6081"/>
                  </a:lnTo>
                  <a:lnTo>
                    <a:pt x="22672" y="22666"/>
                  </a:lnTo>
                  <a:lnTo>
                    <a:pt x="6083" y="47266"/>
                  </a:lnTo>
                  <a:lnTo>
                    <a:pt x="0" y="77393"/>
                  </a:lnTo>
                  <a:lnTo>
                    <a:pt x="6083" y="107522"/>
                  </a:lnTo>
                  <a:lnTo>
                    <a:pt x="22672" y="132127"/>
                  </a:lnTo>
                  <a:lnTo>
                    <a:pt x="47277" y="148716"/>
                  </a:lnTo>
                  <a:lnTo>
                    <a:pt x="77406" y="154800"/>
                  </a:lnTo>
                  <a:lnTo>
                    <a:pt x="99031" y="151730"/>
                  </a:lnTo>
                  <a:lnTo>
                    <a:pt x="118283" y="143103"/>
                  </a:lnTo>
                  <a:lnTo>
                    <a:pt x="134308" y="129790"/>
                  </a:lnTo>
                  <a:lnTo>
                    <a:pt x="146253" y="11266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8"/>
            <p:cNvSpPr/>
            <p:nvPr/>
          </p:nvSpPr>
          <p:spPr>
            <a:xfrm>
              <a:off x="2029673" y="6338514"/>
              <a:ext cx="82550" cy="82550"/>
            </a:xfrm>
            <a:custGeom>
              <a:rect b="b" l="l" r="r" t="t"/>
              <a:pathLst>
                <a:path extrusionOk="0" h="82550" w="82550">
                  <a:moveTo>
                    <a:pt x="41186" y="0"/>
                  </a:moveTo>
                  <a:lnTo>
                    <a:pt x="25154" y="3236"/>
                  </a:lnTo>
                  <a:lnTo>
                    <a:pt x="12063" y="12063"/>
                  </a:lnTo>
                  <a:lnTo>
                    <a:pt x="3236" y="25154"/>
                  </a:lnTo>
                  <a:lnTo>
                    <a:pt x="0" y="41186"/>
                  </a:lnTo>
                  <a:lnTo>
                    <a:pt x="3236" y="57217"/>
                  </a:lnTo>
                  <a:lnTo>
                    <a:pt x="12063" y="70308"/>
                  </a:lnTo>
                  <a:lnTo>
                    <a:pt x="25154" y="79135"/>
                  </a:lnTo>
                  <a:lnTo>
                    <a:pt x="41186" y="82372"/>
                  </a:lnTo>
                  <a:lnTo>
                    <a:pt x="57217" y="79135"/>
                  </a:lnTo>
                  <a:lnTo>
                    <a:pt x="70308" y="70308"/>
                  </a:lnTo>
                  <a:lnTo>
                    <a:pt x="79135" y="57217"/>
                  </a:lnTo>
                  <a:lnTo>
                    <a:pt x="82372" y="41186"/>
                  </a:lnTo>
                  <a:lnTo>
                    <a:pt x="79135" y="25154"/>
                  </a:lnTo>
                  <a:lnTo>
                    <a:pt x="70308" y="12063"/>
                  </a:lnTo>
                  <a:lnTo>
                    <a:pt x="57217" y="3236"/>
                  </a:lnTo>
                  <a:lnTo>
                    <a:pt x="41186"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8"/>
            <p:cNvSpPr/>
            <p:nvPr/>
          </p:nvSpPr>
          <p:spPr>
            <a:xfrm>
              <a:off x="2029673" y="6338514"/>
              <a:ext cx="82550" cy="82550"/>
            </a:xfrm>
            <a:custGeom>
              <a:rect b="b" l="l" r="r" t="t"/>
              <a:pathLst>
                <a:path extrusionOk="0" h="82550" w="82550">
                  <a:moveTo>
                    <a:pt x="41186" y="82372"/>
                  </a:moveTo>
                  <a:lnTo>
                    <a:pt x="25154" y="79135"/>
                  </a:lnTo>
                  <a:lnTo>
                    <a:pt x="12063" y="70308"/>
                  </a:lnTo>
                  <a:lnTo>
                    <a:pt x="3236" y="57217"/>
                  </a:lnTo>
                  <a:lnTo>
                    <a:pt x="0" y="41186"/>
                  </a:lnTo>
                  <a:lnTo>
                    <a:pt x="3236" y="25154"/>
                  </a:lnTo>
                  <a:lnTo>
                    <a:pt x="12063" y="12063"/>
                  </a:lnTo>
                  <a:lnTo>
                    <a:pt x="25154" y="3236"/>
                  </a:lnTo>
                  <a:lnTo>
                    <a:pt x="41186" y="0"/>
                  </a:lnTo>
                  <a:lnTo>
                    <a:pt x="57217" y="3236"/>
                  </a:lnTo>
                  <a:lnTo>
                    <a:pt x="70308" y="12063"/>
                  </a:lnTo>
                  <a:lnTo>
                    <a:pt x="79135" y="25154"/>
                  </a:lnTo>
                  <a:lnTo>
                    <a:pt x="82372" y="41186"/>
                  </a:lnTo>
                  <a:lnTo>
                    <a:pt x="79135" y="57217"/>
                  </a:lnTo>
                  <a:lnTo>
                    <a:pt x="70308" y="70308"/>
                  </a:lnTo>
                  <a:lnTo>
                    <a:pt x="57217" y="79135"/>
                  </a:lnTo>
                  <a:lnTo>
                    <a:pt x="41186" y="8237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8"/>
            <p:cNvSpPr/>
            <p:nvPr/>
          </p:nvSpPr>
          <p:spPr>
            <a:xfrm>
              <a:off x="2002772" y="5809462"/>
              <a:ext cx="68580" cy="68580"/>
            </a:xfrm>
            <a:custGeom>
              <a:rect b="b" l="l" r="r" t="t"/>
              <a:pathLst>
                <a:path extrusionOk="0" h="68579" w="68580">
                  <a:moveTo>
                    <a:pt x="34137" y="0"/>
                  </a:moveTo>
                  <a:lnTo>
                    <a:pt x="20852" y="2683"/>
                  </a:lnTo>
                  <a:lnTo>
                    <a:pt x="10001" y="10001"/>
                  </a:lnTo>
                  <a:lnTo>
                    <a:pt x="2683" y="20852"/>
                  </a:lnTo>
                  <a:lnTo>
                    <a:pt x="0" y="34137"/>
                  </a:lnTo>
                  <a:lnTo>
                    <a:pt x="2683" y="47427"/>
                  </a:lnTo>
                  <a:lnTo>
                    <a:pt x="10001" y="58278"/>
                  </a:lnTo>
                  <a:lnTo>
                    <a:pt x="20852" y="65593"/>
                  </a:lnTo>
                  <a:lnTo>
                    <a:pt x="34137" y="68275"/>
                  </a:lnTo>
                  <a:lnTo>
                    <a:pt x="47422" y="65593"/>
                  </a:lnTo>
                  <a:lnTo>
                    <a:pt x="58273" y="58278"/>
                  </a:lnTo>
                  <a:lnTo>
                    <a:pt x="65591" y="47427"/>
                  </a:lnTo>
                  <a:lnTo>
                    <a:pt x="68275" y="34137"/>
                  </a:lnTo>
                  <a:lnTo>
                    <a:pt x="65591" y="20852"/>
                  </a:lnTo>
                  <a:lnTo>
                    <a:pt x="58273" y="10001"/>
                  </a:lnTo>
                  <a:lnTo>
                    <a:pt x="47422" y="2683"/>
                  </a:lnTo>
                  <a:lnTo>
                    <a:pt x="34137"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8"/>
            <p:cNvSpPr/>
            <p:nvPr/>
          </p:nvSpPr>
          <p:spPr>
            <a:xfrm>
              <a:off x="2002772" y="5809462"/>
              <a:ext cx="68580" cy="68580"/>
            </a:xfrm>
            <a:custGeom>
              <a:rect b="b" l="l" r="r" t="t"/>
              <a:pathLst>
                <a:path extrusionOk="0" h="68579" w="68580">
                  <a:moveTo>
                    <a:pt x="34137" y="68275"/>
                  </a:moveTo>
                  <a:lnTo>
                    <a:pt x="20852" y="65593"/>
                  </a:lnTo>
                  <a:lnTo>
                    <a:pt x="10001" y="58278"/>
                  </a:lnTo>
                  <a:lnTo>
                    <a:pt x="2683" y="47427"/>
                  </a:lnTo>
                  <a:lnTo>
                    <a:pt x="0" y="34137"/>
                  </a:lnTo>
                  <a:lnTo>
                    <a:pt x="2683" y="20852"/>
                  </a:lnTo>
                  <a:lnTo>
                    <a:pt x="10001" y="10001"/>
                  </a:lnTo>
                  <a:lnTo>
                    <a:pt x="20852" y="2683"/>
                  </a:lnTo>
                  <a:lnTo>
                    <a:pt x="34137" y="0"/>
                  </a:lnTo>
                  <a:lnTo>
                    <a:pt x="47422" y="2683"/>
                  </a:lnTo>
                  <a:lnTo>
                    <a:pt x="58273" y="10001"/>
                  </a:lnTo>
                  <a:lnTo>
                    <a:pt x="65591" y="20852"/>
                  </a:lnTo>
                  <a:lnTo>
                    <a:pt x="68275" y="34137"/>
                  </a:lnTo>
                  <a:lnTo>
                    <a:pt x="65591" y="47427"/>
                  </a:lnTo>
                  <a:lnTo>
                    <a:pt x="58273" y="58278"/>
                  </a:lnTo>
                  <a:lnTo>
                    <a:pt x="47422" y="65593"/>
                  </a:lnTo>
                  <a:lnTo>
                    <a:pt x="34137" y="6827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8"/>
            <p:cNvSpPr/>
            <p:nvPr/>
          </p:nvSpPr>
          <p:spPr>
            <a:xfrm>
              <a:off x="1880886" y="5809462"/>
              <a:ext cx="68580" cy="68580"/>
            </a:xfrm>
            <a:custGeom>
              <a:rect b="b" l="l" r="r" t="t"/>
              <a:pathLst>
                <a:path extrusionOk="0" h="68579" w="68580">
                  <a:moveTo>
                    <a:pt x="34137" y="0"/>
                  </a:moveTo>
                  <a:lnTo>
                    <a:pt x="20852" y="2683"/>
                  </a:lnTo>
                  <a:lnTo>
                    <a:pt x="10001" y="10001"/>
                  </a:lnTo>
                  <a:lnTo>
                    <a:pt x="2683" y="20852"/>
                  </a:lnTo>
                  <a:lnTo>
                    <a:pt x="0" y="34137"/>
                  </a:lnTo>
                  <a:lnTo>
                    <a:pt x="2683" y="47427"/>
                  </a:lnTo>
                  <a:lnTo>
                    <a:pt x="10001" y="58278"/>
                  </a:lnTo>
                  <a:lnTo>
                    <a:pt x="20852" y="65593"/>
                  </a:lnTo>
                  <a:lnTo>
                    <a:pt x="34137" y="68275"/>
                  </a:lnTo>
                  <a:lnTo>
                    <a:pt x="47422" y="65593"/>
                  </a:lnTo>
                  <a:lnTo>
                    <a:pt x="58273" y="58278"/>
                  </a:lnTo>
                  <a:lnTo>
                    <a:pt x="65591" y="47427"/>
                  </a:lnTo>
                  <a:lnTo>
                    <a:pt x="68275" y="34137"/>
                  </a:lnTo>
                  <a:lnTo>
                    <a:pt x="65591" y="20852"/>
                  </a:lnTo>
                  <a:lnTo>
                    <a:pt x="58273" y="10001"/>
                  </a:lnTo>
                  <a:lnTo>
                    <a:pt x="47422" y="2683"/>
                  </a:lnTo>
                  <a:lnTo>
                    <a:pt x="34137"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8"/>
            <p:cNvSpPr/>
            <p:nvPr/>
          </p:nvSpPr>
          <p:spPr>
            <a:xfrm>
              <a:off x="1880886" y="5809462"/>
              <a:ext cx="68580" cy="68580"/>
            </a:xfrm>
            <a:custGeom>
              <a:rect b="b" l="l" r="r" t="t"/>
              <a:pathLst>
                <a:path extrusionOk="0" h="68579" w="68580">
                  <a:moveTo>
                    <a:pt x="34137" y="68275"/>
                  </a:moveTo>
                  <a:lnTo>
                    <a:pt x="20852" y="65593"/>
                  </a:lnTo>
                  <a:lnTo>
                    <a:pt x="10001" y="58278"/>
                  </a:lnTo>
                  <a:lnTo>
                    <a:pt x="2683" y="47427"/>
                  </a:lnTo>
                  <a:lnTo>
                    <a:pt x="0" y="34137"/>
                  </a:lnTo>
                  <a:lnTo>
                    <a:pt x="2683" y="20852"/>
                  </a:lnTo>
                  <a:lnTo>
                    <a:pt x="10001" y="10001"/>
                  </a:lnTo>
                  <a:lnTo>
                    <a:pt x="20852" y="2683"/>
                  </a:lnTo>
                  <a:lnTo>
                    <a:pt x="34137" y="0"/>
                  </a:lnTo>
                  <a:lnTo>
                    <a:pt x="47422" y="2683"/>
                  </a:lnTo>
                  <a:lnTo>
                    <a:pt x="58273" y="10001"/>
                  </a:lnTo>
                  <a:lnTo>
                    <a:pt x="65591" y="20852"/>
                  </a:lnTo>
                  <a:lnTo>
                    <a:pt x="68275" y="34137"/>
                  </a:lnTo>
                  <a:lnTo>
                    <a:pt x="65591" y="47427"/>
                  </a:lnTo>
                  <a:lnTo>
                    <a:pt x="58273" y="58278"/>
                  </a:lnTo>
                  <a:lnTo>
                    <a:pt x="47422" y="65593"/>
                  </a:lnTo>
                  <a:lnTo>
                    <a:pt x="34137" y="6827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8"/>
            <p:cNvSpPr/>
            <p:nvPr/>
          </p:nvSpPr>
          <p:spPr>
            <a:xfrm>
              <a:off x="2067090" y="6185649"/>
              <a:ext cx="9525" cy="80010"/>
            </a:xfrm>
            <a:custGeom>
              <a:rect b="b" l="l" r="r" t="t"/>
              <a:pathLst>
                <a:path extrusionOk="0" h="80010" w="9525">
                  <a:moveTo>
                    <a:pt x="0" y="0"/>
                  </a:moveTo>
                  <a:lnTo>
                    <a:pt x="9029" y="0"/>
                  </a:lnTo>
                  <a:lnTo>
                    <a:pt x="9029" y="79552"/>
                  </a:lnTo>
                  <a:lnTo>
                    <a:pt x="0" y="79552"/>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8"/>
            <p:cNvSpPr/>
            <p:nvPr/>
          </p:nvSpPr>
          <p:spPr>
            <a:xfrm>
              <a:off x="2118436" y="6324003"/>
              <a:ext cx="53975" cy="112395"/>
            </a:xfrm>
            <a:custGeom>
              <a:rect b="b" l="l" r="r" t="t"/>
              <a:pathLst>
                <a:path extrusionOk="0" h="112395" w="53975">
                  <a:moveTo>
                    <a:pt x="53606" y="0"/>
                  </a:moveTo>
                  <a:lnTo>
                    <a:pt x="0" y="0"/>
                  </a:lnTo>
                  <a:lnTo>
                    <a:pt x="0" y="112280"/>
                  </a:lnTo>
                  <a:lnTo>
                    <a:pt x="53606" y="112280"/>
                  </a:lnTo>
                  <a:lnTo>
                    <a:pt x="53606"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8"/>
            <p:cNvSpPr/>
            <p:nvPr/>
          </p:nvSpPr>
          <p:spPr>
            <a:xfrm>
              <a:off x="2118436" y="6324003"/>
              <a:ext cx="53975" cy="112395"/>
            </a:xfrm>
            <a:custGeom>
              <a:rect b="b" l="l" r="r" t="t"/>
              <a:pathLst>
                <a:path extrusionOk="0" h="112395" w="53975">
                  <a:moveTo>
                    <a:pt x="0" y="0"/>
                  </a:moveTo>
                  <a:lnTo>
                    <a:pt x="53606" y="0"/>
                  </a:lnTo>
                  <a:lnTo>
                    <a:pt x="53606" y="112280"/>
                  </a:lnTo>
                  <a:lnTo>
                    <a:pt x="0" y="112280"/>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8"/>
            <p:cNvSpPr/>
            <p:nvPr/>
          </p:nvSpPr>
          <p:spPr>
            <a:xfrm>
              <a:off x="2078939" y="6175489"/>
              <a:ext cx="125095" cy="100330"/>
            </a:xfrm>
            <a:custGeom>
              <a:rect b="b" l="l" r="r" t="t"/>
              <a:pathLst>
                <a:path extrusionOk="0" h="100329" w="125094">
                  <a:moveTo>
                    <a:pt x="124701" y="0"/>
                  </a:moveTo>
                  <a:lnTo>
                    <a:pt x="0" y="0"/>
                  </a:lnTo>
                  <a:lnTo>
                    <a:pt x="0" y="99872"/>
                  </a:lnTo>
                  <a:lnTo>
                    <a:pt x="124701" y="99872"/>
                  </a:lnTo>
                  <a:lnTo>
                    <a:pt x="124701"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8"/>
            <p:cNvSpPr/>
            <p:nvPr/>
          </p:nvSpPr>
          <p:spPr>
            <a:xfrm>
              <a:off x="2078939" y="6175489"/>
              <a:ext cx="125095" cy="100330"/>
            </a:xfrm>
            <a:custGeom>
              <a:rect b="b" l="l" r="r" t="t"/>
              <a:pathLst>
                <a:path extrusionOk="0" h="100329" w="125094">
                  <a:moveTo>
                    <a:pt x="0" y="0"/>
                  </a:moveTo>
                  <a:lnTo>
                    <a:pt x="124701" y="0"/>
                  </a:lnTo>
                  <a:lnTo>
                    <a:pt x="124701" y="99872"/>
                  </a:lnTo>
                  <a:lnTo>
                    <a:pt x="0" y="99872"/>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8"/>
            <p:cNvSpPr/>
            <p:nvPr/>
          </p:nvSpPr>
          <p:spPr>
            <a:xfrm>
              <a:off x="1909864" y="6416560"/>
              <a:ext cx="69215" cy="13335"/>
            </a:xfrm>
            <a:custGeom>
              <a:rect b="b" l="l" r="r" t="t"/>
              <a:pathLst>
                <a:path extrusionOk="0" h="13335" w="69214">
                  <a:moveTo>
                    <a:pt x="68833" y="0"/>
                  </a:moveTo>
                  <a:lnTo>
                    <a:pt x="0" y="0"/>
                  </a:lnTo>
                  <a:lnTo>
                    <a:pt x="0" y="12788"/>
                  </a:lnTo>
                  <a:lnTo>
                    <a:pt x="68833" y="12788"/>
                  </a:lnTo>
                  <a:lnTo>
                    <a:pt x="68833"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8"/>
            <p:cNvSpPr/>
            <p:nvPr/>
          </p:nvSpPr>
          <p:spPr>
            <a:xfrm>
              <a:off x="1909864" y="6416560"/>
              <a:ext cx="69215" cy="13335"/>
            </a:xfrm>
            <a:custGeom>
              <a:rect b="b" l="l" r="r" t="t"/>
              <a:pathLst>
                <a:path extrusionOk="0" h="13335" w="69214">
                  <a:moveTo>
                    <a:pt x="0" y="0"/>
                  </a:moveTo>
                  <a:lnTo>
                    <a:pt x="68833" y="0"/>
                  </a:lnTo>
                  <a:lnTo>
                    <a:pt x="68833" y="12788"/>
                  </a:lnTo>
                  <a:lnTo>
                    <a:pt x="0" y="1278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8"/>
            <p:cNvSpPr/>
            <p:nvPr/>
          </p:nvSpPr>
          <p:spPr>
            <a:xfrm>
              <a:off x="2007857" y="5676119"/>
              <a:ext cx="92075" cy="92075"/>
            </a:xfrm>
            <a:custGeom>
              <a:rect b="b" l="l" r="r" t="t"/>
              <a:pathLst>
                <a:path extrusionOk="0" h="92075" w="92075">
                  <a:moveTo>
                    <a:pt x="45885" y="0"/>
                  </a:moveTo>
                  <a:lnTo>
                    <a:pt x="28021" y="3606"/>
                  </a:lnTo>
                  <a:lnTo>
                    <a:pt x="13436" y="13442"/>
                  </a:lnTo>
                  <a:lnTo>
                    <a:pt x="3604" y="28032"/>
                  </a:lnTo>
                  <a:lnTo>
                    <a:pt x="0" y="45897"/>
                  </a:lnTo>
                  <a:lnTo>
                    <a:pt x="3604" y="63756"/>
                  </a:lnTo>
                  <a:lnTo>
                    <a:pt x="13436" y="78341"/>
                  </a:lnTo>
                  <a:lnTo>
                    <a:pt x="28021" y="88176"/>
                  </a:lnTo>
                  <a:lnTo>
                    <a:pt x="45885" y="91782"/>
                  </a:lnTo>
                  <a:lnTo>
                    <a:pt x="63748" y="88176"/>
                  </a:lnTo>
                  <a:lnTo>
                    <a:pt x="78333" y="78341"/>
                  </a:lnTo>
                  <a:lnTo>
                    <a:pt x="88165" y="63756"/>
                  </a:lnTo>
                  <a:lnTo>
                    <a:pt x="91770" y="45897"/>
                  </a:lnTo>
                  <a:lnTo>
                    <a:pt x="88165" y="28032"/>
                  </a:lnTo>
                  <a:lnTo>
                    <a:pt x="78333" y="13442"/>
                  </a:lnTo>
                  <a:lnTo>
                    <a:pt x="63748" y="3606"/>
                  </a:lnTo>
                  <a:lnTo>
                    <a:pt x="45885"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8"/>
            <p:cNvSpPr/>
            <p:nvPr/>
          </p:nvSpPr>
          <p:spPr>
            <a:xfrm>
              <a:off x="2007857" y="5676119"/>
              <a:ext cx="92075" cy="92075"/>
            </a:xfrm>
            <a:custGeom>
              <a:rect b="b" l="l" r="r" t="t"/>
              <a:pathLst>
                <a:path extrusionOk="0" h="92075" w="92075">
                  <a:moveTo>
                    <a:pt x="45885" y="91782"/>
                  </a:moveTo>
                  <a:lnTo>
                    <a:pt x="28021" y="88176"/>
                  </a:lnTo>
                  <a:lnTo>
                    <a:pt x="13436" y="78341"/>
                  </a:lnTo>
                  <a:lnTo>
                    <a:pt x="3604" y="63756"/>
                  </a:lnTo>
                  <a:lnTo>
                    <a:pt x="0" y="45897"/>
                  </a:lnTo>
                  <a:lnTo>
                    <a:pt x="3604" y="28032"/>
                  </a:lnTo>
                  <a:lnTo>
                    <a:pt x="13436" y="13442"/>
                  </a:lnTo>
                  <a:lnTo>
                    <a:pt x="28021" y="3606"/>
                  </a:lnTo>
                  <a:lnTo>
                    <a:pt x="45885" y="0"/>
                  </a:lnTo>
                  <a:lnTo>
                    <a:pt x="63748" y="3606"/>
                  </a:lnTo>
                  <a:lnTo>
                    <a:pt x="78333" y="13442"/>
                  </a:lnTo>
                  <a:lnTo>
                    <a:pt x="88165" y="28032"/>
                  </a:lnTo>
                  <a:lnTo>
                    <a:pt x="91770" y="45897"/>
                  </a:lnTo>
                  <a:lnTo>
                    <a:pt x="88165" y="63756"/>
                  </a:lnTo>
                  <a:lnTo>
                    <a:pt x="78333" y="78341"/>
                  </a:lnTo>
                  <a:lnTo>
                    <a:pt x="63748" y="88176"/>
                  </a:lnTo>
                  <a:lnTo>
                    <a:pt x="45885" y="9178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8"/>
            <p:cNvSpPr/>
            <p:nvPr/>
          </p:nvSpPr>
          <p:spPr>
            <a:xfrm>
              <a:off x="2029294" y="5697565"/>
              <a:ext cx="48895" cy="48895"/>
            </a:xfrm>
            <a:custGeom>
              <a:rect b="b" l="l" r="r" t="t"/>
              <a:pathLst>
                <a:path extrusionOk="0" h="48895" w="48894">
                  <a:moveTo>
                    <a:pt x="24447" y="0"/>
                  </a:moveTo>
                  <a:lnTo>
                    <a:pt x="14932" y="1921"/>
                  </a:lnTo>
                  <a:lnTo>
                    <a:pt x="7161" y="7161"/>
                  </a:lnTo>
                  <a:lnTo>
                    <a:pt x="1921" y="14932"/>
                  </a:lnTo>
                  <a:lnTo>
                    <a:pt x="0" y="24447"/>
                  </a:lnTo>
                  <a:lnTo>
                    <a:pt x="1921" y="33962"/>
                  </a:lnTo>
                  <a:lnTo>
                    <a:pt x="7161" y="41733"/>
                  </a:lnTo>
                  <a:lnTo>
                    <a:pt x="14932" y="46973"/>
                  </a:lnTo>
                  <a:lnTo>
                    <a:pt x="24447" y="48894"/>
                  </a:lnTo>
                  <a:lnTo>
                    <a:pt x="33962" y="46973"/>
                  </a:lnTo>
                  <a:lnTo>
                    <a:pt x="41733" y="41733"/>
                  </a:lnTo>
                  <a:lnTo>
                    <a:pt x="46973" y="33962"/>
                  </a:lnTo>
                  <a:lnTo>
                    <a:pt x="48895" y="24447"/>
                  </a:lnTo>
                  <a:lnTo>
                    <a:pt x="46973" y="14932"/>
                  </a:lnTo>
                  <a:lnTo>
                    <a:pt x="41733" y="7161"/>
                  </a:lnTo>
                  <a:lnTo>
                    <a:pt x="33962" y="1921"/>
                  </a:lnTo>
                  <a:lnTo>
                    <a:pt x="24447" y="0"/>
                  </a:lnTo>
                  <a:close/>
                </a:path>
              </a:pathLst>
            </a:custGeom>
            <a:solidFill>
              <a:srgbClr val="5C5D6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8"/>
            <p:cNvSpPr/>
            <p:nvPr/>
          </p:nvSpPr>
          <p:spPr>
            <a:xfrm>
              <a:off x="2029294" y="5697565"/>
              <a:ext cx="48895" cy="48895"/>
            </a:xfrm>
            <a:custGeom>
              <a:rect b="b" l="l" r="r" t="t"/>
              <a:pathLst>
                <a:path extrusionOk="0" h="48895" w="48894">
                  <a:moveTo>
                    <a:pt x="24447" y="48894"/>
                  </a:moveTo>
                  <a:lnTo>
                    <a:pt x="14932" y="46973"/>
                  </a:lnTo>
                  <a:lnTo>
                    <a:pt x="7161" y="41733"/>
                  </a:lnTo>
                  <a:lnTo>
                    <a:pt x="1921" y="33962"/>
                  </a:lnTo>
                  <a:lnTo>
                    <a:pt x="0" y="24447"/>
                  </a:lnTo>
                  <a:lnTo>
                    <a:pt x="1921" y="14932"/>
                  </a:lnTo>
                  <a:lnTo>
                    <a:pt x="7161" y="7161"/>
                  </a:lnTo>
                  <a:lnTo>
                    <a:pt x="14932" y="1921"/>
                  </a:lnTo>
                  <a:lnTo>
                    <a:pt x="24447" y="0"/>
                  </a:lnTo>
                  <a:lnTo>
                    <a:pt x="33962" y="1921"/>
                  </a:lnTo>
                  <a:lnTo>
                    <a:pt x="41733" y="7161"/>
                  </a:lnTo>
                  <a:lnTo>
                    <a:pt x="46973" y="14932"/>
                  </a:lnTo>
                  <a:lnTo>
                    <a:pt x="48895" y="24447"/>
                  </a:lnTo>
                  <a:lnTo>
                    <a:pt x="46973" y="33962"/>
                  </a:lnTo>
                  <a:lnTo>
                    <a:pt x="41733" y="41733"/>
                  </a:lnTo>
                  <a:lnTo>
                    <a:pt x="33962" y="46973"/>
                  </a:lnTo>
                  <a:lnTo>
                    <a:pt x="24447" y="4889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8"/>
            <p:cNvSpPr/>
            <p:nvPr/>
          </p:nvSpPr>
          <p:spPr>
            <a:xfrm>
              <a:off x="1842871" y="5651627"/>
              <a:ext cx="119380" cy="111760"/>
            </a:xfrm>
            <a:custGeom>
              <a:rect b="b" l="l" r="r" t="t"/>
              <a:pathLst>
                <a:path extrusionOk="0" h="111760" w="119380">
                  <a:moveTo>
                    <a:pt x="118897" y="0"/>
                  </a:moveTo>
                  <a:lnTo>
                    <a:pt x="0" y="0"/>
                  </a:lnTo>
                  <a:lnTo>
                    <a:pt x="0" y="111201"/>
                  </a:lnTo>
                  <a:lnTo>
                    <a:pt x="118897" y="111201"/>
                  </a:lnTo>
                  <a:lnTo>
                    <a:pt x="118897"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8"/>
            <p:cNvSpPr/>
            <p:nvPr/>
          </p:nvSpPr>
          <p:spPr>
            <a:xfrm>
              <a:off x="1842871" y="5651627"/>
              <a:ext cx="119380" cy="111760"/>
            </a:xfrm>
            <a:custGeom>
              <a:rect b="b" l="l" r="r" t="t"/>
              <a:pathLst>
                <a:path extrusionOk="0" h="111760" w="119380">
                  <a:moveTo>
                    <a:pt x="0" y="0"/>
                  </a:moveTo>
                  <a:lnTo>
                    <a:pt x="118897" y="0"/>
                  </a:lnTo>
                  <a:lnTo>
                    <a:pt x="118897" y="111201"/>
                  </a:lnTo>
                  <a:lnTo>
                    <a:pt x="0" y="111201"/>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8"/>
            <p:cNvSpPr/>
            <p:nvPr/>
          </p:nvSpPr>
          <p:spPr>
            <a:xfrm>
              <a:off x="1925510" y="5661761"/>
              <a:ext cx="26034" cy="29845"/>
            </a:xfrm>
            <a:custGeom>
              <a:rect b="b" l="l" r="r" t="t"/>
              <a:pathLst>
                <a:path extrusionOk="0" h="29845" w="26035">
                  <a:moveTo>
                    <a:pt x="25590" y="0"/>
                  </a:moveTo>
                  <a:lnTo>
                    <a:pt x="0" y="0"/>
                  </a:lnTo>
                  <a:lnTo>
                    <a:pt x="0" y="29273"/>
                  </a:lnTo>
                  <a:lnTo>
                    <a:pt x="25590" y="29273"/>
                  </a:lnTo>
                  <a:lnTo>
                    <a:pt x="2559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8"/>
            <p:cNvSpPr/>
            <p:nvPr/>
          </p:nvSpPr>
          <p:spPr>
            <a:xfrm>
              <a:off x="1925510" y="5661761"/>
              <a:ext cx="26034" cy="29845"/>
            </a:xfrm>
            <a:custGeom>
              <a:rect b="b" l="l" r="r" t="t"/>
              <a:pathLst>
                <a:path extrusionOk="0" h="29845" w="26035">
                  <a:moveTo>
                    <a:pt x="0" y="0"/>
                  </a:moveTo>
                  <a:lnTo>
                    <a:pt x="25590" y="0"/>
                  </a:lnTo>
                  <a:lnTo>
                    <a:pt x="25590" y="29273"/>
                  </a:lnTo>
                  <a:lnTo>
                    <a:pt x="0" y="29273"/>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8"/>
            <p:cNvSpPr/>
            <p:nvPr/>
          </p:nvSpPr>
          <p:spPr>
            <a:xfrm>
              <a:off x="1888642" y="5661761"/>
              <a:ext cx="26034" cy="29845"/>
            </a:xfrm>
            <a:custGeom>
              <a:rect b="b" l="l" r="r" t="t"/>
              <a:pathLst>
                <a:path extrusionOk="0" h="29845" w="26035">
                  <a:moveTo>
                    <a:pt x="25590" y="0"/>
                  </a:moveTo>
                  <a:lnTo>
                    <a:pt x="0" y="0"/>
                  </a:lnTo>
                  <a:lnTo>
                    <a:pt x="0" y="29273"/>
                  </a:lnTo>
                  <a:lnTo>
                    <a:pt x="25590" y="29273"/>
                  </a:lnTo>
                  <a:lnTo>
                    <a:pt x="2559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8"/>
            <p:cNvSpPr/>
            <p:nvPr/>
          </p:nvSpPr>
          <p:spPr>
            <a:xfrm>
              <a:off x="1888642" y="5661761"/>
              <a:ext cx="26034" cy="29845"/>
            </a:xfrm>
            <a:custGeom>
              <a:rect b="b" l="l" r="r" t="t"/>
              <a:pathLst>
                <a:path extrusionOk="0" h="29845" w="26035">
                  <a:moveTo>
                    <a:pt x="25590" y="29273"/>
                  </a:moveTo>
                  <a:lnTo>
                    <a:pt x="0" y="29273"/>
                  </a:lnTo>
                  <a:lnTo>
                    <a:pt x="0" y="0"/>
                  </a:lnTo>
                  <a:lnTo>
                    <a:pt x="25590" y="0"/>
                  </a:lnTo>
                  <a:lnTo>
                    <a:pt x="25590" y="2927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8"/>
            <p:cNvSpPr/>
            <p:nvPr/>
          </p:nvSpPr>
          <p:spPr>
            <a:xfrm>
              <a:off x="1851786" y="5661761"/>
              <a:ext cx="26034" cy="29845"/>
            </a:xfrm>
            <a:custGeom>
              <a:rect b="b" l="l" r="r" t="t"/>
              <a:pathLst>
                <a:path extrusionOk="0" h="29845" w="26035">
                  <a:moveTo>
                    <a:pt x="25590" y="0"/>
                  </a:moveTo>
                  <a:lnTo>
                    <a:pt x="0" y="0"/>
                  </a:lnTo>
                  <a:lnTo>
                    <a:pt x="0" y="29273"/>
                  </a:lnTo>
                  <a:lnTo>
                    <a:pt x="25590" y="29273"/>
                  </a:lnTo>
                  <a:lnTo>
                    <a:pt x="2559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8"/>
            <p:cNvSpPr/>
            <p:nvPr/>
          </p:nvSpPr>
          <p:spPr>
            <a:xfrm>
              <a:off x="1851786" y="5661761"/>
              <a:ext cx="26034" cy="29845"/>
            </a:xfrm>
            <a:custGeom>
              <a:rect b="b" l="l" r="r" t="t"/>
              <a:pathLst>
                <a:path extrusionOk="0" h="29845" w="26035">
                  <a:moveTo>
                    <a:pt x="0" y="0"/>
                  </a:moveTo>
                  <a:lnTo>
                    <a:pt x="25590" y="0"/>
                  </a:lnTo>
                  <a:lnTo>
                    <a:pt x="25590" y="29273"/>
                  </a:lnTo>
                  <a:lnTo>
                    <a:pt x="0" y="29273"/>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8"/>
            <p:cNvSpPr/>
            <p:nvPr/>
          </p:nvSpPr>
          <p:spPr>
            <a:xfrm>
              <a:off x="1925510" y="5723458"/>
              <a:ext cx="26034" cy="29845"/>
            </a:xfrm>
            <a:custGeom>
              <a:rect b="b" l="l" r="r" t="t"/>
              <a:pathLst>
                <a:path extrusionOk="0" h="29845" w="26035">
                  <a:moveTo>
                    <a:pt x="25590" y="0"/>
                  </a:moveTo>
                  <a:lnTo>
                    <a:pt x="0" y="0"/>
                  </a:lnTo>
                  <a:lnTo>
                    <a:pt x="0" y="29273"/>
                  </a:lnTo>
                  <a:lnTo>
                    <a:pt x="25590" y="29273"/>
                  </a:lnTo>
                  <a:lnTo>
                    <a:pt x="2559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8"/>
            <p:cNvSpPr/>
            <p:nvPr/>
          </p:nvSpPr>
          <p:spPr>
            <a:xfrm>
              <a:off x="1925510" y="5723458"/>
              <a:ext cx="26034" cy="29845"/>
            </a:xfrm>
            <a:custGeom>
              <a:rect b="b" l="l" r="r" t="t"/>
              <a:pathLst>
                <a:path extrusionOk="0" h="29845" w="26035">
                  <a:moveTo>
                    <a:pt x="0" y="0"/>
                  </a:moveTo>
                  <a:lnTo>
                    <a:pt x="25590" y="0"/>
                  </a:lnTo>
                  <a:lnTo>
                    <a:pt x="25590" y="29273"/>
                  </a:lnTo>
                  <a:lnTo>
                    <a:pt x="0" y="29273"/>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8"/>
            <p:cNvSpPr/>
            <p:nvPr/>
          </p:nvSpPr>
          <p:spPr>
            <a:xfrm>
              <a:off x="1888642" y="5723458"/>
              <a:ext cx="26034" cy="29845"/>
            </a:xfrm>
            <a:custGeom>
              <a:rect b="b" l="l" r="r" t="t"/>
              <a:pathLst>
                <a:path extrusionOk="0" h="29845" w="26035">
                  <a:moveTo>
                    <a:pt x="25590" y="0"/>
                  </a:moveTo>
                  <a:lnTo>
                    <a:pt x="0" y="0"/>
                  </a:lnTo>
                  <a:lnTo>
                    <a:pt x="0" y="29273"/>
                  </a:lnTo>
                  <a:lnTo>
                    <a:pt x="25590" y="29273"/>
                  </a:lnTo>
                  <a:lnTo>
                    <a:pt x="2559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8"/>
            <p:cNvSpPr/>
            <p:nvPr/>
          </p:nvSpPr>
          <p:spPr>
            <a:xfrm>
              <a:off x="1888642" y="5723458"/>
              <a:ext cx="26034" cy="29845"/>
            </a:xfrm>
            <a:custGeom>
              <a:rect b="b" l="l" r="r" t="t"/>
              <a:pathLst>
                <a:path extrusionOk="0" h="29845" w="26035">
                  <a:moveTo>
                    <a:pt x="25590" y="29273"/>
                  </a:moveTo>
                  <a:lnTo>
                    <a:pt x="0" y="29273"/>
                  </a:lnTo>
                  <a:lnTo>
                    <a:pt x="0" y="0"/>
                  </a:lnTo>
                  <a:lnTo>
                    <a:pt x="25590" y="0"/>
                  </a:lnTo>
                  <a:lnTo>
                    <a:pt x="25590" y="2927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8"/>
            <p:cNvSpPr/>
            <p:nvPr/>
          </p:nvSpPr>
          <p:spPr>
            <a:xfrm>
              <a:off x="1851786" y="5723458"/>
              <a:ext cx="26034" cy="29845"/>
            </a:xfrm>
            <a:custGeom>
              <a:rect b="b" l="l" r="r" t="t"/>
              <a:pathLst>
                <a:path extrusionOk="0" h="29845" w="26035">
                  <a:moveTo>
                    <a:pt x="25590" y="0"/>
                  </a:moveTo>
                  <a:lnTo>
                    <a:pt x="0" y="0"/>
                  </a:lnTo>
                  <a:lnTo>
                    <a:pt x="0" y="29273"/>
                  </a:lnTo>
                  <a:lnTo>
                    <a:pt x="25590" y="29273"/>
                  </a:lnTo>
                  <a:lnTo>
                    <a:pt x="2559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8"/>
            <p:cNvSpPr/>
            <p:nvPr/>
          </p:nvSpPr>
          <p:spPr>
            <a:xfrm>
              <a:off x="1851786" y="5723458"/>
              <a:ext cx="26034" cy="29845"/>
            </a:xfrm>
            <a:custGeom>
              <a:rect b="b" l="l" r="r" t="t"/>
              <a:pathLst>
                <a:path extrusionOk="0" h="29845" w="26035">
                  <a:moveTo>
                    <a:pt x="0" y="0"/>
                  </a:moveTo>
                  <a:lnTo>
                    <a:pt x="25590" y="0"/>
                  </a:lnTo>
                  <a:lnTo>
                    <a:pt x="25590" y="29273"/>
                  </a:lnTo>
                  <a:lnTo>
                    <a:pt x="0" y="29273"/>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8"/>
            <p:cNvSpPr/>
            <p:nvPr/>
          </p:nvSpPr>
          <p:spPr>
            <a:xfrm>
              <a:off x="2048281" y="6130493"/>
              <a:ext cx="9525" cy="179705"/>
            </a:xfrm>
            <a:custGeom>
              <a:rect b="b" l="l" r="r" t="t"/>
              <a:pathLst>
                <a:path extrusionOk="0" h="179704" w="9525">
                  <a:moveTo>
                    <a:pt x="9220" y="0"/>
                  </a:moveTo>
                  <a:lnTo>
                    <a:pt x="0" y="0"/>
                  </a:lnTo>
                  <a:lnTo>
                    <a:pt x="0" y="179666"/>
                  </a:lnTo>
                  <a:lnTo>
                    <a:pt x="9220" y="179666"/>
                  </a:lnTo>
                  <a:lnTo>
                    <a:pt x="922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8"/>
            <p:cNvSpPr/>
            <p:nvPr/>
          </p:nvSpPr>
          <p:spPr>
            <a:xfrm>
              <a:off x="2048268" y="6130493"/>
              <a:ext cx="9525" cy="179705"/>
            </a:xfrm>
            <a:custGeom>
              <a:rect b="b" l="l" r="r" t="t"/>
              <a:pathLst>
                <a:path extrusionOk="0" h="179704" w="9525">
                  <a:moveTo>
                    <a:pt x="0" y="0"/>
                  </a:moveTo>
                  <a:lnTo>
                    <a:pt x="9232" y="0"/>
                  </a:lnTo>
                  <a:lnTo>
                    <a:pt x="9232" y="179666"/>
                  </a:lnTo>
                  <a:lnTo>
                    <a:pt x="0" y="179666"/>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8"/>
            <p:cNvSpPr/>
            <p:nvPr/>
          </p:nvSpPr>
          <p:spPr>
            <a:xfrm>
              <a:off x="1869884" y="6130429"/>
              <a:ext cx="187960" cy="182245"/>
            </a:xfrm>
            <a:custGeom>
              <a:rect b="b" l="l" r="r" t="t"/>
              <a:pathLst>
                <a:path extrusionOk="0" h="182245" w="187960">
                  <a:moveTo>
                    <a:pt x="187629" y="63"/>
                  </a:moveTo>
                  <a:lnTo>
                    <a:pt x="9537" y="63"/>
                  </a:lnTo>
                  <a:lnTo>
                    <a:pt x="0" y="0"/>
                  </a:lnTo>
                  <a:lnTo>
                    <a:pt x="0" y="9525"/>
                  </a:lnTo>
                  <a:lnTo>
                    <a:pt x="0" y="182029"/>
                  </a:lnTo>
                  <a:lnTo>
                    <a:pt x="9537" y="182029"/>
                  </a:lnTo>
                  <a:lnTo>
                    <a:pt x="9537" y="9525"/>
                  </a:lnTo>
                  <a:lnTo>
                    <a:pt x="187629" y="9525"/>
                  </a:lnTo>
                  <a:lnTo>
                    <a:pt x="187629" y="63"/>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8"/>
            <p:cNvSpPr/>
            <p:nvPr/>
          </p:nvSpPr>
          <p:spPr>
            <a:xfrm>
              <a:off x="1883534" y="6135224"/>
              <a:ext cx="175260" cy="0"/>
            </a:xfrm>
            <a:custGeom>
              <a:rect b="b" l="l" r="r" t="t"/>
              <a:pathLst>
                <a:path extrusionOk="0" h="120000" w="175260">
                  <a:moveTo>
                    <a:pt x="0" y="0"/>
                  </a:moveTo>
                  <a:lnTo>
                    <a:pt x="69214" y="0"/>
                  </a:lnTo>
                </a:path>
                <a:path extrusionOk="0" h="120000" w="175260">
                  <a:moveTo>
                    <a:pt x="142938" y="0"/>
                  </a:moveTo>
                  <a:lnTo>
                    <a:pt x="174906" y="0"/>
                  </a:lnTo>
                </a:path>
              </a:pathLst>
            </a:custGeom>
            <a:noFill/>
            <a:ln cap="flat" cmpd="sng" w="113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8"/>
            <p:cNvSpPr/>
            <p:nvPr/>
          </p:nvSpPr>
          <p:spPr>
            <a:xfrm>
              <a:off x="1869884" y="6307505"/>
              <a:ext cx="187960" cy="9525"/>
            </a:xfrm>
            <a:custGeom>
              <a:rect b="b" l="l" r="r" t="t"/>
              <a:pathLst>
                <a:path extrusionOk="0" h="9525" w="187960">
                  <a:moveTo>
                    <a:pt x="187629" y="0"/>
                  </a:moveTo>
                  <a:lnTo>
                    <a:pt x="0" y="0"/>
                  </a:lnTo>
                  <a:lnTo>
                    <a:pt x="0" y="9461"/>
                  </a:lnTo>
                  <a:lnTo>
                    <a:pt x="187629" y="9461"/>
                  </a:lnTo>
                  <a:lnTo>
                    <a:pt x="187629"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8"/>
            <p:cNvSpPr/>
            <p:nvPr/>
          </p:nvSpPr>
          <p:spPr>
            <a:xfrm>
              <a:off x="1883534" y="6312236"/>
              <a:ext cx="175260" cy="0"/>
            </a:xfrm>
            <a:custGeom>
              <a:rect b="b" l="l" r="r" t="t"/>
              <a:pathLst>
                <a:path extrusionOk="0" h="120000" w="175260">
                  <a:moveTo>
                    <a:pt x="0" y="0"/>
                  </a:moveTo>
                  <a:lnTo>
                    <a:pt x="174906" y="0"/>
                  </a:lnTo>
                </a:path>
              </a:pathLst>
            </a:custGeom>
            <a:noFill/>
            <a:ln cap="flat" cmpd="sng" w="113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8"/>
            <p:cNvSpPr/>
            <p:nvPr/>
          </p:nvSpPr>
          <p:spPr>
            <a:xfrm>
              <a:off x="1828317" y="5912688"/>
              <a:ext cx="198755" cy="405130"/>
            </a:xfrm>
            <a:custGeom>
              <a:rect b="b" l="l" r="r" t="t"/>
              <a:pathLst>
                <a:path extrusionOk="0" h="405129" w="198755">
                  <a:moveTo>
                    <a:pt x="198145" y="0"/>
                  </a:moveTo>
                  <a:lnTo>
                    <a:pt x="0" y="0"/>
                  </a:lnTo>
                  <a:lnTo>
                    <a:pt x="0" y="30480"/>
                  </a:lnTo>
                  <a:lnTo>
                    <a:pt x="0" y="257810"/>
                  </a:lnTo>
                  <a:lnTo>
                    <a:pt x="0" y="405130"/>
                  </a:lnTo>
                  <a:lnTo>
                    <a:pt x="55206" y="405130"/>
                  </a:lnTo>
                  <a:lnTo>
                    <a:pt x="55206" y="257810"/>
                  </a:lnTo>
                  <a:lnTo>
                    <a:pt x="55206" y="30480"/>
                  </a:lnTo>
                  <a:lnTo>
                    <a:pt x="124421" y="30480"/>
                  </a:lnTo>
                  <a:lnTo>
                    <a:pt x="124421" y="257810"/>
                  </a:lnTo>
                  <a:lnTo>
                    <a:pt x="198145" y="257810"/>
                  </a:lnTo>
                  <a:lnTo>
                    <a:pt x="198145" y="30480"/>
                  </a:lnTo>
                  <a:lnTo>
                    <a:pt x="198145"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8"/>
            <p:cNvSpPr/>
            <p:nvPr/>
          </p:nvSpPr>
          <p:spPr>
            <a:xfrm>
              <a:off x="1828327" y="5913273"/>
              <a:ext cx="198755" cy="404495"/>
            </a:xfrm>
            <a:custGeom>
              <a:rect b="b" l="l" r="r" t="t"/>
              <a:pathLst>
                <a:path extrusionOk="0" h="404495" w="198755">
                  <a:moveTo>
                    <a:pt x="55206" y="29883"/>
                  </a:moveTo>
                  <a:lnTo>
                    <a:pt x="124421" y="29883"/>
                  </a:lnTo>
                  <a:lnTo>
                    <a:pt x="124421" y="257289"/>
                  </a:lnTo>
                  <a:lnTo>
                    <a:pt x="198145" y="257289"/>
                  </a:lnTo>
                  <a:lnTo>
                    <a:pt x="198145" y="29883"/>
                  </a:lnTo>
                  <a:lnTo>
                    <a:pt x="198145" y="0"/>
                  </a:lnTo>
                  <a:lnTo>
                    <a:pt x="124421" y="0"/>
                  </a:lnTo>
                  <a:lnTo>
                    <a:pt x="55206" y="0"/>
                  </a:lnTo>
                  <a:lnTo>
                    <a:pt x="22885" y="0"/>
                  </a:lnTo>
                  <a:lnTo>
                    <a:pt x="0" y="0"/>
                  </a:lnTo>
                  <a:lnTo>
                    <a:pt x="0" y="403974"/>
                  </a:lnTo>
                  <a:lnTo>
                    <a:pt x="55206" y="403974"/>
                  </a:lnTo>
                  <a:lnTo>
                    <a:pt x="55206" y="29883"/>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06" name="Google Shape;1306;p8"/>
            <p:cNvPicPr preferRelativeResize="0"/>
            <p:nvPr/>
          </p:nvPicPr>
          <p:blipFill rotWithShape="1">
            <a:blip r:embed="rId18">
              <a:alphaModFix/>
            </a:blip>
            <a:srcRect b="0" l="0" r="0" t="0"/>
            <a:stretch/>
          </p:blipFill>
          <p:spPr>
            <a:xfrm>
              <a:off x="1895195" y="5965179"/>
              <a:ext cx="93281" cy="219109"/>
            </a:xfrm>
            <a:prstGeom prst="rect">
              <a:avLst/>
            </a:prstGeom>
            <a:noFill/>
            <a:ln>
              <a:noFill/>
            </a:ln>
          </p:spPr>
        </p:pic>
        <p:sp>
          <p:nvSpPr>
            <p:cNvPr id="1307" name="Google Shape;1307;p8"/>
            <p:cNvSpPr/>
            <p:nvPr/>
          </p:nvSpPr>
          <p:spPr>
            <a:xfrm>
              <a:off x="1788960" y="5542305"/>
              <a:ext cx="22860" cy="391160"/>
            </a:xfrm>
            <a:custGeom>
              <a:rect b="b" l="l" r="r" t="t"/>
              <a:pathLst>
                <a:path extrusionOk="0" h="391160" w="22860">
                  <a:moveTo>
                    <a:pt x="22440" y="0"/>
                  </a:moveTo>
                  <a:lnTo>
                    <a:pt x="0" y="0"/>
                  </a:lnTo>
                  <a:lnTo>
                    <a:pt x="0" y="390563"/>
                  </a:lnTo>
                  <a:lnTo>
                    <a:pt x="22440" y="390563"/>
                  </a:lnTo>
                  <a:lnTo>
                    <a:pt x="22440" y="0"/>
                  </a:lnTo>
                  <a:close/>
                </a:path>
              </a:pathLst>
            </a:custGeom>
            <a:solidFill>
              <a:srgbClr val="A9D9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8"/>
            <p:cNvSpPr/>
            <p:nvPr/>
          </p:nvSpPr>
          <p:spPr>
            <a:xfrm>
              <a:off x="1788960" y="5542305"/>
              <a:ext cx="22860" cy="391160"/>
            </a:xfrm>
            <a:custGeom>
              <a:rect b="b" l="l" r="r" t="t"/>
              <a:pathLst>
                <a:path extrusionOk="0" h="391160" w="22860">
                  <a:moveTo>
                    <a:pt x="0" y="0"/>
                  </a:moveTo>
                  <a:lnTo>
                    <a:pt x="22440" y="0"/>
                  </a:lnTo>
                  <a:lnTo>
                    <a:pt x="22440" y="390563"/>
                  </a:lnTo>
                  <a:lnTo>
                    <a:pt x="0" y="390563"/>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8"/>
            <p:cNvSpPr/>
            <p:nvPr/>
          </p:nvSpPr>
          <p:spPr>
            <a:xfrm>
              <a:off x="1780717" y="5929261"/>
              <a:ext cx="39370" cy="10795"/>
            </a:xfrm>
            <a:custGeom>
              <a:rect b="b" l="l" r="r" t="t"/>
              <a:pathLst>
                <a:path extrusionOk="0" h="10795" w="39369">
                  <a:moveTo>
                    <a:pt x="38925" y="0"/>
                  </a:moveTo>
                  <a:lnTo>
                    <a:pt x="0" y="0"/>
                  </a:lnTo>
                  <a:lnTo>
                    <a:pt x="0" y="10198"/>
                  </a:lnTo>
                  <a:lnTo>
                    <a:pt x="38925" y="10198"/>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8"/>
            <p:cNvSpPr/>
            <p:nvPr/>
          </p:nvSpPr>
          <p:spPr>
            <a:xfrm>
              <a:off x="1780717" y="5929261"/>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8"/>
            <p:cNvSpPr/>
            <p:nvPr/>
          </p:nvSpPr>
          <p:spPr>
            <a:xfrm>
              <a:off x="1780717" y="5943257"/>
              <a:ext cx="39370" cy="10795"/>
            </a:xfrm>
            <a:custGeom>
              <a:rect b="b" l="l" r="r" t="t"/>
              <a:pathLst>
                <a:path extrusionOk="0" h="10795" w="39369">
                  <a:moveTo>
                    <a:pt x="38925" y="0"/>
                  </a:moveTo>
                  <a:lnTo>
                    <a:pt x="0" y="0"/>
                  </a:lnTo>
                  <a:lnTo>
                    <a:pt x="0" y="10198"/>
                  </a:lnTo>
                  <a:lnTo>
                    <a:pt x="38925" y="10198"/>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8"/>
            <p:cNvSpPr/>
            <p:nvPr/>
          </p:nvSpPr>
          <p:spPr>
            <a:xfrm>
              <a:off x="1780717" y="5943257"/>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8"/>
            <p:cNvSpPr/>
            <p:nvPr/>
          </p:nvSpPr>
          <p:spPr>
            <a:xfrm>
              <a:off x="1780717" y="5957239"/>
              <a:ext cx="39370" cy="10795"/>
            </a:xfrm>
            <a:custGeom>
              <a:rect b="b" l="l" r="r" t="t"/>
              <a:pathLst>
                <a:path extrusionOk="0" h="10795" w="39369">
                  <a:moveTo>
                    <a:pt x="38925" y="0"/>
                  </a:moveTo>
                  <a:lnTo>
                    <a:pt x="0" y="0"/>
                  </a:lnTo>
                  <a:lnTo>
                    <a:pt x="0" y="10210"/>
                  </a:lnTo>
                  <a:lnTo>
                    <a:pt x="38925" y="10210"/>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8"/>
            <p:cNvSpPr/>
            <p:nvPr/>
          </p:nvSpPr>
          <p:spPr>
            <a:xfrm>
              <a:off x="1780717" y="5957252"/>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8"/>
            <p:cNvSpPr/>
            <p:nvPr/>
          </p:nvSpPr>
          <p:spPr>
            <a:xfrm>
              <a:off x="1780717" y="5971247"/>
              <a:ext cx="39370" cy="10795"/>
            </a:xfrm>
            <a:custGeom>
              <a:rect b="b" l="l" r="r" t="t"/>
              <a:pathLst>
                <a:path extrusionOk="0" h="10795" w="39369">
                  <a:moveTo>
                    <a:pt x="38925" y="0"/>
                  </a:moveTo>
                  <a:lnTo>
                    <a:pt x="0" y="0"/>
                  </a:lnTo>
                  <a:lnTo>
                    <a:pt x="0" y="10198"/>
                  </a:lnTo>
                  <a:lnTo>
                    <a:pt x="38925" y="10198"/>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8"/>
            <p:cNvSpPr/>
            <p:nvPr/>
          </p:nvSpPr>
          <p:spPr>
            <a:xfrm>
              <a:off x="1780717" y="5971235"/>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8"/>
            <p:cNvSpPr/>
            <p:nvPr/>
          </p:nvSpPr>
          <p:spPr>
            <a:xfrm>
              <a:off x="1780717" y="5985230"/>
              <a:ext cx="39370" cy="10795"/>
            </a:xfrm>
            <a:custGeom>
              <a:rect b="b" l="l" r="r" t="t"/>
              <a:pathLst>
                <a:path extrusionOk="0" h="10795" w="39369">
                  <a:moveTo>
                    <a:pt x="38925" y="0"/>
                  </a:moveTo>
                  <a:lnTo>
                    <a:pt x="0" y="0"/>
                  </a:lnTo>
                  <a:lnTo>
                    <a:pt x="0" y="10198"/>
                  </a:lnTo>
                  <a:lnTo>
                    <a:pt x="38925" y="10198"/>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8"/>
            <p:cNvSpPr/>
            <p:nvPr/>
          </p:nvSpPr>
          <p:spPr>
            <a:xfrm>
              <a:off x="1780717" y="5985230"/>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8"/>
            <p:cNvSpPr/>
            <p:nvPr/>
          </p:nvSpPr>
          <p:spPr>
            <a:xfrm>
              <a:off x="1780717" y="5999226"/>
              <a:ext cx="39370" cy="10795"/>
            </a:xfrm>
            <a:custGeom>
              <a:rect b="b" l="l" r="r" t="t"/>
              <a:pathLst>
                <a:path extrusionOk="0" h="10795" w="39369">
                  <a:moveTo>
                    <a:pt x="38925" y="0"/>
                  </a:moveTo>
                  <a:lnTo>
                    <a:pt x="0" y="0"/>
                  </a:lnTo>
                  <a:lnTo>
                    <a:pt x="0" y="10210"/>
                  </a:lnTo>
                  <a:lnTo>
                    <a:pt x="38925" y="10210"/>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8"/>
            <p:cNvSpPr/>
            <p:nvPr/>
          </p:nvSpPr>
          <p:spPr>
            <a:xfrm>
              <a:off x="1780717" y="5999226"/>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8"/>
            <p:cNvSpPr/>
            <p:nvPr/>
          </p:nvSpPr>
          <p:spPr>
            <a:xfrm>
              <a:off x="1780717" y="6013221"/>
              <a:ext cx="39370" cy="10795"/>
            </a:xfrm>
            <a:custGeom>
              <a:rect b="b" l="l" r="r" t="t"/>
              <a:pathLst>
                <a:path extrusionOk="0" h="10795" w="39369">
                  <a:moveTo>
                    <a:pt x="38925" y="0"/>
                  </a:moveTo>
                  <a:lnTo>
                    <a:pt x="0" y="0"/>
                  </a:lnTo>
                  <a:lnTo>
                    <a:pt x="0" y="10198"/>
                  </a:lnTo>
                  <a:lnTo>
                    <a:pt x="38925" y="10198"/>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8"/>
            <p:cNvSpPr/>
            <p:nvPr/>
          </p:nvSpPr>
          <p:spPr>
            <a:xfrm>
              <a:off x="1780717" y="6013221"/>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8"/>
            <p:cNvSpPr/>
            <p:nvPr/>
          </p:nvSpPr>
          <p:spPr>
            <a:xfrm>
              <a:off x="1780717" y="6027216"/>
              <a:ext cx="39370" cy="10795"/>
            </a:xfrm>
            <a:custGeom>
              <a:rect b="b" l="l" r="r" t="t"/>
              <a:pathLst>
                <a:path extrusionOk="0" h="10795" w="39369">
                  <a:moveTo>
                    <a:pt x="38925" y="0"/>
                  </a:moveTo>
                  <a:lnTo>
                    <a:pt x="0" y="0"/>
                  </a:lnTo>
                  <a:lnTo>
                    <a:pt x="0" y="10198"/>
                  </a:lnTo>
                  <a:lnTo>
                    <a:pt x="38925" y="10198"/>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8"/>
            <p:cNvSpPr/>
            <p:nvPr/>
          </p:nvSpPr>
          <p:spPr>
            <a:xfrm>
              <a:off x="1780717" y="6027216"/>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8"/>
            <p:cNvSpPr/>
            <p:nvPr/>
          </p:nvSpPr>
          <p:spPr>
            <a:xfrm>
              <a:off x="1780717" y="6041212"/>
              <a:ext cx="39370" cy="10795"/>
            </a:xfrm>
            <a:custGeom>
              <a:rect b="b" l="l" r="r" t="t"/>
              <a:pathLst>
                <a:path extrusionOk="0" h="10795" w="39369">
                  <a:moveTo>
                    <a:pt x="38925" y="0"/>
                  </a:moveTo>
                  <a:lnTo>
                    <a:pt x="0" y="0"/>
                  </a:lnTo>
                  <a:lnTo>
                    <a:pt x="0" y="10210"/>
                  </a:lnTo>
                  <a:lnTo>
                    <a:pt x="38925" y="10210"/>
                  </a:lnTo>
                  <a:lnTo>
                    <a:pt x="38925" y="0"/>
                  </a:lnTo>
                  <a:close/>
                </a:path>
              </a:pathLst>
            </a:custGeom>
            <a:solidFill>
              <a:srgbClr val="C6D2D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8"/>
            <p:cNvSpPr/>
            <p:nvPr/>
          </p:nvSpPr>
          <p:spPr>
            <a:xfrm>
              <a:off x="1780717" y="6041212"/>
              <a:ext cx="39370" cy="10795"/>
            </a:xfrm>
            <a:custGeom>
              <a:rect b="b" l="l" r="r" t="t"/>
              <a:pathLst>
                <a:path extrusionOk="0" h="10795" w="39369">
                  <a:moveTo>
                    <a:pt x="0" y="0"/>
                  </a:moveTo>
                  <a:lnTo>
                    <a:pt x="38925" y="0"/>
                  </a:lnTo>
                  <a:lnTo>
                    <a:pt x="38925" y="10198"/>
                  </a:lnTo>
                  <a:lnTo>
                    <a:pt x="0" y="10198"/>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8"/>
            <p:cNvSpPr/>
            <p:nvPr/>
          </p:nvSpPr>
          <p:spPr>
            <a:xfrm>
              <a:off x="2036309" y="5621905"/>
              <a:ext cx="1240155" cy="227329"/>
            </a:xfrm>
            <a:custGeom>
              <a:rect b="b" l="l" r="r" t="t"/>
              <a:pathLst>
                <a:path extrusionOk="0" h="227329" w="1240154">
                  <a:moveTo>
                    <a:pt x="1239812" y="0"/>
                  </a:moveTo>
                  <a:lnTo>
                    <a:pt x="180936" y="0"/>
                  </a:lnTo>
                  <a:lnTo>
                    <a:pt x="174599" y="6337"/>
                  </a:lnTo>
                  <a:lnTo>
                    <a:pt x="174599" y="215379"/>
                  </a:lnTo>
                  <a:lnTo>
                    <a:pt x="172491" y="217487"/>
                  </a:lnTo>
                  <a:lnTo>
                    <a:pt x="0" y="217487"/>
                  </a:lnTo>
                  <a:lnTo>
                    <a:pt x="0" y="226898"/>
                  </a:lnTo>
                  <a:lnTo>
                    <a:pt x="177685" y="226898"/>
                  </a:lnTo>
                  <a:lnTo>
                    <a:pt x="184010" y="220560"/>
                  </a:lnTo>
                  <a:lnTo>
                    <a:pt x="184010" y="11518"/>
                  </a:lnTo>
                  <a:lnTo>
                    <a:pt x="186118" y="9410"/>
                  </a:lnTo>
                  <a:lnTo>
                    <a:pt x="1239812" y="9410"/>
                  </a:lnTo>
                  <a:lnTo>
                    <a:pt x="1239812" y="0"/>
                  </a:lnTo>
                  <a:close/>
                </a:path>
              </a:pathLst>
            </a:custGeom>
            <a:solidFill>
              <a:srgbClr val="97999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8"/>
            <p:cNvSpPr/>
            <p:nvPr/>
          </p:nvSpPr>
          <p:spPr>
            <a:xfrm>
              <a:off x="2036309" y="5621905"/>
              <a:ext cx="1240155" cy="227329"/>
            </a:xfrm>
            <a:custGeom>
              <a:rect b="b" l="l" r="r" t="t"/>
              <a:pathLst>
                <a:path extrusionOk="0" h="227329" w="1240154">
                  <a:moveTo>
                    <a:pt x="1239812" y="9410"/>
                  </a:moveTo>
                  <a:lnTo>
                    <a:pt x="188721" y="9410"/>
                  </a:lnTo>
                  <a:lnTo>
                    <a:pt x="186118" y="9410"/>
                  </a:lnTo>
                  <a:lnTo>
                    <a:pt x="184010" y="11518"/>
                  </a:lnTo>
                  <a:lnTo>
                    <a:pt x="184010" y="14122"/>
                  </a:lnTo>
                  <a:lnTo>
                    <a:pt x="184010" y="212775"/>
                  </a:lnTo>
                  <a:lnTo>
                    <a:pt x="184010" y="220560"/>
                  </a:lnTo>
                  <a:lnTo>
                    <a:pt x="177685" y="226898"/>
                  </a:lnTo>
                  <a:lnTo>
                    <a:pt x="169900" y="226898"/>
                  </a:lnTo>
                  <a:lnTo>
                    <a:pt x="0" y="226898"/>
                  </a:lnTo>
                  <a:lnTo>
                    <a:pt x="0" y="217487"/>
                  </a:lnTo>
                  <a:lnTo>
                    <a:pt x="169900" y="217487"/>
                  </a:lnTo>
                  <a:lnTo>
                    <a:pt x="172491" y="217487"/>
                  </a:lnTo>
                  <a:lnTo>
                    <a:pt x="174599" y="215379"/>
                  </a:lnTo>
                  <a:lnTo>
                    <a:pt x="174599" y="212775"/>
                  </a:lnTo>
                  <a:lnTo>
                    <a:pt x="174599" y="14122"/>
                  </a:lnTo>
                  <a:lnTo>
                    <a:pt x="174599" y="6337"/>
                  </a:lnTo>
                  <a:lnTo>
                    <a:pt x="180936" y="0"/>
                  </a:lnTo>
                  <a:lnTo>
                    <a:pt x="188721" y="0"/>
                  </a:lnTo>
                  <a:lnTo>
                    <a:pt x="123981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29" name="Google Shape;1329;p8"/>
          <p:cNvSpPr txBox="1"/>
          <p:nvPr/>
        </p:nvSpPr>
        <p:spPr>
          <a:xfrm>
            <a:off x="7100899" y="5602880"/>
            <a:ext cx="2996565" cy="1235710"/>
          </a:xfrm>
          <a:prstGeom prst="rect">
            <a:avLst/>
          </a:prstGeom>
          <a:noFill/>
          <a:ln>
            <a:noFill/>
          </a:ln>
        </p:spPr>
        <p:txBody>
          <a:bodyPr anchorCtr="0" anchor="t" bIns="0" lIns="0" spcFirstLastPara="1" rIns="0" wrap="square" tIns="7600">
            <a:spAutoFit/>
          </a:bodyPr>
          <a:lstStyle/>
          <a:p>
            <a:pPr indent="0" lvl="0" marL="12700" marR="5080" rtl="0" algn="just">
              <a:lnSpc>
                <a:spcPct val="1042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Site area and layout may differ by building regulation and disaster prevention laws and other rules. The input storage area needs a storage area according to the actual input plan.</a:t>
            </a:r>
            <a:endParaRPr b="0" i="0" sz="800" u="none" cap="none" strike="noStrike">
              <a:solidFill>
                <a:srgbClr val="000000"/>
              </a:solidFill>
              <a:latin typeface="Arial"/>
              <a:ea typeface="Arial"/>
              <a:cs typeface="Arial"/>
              <a:sym typeface="Arial"/>
            </a:endParaRPr>
          </a:p>
          <a:p>
            <a:pPr indent="0" lvl="0" marL="12700" marR="5080" rtl="0" algn="just">
              <a:lnSpc>
                <a:spcPct val="104200"/>
              </a:lnSpc>
              <a:spcBef>
                <a:spcPts val="28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Also, depending on the type of input, there may be cases where the relevant laws and regulations may require odor control and/or structural wall.</a:t>
            </a:r>
            <a:endParaRPr b="0" i="0" sz="800" u="none" cap="none" strike="noStrike">
              <a:solidFill>
                <a:srgbClr val="000000"/>
              </a:solidFill>
              <a:latin typeface="Arial"/>
              <a:ea typeface="Arial"/>
              <a:cs typeface="Arial"/>
              <a:sym typeface="Arial"/>
            </a:endParaRPr>
          </a:p>
          <a:p>
            <a:pPr indent="0" lvl="0" marL="12700" marR="5080" rtl="0" algn="just">
              <a:lnSpc>
                <a:spcPct val="104200"/>
              </a:lnSpc>
              <a:spcBef>
                <a:spcPts val="285"/>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It is recommendable to take into account those issues for purchasing our facilities.</a:t>
            </a:r>
            <a:endParaRPr b="0" i="0" sz="800" u="none" cap="none" strike="noStrike">
              <a:solidFill>
                <a:srgbClr val="000000"/>
              </a:solidFill>
              <a:latin typeface="Arial"/>
              <a:ea typeface="Arial"/>
              <a:cs typeface="Arial"/>
              <a:sym typeface="Arial"/>
            </a:endParaRPr>
          </a:p>
        </p:txBody>
      </p:sp>
      <p:sp>
        <p:nvSpPr>
          <p:cNvPr id="1330" name="Google Shape;1330;p8"/>
          <p:cNvSpPr txBox="1"/>
          <p:nvPr/>
        </p:nvSpPr>
        <p:spPr>
          <a:xfrm>
            <a:off x="1370457" y="6139570"/>
            <a:ext cx="28130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Hoist crane</a:t>
            </a:r>
            <a:endParaRPr b="0" i="0" sz="400" u="none" cap="none" strike="noStrike">
              <a:solidFill>
                <a:srgbClr val="000000"/>
              </a:solidFill>
              <a:latin typeface="Arial"/>
              <a:ea typeface="Arial"/>
              <a:cs typeface="Arial"/>
              <a:sym typeface="Arial"/>
            </a:endParaRPr>
          </a:p>
        </p:txBody>
      </p:sp>
      <p:grpSp>
        <p:nvGrpSpPr>
          <p:cNvPr id="1331" name="Google Shape;1331;p8"/>
          <p:cNvGrpSpPr/>
          <p:nvPr/>
        </p:nvGrpSpPr>
        <p:grpSpPr>
          <a:xfrm>
            <a:off x="3931659" y="5782100"/>
            <a:ext cx="1511681" cy="1105200"/>
            <a:chOff x="3931659" y="5782100"/>
            <a:chExt cx="1511681" cy="1105200"/>
          </a:xfrm>
        </p:grpSpPr>
        <p:sp>
          <p:nvSpPr>
            <p:cNvPr id="1332" name="Google Shape;1332;p8"/>
            <p:cNvSpPr/>
            <p:nvPr/>
          </p:nvSpPr>
          <p:spPr>
            <a:xfrm>
              <a:off x="3931659" y="5782100"/>
              <a:ext cx="899794" cy="0"/>
            </a:xfrm>
            <a:custGeom>
              <a:rect b="b" l="l" r="r" t="t"/>
              <a:pathLst>
                <a:path extrusionOk="0" h="120000" w="899795">
                  <a:moveTo>
                    <a:pt x="0" y="0"/>
                  </a:moveTo>
                  <a:lnTo>
                    <a:pt x="899541"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8"/>
            <p:cNvSpPr/>
            <p:nvPr/>
          </p:nvSpPr>
          <p:spPr>
            <a:xfrm>
              <a:off x="4831200" y="5782100"/>
              <a:ext cx="612140" cy="0"/>
            </a:xfrm>
            <a:custGeom>
              <a:rect b="b" l="l" r="r" t="t"/>
              <a:pathLst>
                <a:path extrusionOk="0" h="120000" w="612139">
                  <a:moveTo>
                    <a:pt x="0" y="0"/>
                  </a:moveTo>
                  <a:lnTo>
                    <a:pt x="612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8"/>
            <p:cNvSpPr/>
            <p:nvPr/>
          </p:nvSpPr>
          <p:spPr>
            <a:xfrm>
              <a:off x="3931659" y="5966300"/>
              <a:ext cx="899794" cy="0"/>
            </a:xfrm>
            <a:custGeom>
              <a:rect b="b" l="l" r="r" t="t"/>
              <a:pathLst>
                <a:path extrusionOk="0" h="120000" w="899795">
                  <a:moveTo>
                    <a:pt x="0" y="0"/>
                  </a:moveTo>
                  <a:lnTo>
                    <a:pt x="899541"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8"/>
            <p:cNvSpPr/>
            <p:nvPr/>
          </p:nvSpPr>
          <p:spPr>
            <a:xfrm>
              <a:off x="4831200" y="5966300"/>
              <a:ext cx="612140" cy="0"/>
            </a:xfrm>
            <a:custGeom>
              <a:rect b="b" l="l" r="r" t="t"/>
              <a:pathLst>
                <a:path extrusionOk="0" h="120000" w="612139">
                  <a:moveTo>
                    <a:pt x="0" y="0"/>
                  </a:moveTo>
                  <a:lnTo>
                    <a:pt x="612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8"/>
            <p:cNvSpPr/>
            <p:nvPr/>
          </p:nvSpPr>
          <p:spPr>
            <a:xfrm>
              <a:off x="3931659" y="6334700"/>
              <a:ext cx="899794" cy="0"/>
            </a:xfrm>
            <a:custGeom>
              <a:rect b="b" l="l" r="r" t="t"/>
              <a:pathLst>
                <a:path extrusionOk="0" h="120000" w="899795">
                  <a:moveTo>
                    <a:pt x="0" y="0"/>
                  </a:moveTo>
                  <a:lnTo>
                    <a:pt x="899541"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8"/>
            <p:cNvSpPr/>
            <p:nvPr/>
          </p:nvSpPr>
          <p:spPr>
            <a:xfrm>
              <a:off x="4831200" y="6334700"/>
              <a:ext cx="612140" cy="0"/>
            </a:xfrm>
            <a:custGeom>
              <a:rect b="b" l="l" r="r" t="t"/>
              <a:pathLst>
                <a:path extrusionOk="0" h="120000" w="612139">
                  <a:moveTo>
                    <a:pt x="0" y="0"/>
                  </a:moveTo>
                  <a:lnTo>
                    <a:pt x="612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8"/>
            <p:cNvSpPr/>
            <p:nvPr/>
          </p:nvSpPr>
          <p:spPr>
            <a:xfrm>
              <a:off x="3931659" y="6518901"/>
              <a:ext cx="899794" cy="0"/>
            </a:xfrm>
            <a:custGeom>
              <a:rect b="b" l="l" r="r" t="t"/>
              <a:pathLst>
                <a:path extrusionOk="0" h="120000" w="899795">
                  <a:moveTo>
                    <a:pt x="0" y="0"/>
                  </a:moveTo>
                  <a:lnTo>
                    <a:pt x="899541"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8"/>
            <p:cNvSpPr/>
            <p:nvPr/>
          </p:nvSpPr>
          <p:spPr>
            <a:xfrm>
              <a:off x="4831200" y="6518901"/>
              <a:ext cx="612140" cy="0"/>
            </a:xfrm>
            <a:custGeom>
              <a:rect b="b" l="l" r="r" t="t"/>
              <a:pathLst>
                <a:path extrusionOk="0" h="120000" w="612139">
                  <a:moveTo>
                    <a:pt x="0" y="0"/>
                  </a:moveTo>
                  <a:lnTo>
                    <a:pt x="612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8"/>
            <p:cNvSpPr/>
            <p:nvPr/>
          </p:nvSpPr>
          <p:spPr>
            <a:xfrm>
              <a:off x="3931659" y="6703100"/>
              <a:ext cx="899794" cy="0"/>
            </a:xfrm>
            <a:custGeom>
              <a:rect b="b" l="l" r="r" t="t"/>
              <a:pathLst>
                <a:path extrusionOk="0" h="120000" w="899795">
                  <a:moveTo>
                    <a:pt x="0" y="0"/>
                  </a:moveTo>
                  <a:lnTo>
                    <a:pt x="899541"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8"/>
            <p:cNvSpPr/>
            <p:nvPr/>
          </p:nvSpPr>
          <p:spPr>
            <a:xfrm>
              <a:off x="4831200" y="6703100"/>
              <a:ext cx="612140" cy="0"/>
            </a:xfrm>
            <a:custGeom>
              <a:rect b="b" l="l" r="r" t="t"/>
              <a:pathLst>
                <a:path extrusionOk="0" h="120000" w="612139">
                  <a:moveTo>
                    <a:pt x="0" y="0"/>
                  </a:moveTo>
                  <a:lnTo>
                    <a:pt x="612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8"/>
            <p:cNvSpPr/>
            <p:nvPr/>
          </p:nvSpPr>
          <p:spPr>
            <a:xfrm>
              <a:off x="3931659" y="6887300"/>
              <a:ext cx="899794" cy="0"/>
            </a:xfrm>
            <a:custGeom>
              <a:rect b="b" l="l" r="r" t="t"/>
              <a:pathLst>
                <a:path extrusionOk="0" h="120000" w="899795">
                  <a:moveTo>
                    <a:pt x="0" y="0"/>
                  </a:moveTo>
                  <a:lnTo>
                    <a:pt x="899541"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8"/>
            <p:cNvSpPr/>
            <p:nvPr/>
          </p:nvSpPr>
          <p:spPr>
            <a:xfrm>
              <a:off x="4831200" y="6887300"/>
              <a:ext cx="612140" cy="0"/>
            </a:xfrm>
            <a:custGeom>
              <a:rect b="b" l="l" r="r" t="t"/>
              <a:pathLst>
                <a:path extrusionOk="0" h="120000" w="612139">
                  <a:moveTo>
                    <a:pt x="0" y="0"/>
                  </a:moveTo>
                  <a:lnTo>
                    <a:pt x="612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4" name="Google Shape;1344;p8"/>
          <p:cNvSpPr txBox="1"/>
          <p:nvPr/>
        </p:nvSpPr>
        <p:spPr>
          <a:xfrm>
            <a:off x="3990959" y="5832256"/>
            <a:ext cx="47307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Building area</a:t>
            </a:r>
            <a:endParaRPr b="0" i="0" sz="600" u="none" cap="none" strike="noStrike">
              <a:solidFill>
                <a:srgbClr val="000000"/>
              </a:solidFill>
              <a:latin typeface="Arial"/>
              <a:ea typeface="Arial"/>
              <a:cs typeface="Arial"/>
              <a:sym typeface="Arial"/>
            </a:endParaRPr>
          </a:p>
        </p:txBody>
      </p:sp>
      <p:sp>
        <p:nvSpPr>
          <p:cNvPr id="1345" name="Google Shape;1345;p8"/>
          <p:cNvSpPr txBox="1"/>
          <p:nvPr/>
        </p:nvSpPr>
        <p:spPr>
          <a:xfrm>
            <a:off x="4937109" y="5832256"/>
            <a:ext cx="313690" cy="116839"/>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620 m</a:t>
            </a:r>
            <a:r>
              <a:rPr b="0" baseline="30000" i="0" lang="en-US" sz="525" u="none" cap="none" strike="noStrike">
                <a:solidFill>
                  <a:srgbClr val="231F20"/>
                </a:solidFill>
                <a:latin typeface="Arial"/>
                <a:ea typeface="Arial"/>
                <a:cs typeface="Arial"/>
                <a:sym typeface="Arial"/>
              </a:rPr>
              <a:t>2</a:t>
            </a:r>
            <a:endParaRPr b="0" baseline="30000" i="0" sz="525" u="none" cap="none" strike="noStrike">
              <a:solidFill>
                <a:srgbClr val="000000"/>
              </a:solidFill>
              <a:latin typeface="Arial"/>
              <a:ea typeface="Arial"/>
              <a:cs typeface="Arial"/>
              <a:sym typeface="Arial"/>
            </a:endParaRPr>
          </a:p>
        </p:txBody>
      </p:sp>
      <p:sp>
        <p:nvSpPr>
          <p:cNvPr id="1346" name="Google Shape;1346;p8"/>
          <p:cNvSpPr txBox="1"/>
          <p:nvPr/>
        </p:nvSpPr>
        <p:spPr>
          <a:xfrm>
            <a:off x="3990959" y="6016457"/>
            <a:ext cx="66421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Main building structure</a:t>
            </a:r>
            <a:endParaRPr b="0" i="0" sz="600" u="none" cap="none" strike="noStrike">
              <a:solidFill>
                <a:srgbClr val="000000"/>
              </a:solidFill>
              <a:latin typeface="Arial"/>
              <a:ea typeface="Arial"/>
              <a:cs typeface="Arial"/>
              <a:sym typeface="Arial"/>
            </a:endParaRPr>
          </a:p>
        </p:txBody>
      </p:sp>
      <p:sp>
        <p:nvSpPr>
          <p:cNvPr id="1347" name="Google Shape;1347;p8"/>
          <p:cNvSpPr txBox="1"/>
          <p:nvPr/>
        </p:nvSpPr>
        <p:spPr>
          <a:xfrm>
            <a:off x="4890528" y="6016457"/>
            <a:ext cx="470534"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HR-construct</a:t>
            </a:r>
            <a:endParaRPr b="0" i="0" sz="600" u="none" cap="none" strike="noStrike">
              <a:solidFill>
                <a:srgbClr val="000000"/>
              </a:solidFill>
              <a:latin typeface="Arial"/>
              <a:ea typeface="Arial"/>
              <a:cs typeface="Arial"/>
              <a:sym typeface="Arial"/>
            </a:endParaRPr>
          </a:p>
        </p:txBody>
      </p:sp>
      <p:sp>
        <p:nvSpPr>
          <p:cNvPr id="1348" name="Google Shape;1348;p8"/>
          <p:cNvSpPr txBox="1"/>
          <p:nvPr/>
        </p:nvSpPr>
        <p:spPr>
          <a:xfrm>
            <a:off x="3990987" y="6200632"/>
            <a:ext cx="61468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Firewall structure</a:t>
            </a:r>
            <a:endParaRPr b="0" i="0" sz="600" u="none" cap="none" strike="noStrike">
              <a:solidFill>
                <a:srgbClr val="000000"/>
              </a:solidFill>
              <a:latin typeface="Arial"/>
              <a:ea typeface="Arial"/>
              <a:cs typeface="Arial"/>
              <a:sym typeface="Arial"/>
            </a:endParaRPr>
          </a:p>
        </p:txBody>
      </p:sp>
      <p:sp>
        <p:nvSpPr>
          <p:cNvPr id="1349" name="Google Shape;1349;p8"/>
          <p:cNvSpPr txBox="1"/>
          <p:nvPr/>
        </p:nvSpPr>
        <p:spPr>
          <a:xfrm>
            <a:off x="4890528" y="6200632"/>
            <a:ext cx="41719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R-construct</a:t>
            </a:r>
            <a:endParaRPr b="0" i="0" sz="600" u="none" cap="none" strike="noStrike">
              <a:solidFill>
                <a:srgbClr val="000000"/>
              </a:solidFill>
              <a:latin typeface="Arial"/>
              <a:ea typeface="Arial"/>
              <a:cs typeface="Arial"/>
              <a:sym typeface="Arial"/>
            </a:endParaRPr>
          </a:p>
        </p:txBody>
      </p:sp>
      <p:sp>
        <p:nvSpPr>
          <p:cNvPr id="1350" name="Google Shape;1350;p8"/>
          <p:cNvSpPr txBox="1"/>
          <p:nvPr/>
        </p:nvSpPr>
        <p:spPr>
          <a:xfrm>
            <a:off x="3990987" y="6384807"/>
            <a:ext cx="5035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Ceiling height</a:t>
            </a:r>
            <a:endParaRPr b="0" i="0" sz="600" u="none" cap="none" strike="noStrike">
              <a:solidFill>
                <a:srgbClr val="000000"/>
              </a:solidFill>
              <a:latin typeface="Arial"/>
              <a:ea typeface="Arial"/>
              <a:cs typeface="Arial"/>
              <a:sym typeface="Arial"/>
            </a:endParaRPr>
          </a:p>
        </p:txBody>
      </p:sp>
      <p:sp>
        <p:nvSpPr>
          <p:cNvPr id="1351" name="Google Shape;1351;p8"/>
          <p:cNvSpPr txBox="1"/>
          <p:nvPr/>
        </p:nvSpPr>
        <p:spPr>
          <a:xfrm>
            <a:off x="5042243" y="6384807"/>
            <a:ext cx="15430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8 m</a:t>
            </a:r>
            <a:endParaRPr b="0" i="0" sz="600" u="none" cap="none" strike="noStrike">
              <a:solidFill>
                <a:srgbClr val="000000"/>
              </a:solidFill>
              <a:latin typeface="Arial"/>
              <a:ea typeface="Arial"/>
              <a:cs typeface="Arial"/>
              <a:sym typeface="Arial"/>
            </a:endParaRPr>
          </a:p>
        </p:txBody>
      </p:sp>
      <p:sp>
        <p:nvSpPr>
          <p:cNvPr id="1352" name="Google Shape;1352;p8"/>
          <p:cNvSpPr txBox="1"/>
          <p:nvPr/>
        </p:nvSpPr>
        <p:spPr>
          <a:xfrm>
            <a:off x="3990987" y="6568983"/>
            <a:ext cx="5613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Oil storage tank</a:t>
            </a:r>
            <a:endParaRPr b="0" i="0" sz="600" u="none" cap="none" strike="noStrike">
              <a:solidFill>
                <a:srgbClr val="000000"/>
              </a:solidFill>
              <a:latin typeface="Arial"/>
              <a:ea typeface="Arial"/>
              <a:cs typeface="Arial"/>
              <a:sym typeface="Arial"/>
            </a:endParaRPr>
          </a:p>
        </p:txBody>
      </p:sp>
      <p:sp>
        <p:nvSpPr>
          <p:cNvPr id="1353" name="Google Shape;1353;p8"/>
          <p:cNvSpPr txBox="1"/>
          <p:nvPr/>
        </p:nvSpPr>
        <p:spPr>
          <a:xfrm>
            <a:off x="4962537" y="6568983"/>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2 </a:t>
            </a:r>
            <a:endParaRPr b="0" i="0" sz="600" u="none" cap="none" strike="noStrike">
              <a:solidFill>
                <a:srgbClr val="000000"/>
              </a:solidFill>
              <a:latin typeface="Arial"/>
              <a:ea typeface="Arial"/>
              <a:cs typeface="Arial"/>
              <a:sym typeface="Arial"/>
            </a:endParaRPr>
          </a:p>
        </p:txBody>
      </p:sp>
      <p:sp>
        <p:nvSpPr>
          <p:cNvPr id="1354" name="Google Shape;1354;p8"/>
          <p:cNvSpPr txBox="1"/>
          <p:nvPr/>
        </p:nvSpPr>
        <p:spPr>
          <a:xfrm>
            <a:off x="3990959" y="6753256"/>
            <a:ext cx="6394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Water storage tank</a:t>
            </a:r>
            <a:endParaRPr b="0" i="0" sz="600" u="none" cap="none" strike="noStrike">
              <a:solidFill>
                <a:srgbClr val="000000"/>
              </a:solidFill>
              <a:latin typeface="Arial"/>
              <a:ea typeface="Arial"/>
              <a:cs typeface="Arial"/>
              <a:sym typeface="Arial"/>
            </a:endParaRPr>
          </a:p>
        </p:txBody>
      </p:sp>
      <p:sp>
        <p:nvSpPr>
          <p:cNvPr id="1355" name="Google Shape;1355;p8"/>
          <p:cNvSpPr txBox="1"/>
          <p:nvPr/>
        </p:nvSpPr>
        <p:spPr>
          <a:xfrm>
            <a:off x="4962499" y="6753256"/>
            <a:ext cx="2819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5 t × 2 </a:t>
            </a:r>
            <a:endParaRPr b="0" i="0" sz="600" u="none" cap="none" strike="noStrike">
              <a:solidFill>
                <a:srgbClr val="000000"/>
              </a:solidFill>
              <a:latin typeface="Arial"/>
              <a:ea typeface="Arial"/>
              <a:cs typeface="Arial"/>
              <a:sym typeface="Arial"/>
            </a:endParaRPr>
          </a:p>
        </p:txBody>
      </p:sp>
      <p:grpSp>
        <p:nvGrpSpPr>
          <p:cNvPr id="1356" name="Google Shape;1356;p8"/>
          <p:cNvGrpSpPr/>
          <p:nvPr/>
        </p:nvGrpSpPr>
        <p:grpSpPr>
          <a:xfrm>
            <a:off x="907770" y="5382005"/>
            <a:ext cx="2280285" cy="93345"/>
            <a:chOff x="907770" y="5382005"/>
            <a:chExt cx="2280285" cy="93345"/>
          </a:xfrm>
        </p:grpSpPr>
        <p:sp>
          <p:nvSpPr>
            <p:cNvPr id="1357" name="Google Shape;1357;p8"/>
            <p:cNvSpPr/>
            <p:nvPr/>
          </p:nvSpPr>
          <p:spPr>
            <a:xfrm>
              <a:off x="960771" y="5427205"/>
              <a:ext cx="2174240" cy="0"/>
            </a:xfrm>
            <a:custGeom>
              <a:rect b="b" l="l" r="r" t="t"/>
              <a:pathLst>
                <a:path extrusionOk="0" h="120000" w="2174240">
                  <a:moveTo>
                    <a:pt x="0" y="0"/>
                  </a:moveTo>
                  <a:lnTo>
                    <a:pt x="897428" y="0"/>
                  </a:lnTo>
                </a:path>
                <a:path extrusionOk="0" h="120000" w="2174240">
                  <a:moveTo>
                    <a:pt x="1386759" y="0"/>
                  </a:moveTo>
                  <a:lnTo>
                    <a:pt x="217371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8"/>
            <p:cNvSpPr/>
            <p:nvPr/>
          </p:nvSpPr>
          <p:spPr>
            <a:xfrm>
              <a:off x="907770" y="5400395"/>
              <a:ext cx="2280285" cy="53975"/>
            </a:xfrm>
            <a:custGeom>
              <a:rect b="b" l="l" r="r" t="t"/>
              <a:pathLst>
                <a:path extrusionOk="0" h="53975" w="2280285">
                  <a:moveTo>
                    <a:pt x="73672" y="0"/>
                  </a:moveTo>
                  <a:lnTo>
                    <a:pt x="0" y="26809"/>
                  </a:lnTo>
                  <a:lnTo>
                    <a:pt x="73672" y="53619"/>
                  </a:lnTo>
                  <a:lnTo>
                    <a:pt x="52997" y="26809"/>
                  </a:lnTo>
                  <a:lnTo>
                    <a:pt x="73672" y="0"/>
                  </a:lnTo>
                  <a:close/>
                </a:path>
                <a:path extrusionOk="0" h="53975" w="2280285">
                  <a:moveTo>
                    <a:pt x="2279713" y="26809"/>
                  </a:moveTo>
                  <a:lnTo>
                    <a:pt x="2206040" y="0"/>
                  </a:lnTo>
                  <a:lnTo>
                    <a:pt x="2226716" y="26809"/>
                  </a:lnTo>
                  <a:lnTo>
                    <a:pt x="2206040" y="53619"/>
                  </a:lnTo>
                  <a:lnTo>
                    <a:pt x="2279713" y="2680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8"/>
            <p:cNvSpPr/>
            <p:nvPr/>
          </p:nvSpPr>
          <p:spPr>
            <a:xfrm>
              <a:off x="1858200" y="5382005"/>
              <a:ext cx="489584" cy="93345"/>
            </a:xfrm>
            <a:custGeom>
              <a:rect b="b" l="l" r="r" t="t"/>
              <a:pathLst>
                <a:path extrusionOk="0" h="93345" w="489585">
                  <a:moveTo>
                    <a:pt x="489331" y="0"/>
                  </a:moveTo>
                  <a:lnTo>
                    <a:pt x="0" y="0"/>
                  </a:lnTo>
                  <a:lnTo>
                    <a:pt x="0" y="92760"/>
                  </a:lnTo>
                  <a:lnTo>
                    <a:pt x="489331" y="92760"/>
                  </a:lnTo>
                  <a:lnTo>
                    <a:pt x="48933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0" name="Google Shape;1360;p8"/>
          <p:cNvSpPr txBox="1"/>
          <p:nvPr/>
        </p:nvSpPr>
        <p:spPr>
          <a:xfrm>
            <a:off x="1978473" y="5358173"/>
            <a:ext cx="248920" cy="1371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30 m</a:t>
            </a:r>
            <a:endParaRPr b="0" i="0" sz="700" u="none" cap="none" strike="noStrike">
              <a:solidFill>
                <a:srgbClr val="000000"/>
              </a:solidFill>
              <a:latin typeface="Arial"/>
              <a:ea typeface="Arial"/>
              <a:cs typeface="Arial"/>
              <a:sym typeface="Arial"/>
            </a:endParaRPr>
          </a:p>
        </p:txBody>
      </p:sp>
      <p:grpSp>
        <p:nvGrpSpPr>
          <p:cNvPr id="1361" name="Google Shape;1361;p8"/>
          <p:cNvGrpSpPr/>
          <p:nvPr/>
        </p:nvGrpSpPr>
        <p:grpSpPr>
          <a:xfrm>
            <a:off x="705002" y="5588368"/>
            <a:ext cx="93345" cy="1140460"/>
            <a:chOff x="705002" y="5588368"/>
            <a:chExt cx="93345" cy="1140460"/>
          </a:xfrm>
        </p:grpSpPr>
        <p:sp>
          <p:nvSpPr>
            <p:cNvPr id="1362" name="Google Shape;1362;p8"/>
            <p:cNvSpPr/>
            <p:nvPr/>
          </p:nvSpPr>
          <p:spPr>
            <a:xfrm>
              <a:off x="755303" y="5641363"/>
              <a:ext cx="0" cy="1034415"/>
            </a:xfrm>
            <a:custGeom>
              <a:rect b="b" l="l" r="r" t="t"/>
              <a:pathLst>
                <a:path extrusionOk="0" h="1034415" w="120000">
                  <a:moveTo>
                    <a:pt x="0" y="747702"/>
                  </a:moveTo>
                  <a:lnTo>
                    <a:pt x="0" y="1034008"/>
                  </a:lnTo>
                </a:path>
                <a:path extrusionOk="0" h="1034415" w="120000">
                  <a:moveTo>
                    <a:pt x="0" y="0"/>
                  </a:moveTo>
                  <a:lnTo>
                    <a:pt x="0" y="258371"/>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8"/>
            <p:cNvSpPr/>
            <p:nvPr/>
          </p:nvSpPr>
          <p:spPr>
            <a:xfrm>
              <a:off x="728484" y="5588368"/>
              <a:ext cx="53975" cy="1140460"/>
            </a:xfrm>
            <a:custGeom>
              <a:rect b="b" l="l" r="r" t="t"/>
              <a:pathLst>
                <a:path extrusionOk="0" h="1140459" w="53975">
                  <a:moveTo>
                    <a:pt x="53619" y="1066342"/>
                  </a:moveTo>
                  <a:lnTo>
                    <a:pt x="26809" y="1087018"/>
                  </a:lnTo>
                  <a:lnTo>
                    <a:pt x="0" y="1066342"/>
                  </a:lnTo>
                  <a:lnTo>
                    <a:pt x="26809" y="1140015"/>
                  </a:lnTo>
                  <a:lnTo>
                    <a:pt x="53619" y="1066342"/>
                  </a:lnTo>
                  <a:close/>
                </a:path>
                <a:path extrusionOk="0" h="1140459" w="53975">
                  <a:moveTo>
                    <a:pt x="53619" y="73672"/>
                  </a:moveTo>
                  <a:lnTo>
                    <a:pt x="26809" y="0"/>
                  </a:lnTo>
                  <a:lnTo>
                    <a:pt x="0" y="73672"/>
                  </a:lnTo>
                  <a:lnTo>
                    <a:pt x="26809" y="52997"/>
                  </a:lnTo>
                  <a:lnTo>
                    <a:pt x="53619" y="73672"/>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8"/>
            <p:cNvSpPr/>
            <p:nvPr/>
          </p:nvSpPr>
          <p:spPr>
            <a:xfrm>
              <a:off x="705002" y="5899734"/>
              <a:ext cx="93345" cy="489584"/>
            </a:xfrm>
            <a:custGeom>
              <a:rect b="b" l="l" r="r" t="t"/>
              <a:pathLst>
                <a:path extrusionOk="0" h="489585" w="93345">
                  <a:moveTo>
                    <a:pt x="92760" y="0"/>
                  </a:moveTo>
                  <a:lnTo>
                    <a:pt x="0" y="0"/>
                  </a:lnTo>
                  <a:lnTo>
                    <a:pt x="0" y="489331"/>
                  </a:lnTo>
                  <a:lnTo>
                    <a:pt x="92760" y="489331"/>
                  </a:lnTo>
                  <a:lnTo>
                    <a:pt x="9276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5" name="Google Shape;1365;p8"/>
          <p:cNvSpPr txBox="1"/>
          <p:nvPr/>
        </p:nvSpPr>
        <p:spPr>
          <a:xfrm rot="-5400000">
            <a:off x="616410" y="6068902"/>
            <a:ext cx="248920" cy="151130"/>
          </a:xfrm>
          <a:prstGeom prst="rect">
            <a:avLst/>
          </a:prstGeom>
          <a:noFill/>
          <a:ln>
            <a:noFill/>
          </a:ln>
        </p:spPr>
        <p:txBody>
          <a:bodyPr anchorCtr="0" anchor="t" bIns="0" lIns="0" spcFirstLastPara="1" rIns="0" wrap="square" tIns="32375">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15 m</a:t>
            </a:r>
            <a:endParaRPr b="0" i="0" sz="700" u="none" cap="none" strike="noStrike">
              <a:solidFill>
                <a:srgbClr val="000000"/>
              </a:solidFill>
              <a:latin typeface="Arial"/>
              <a:ea typeface="Arial"/>
              <a:cs typeface="Arial"/>
              <a:sym typeface="Arial"/>
            </a:endParaRPr>
          </a:p>
        </p:txBody>
      </p:sp>
      <p:sp>
        <p:nvSpPr>
          <p:cNvPr id="1366" name="Google Shape;1366;p8"/>
          <p:cNvSpPr txBox="1"/>
          <p:nvPr/>
        </p:nvSpPr>
        <p:spPr>
          <a:xfrm>
            <a:off x="1053237" y="5645231"/>
            <a:ext cx="49339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Waste storage place</a:t>
            </a:r>
            <a:endParaRPr b="0" i="0" sz="400" u="none" cap="none" strike="noStrike">
              <a:solidFill>
                <a:srgbClr val="000000"/>
              </a:solidFill>
              <a:latin typeface="Arial"/>
              <a:ea typeface="Arial"/>
              <a:cs typeface="Arial"/>
              <a:sym typeface="Arial"/>
            </a:endParaRPr>
          </a:p>
        </p:txBody>
      </p:sp>
      <p:sp>
        <p:nvSpPr>
          <p:cNvPr id="1367" name="Google Shape;1367;p8"/>
          <p:cNvSpPr txBox="1"/>
          <p:nvPr/>
        </p:nvSpPr>
        <p:spPr>
          <a:xfrm>
            <a:off x="2657552" y="5888055"/>
            <a:ext cx="372110" cy="149860"/>
          </a:xfrm>
          <a:prstGeom prst="rect">
            <a:avLst/>
          </a:prstGeom>
          <a:noFill/>
          <a:ln>
            <a:noFill/>
          </a:ln>
        </p:spPr>
        <p:txBody>
          <a:bodyPr anchorCtr="0" anchor="t" bIns="0" lIns="0" spcFirstLastPara="1" rIns="0" wrap="square" tIns="10150">
            <a:spAutoFit/>
          </a:bodyPr>
          <a:lstStyle/>
          <a:p>
            <a:pPr indent="21590" lvl="0" marL="1270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Non-Carbide treatment area</a:t>
            </a:r>
            <a:endParaRPr b="0" i="0" sz="400" u="none" cap="none" strike="noStrike">
              <a:solidFill>
                <a:srgbClr val="000000"/>
              </a:solidFill>
              <a:latin typeface="Arial"/>
              <a:ea typeface="Arial"/>
              <a:cs typeface="Arial"/>
              <a:sym typeface="Arial"/>
            </a:endParaRPr>
          </a:p>
        </p:txBody>
      </p:sp>
      <p:sp>
        <p:nvSpPr>
          <p:cNvPr id="1368" name="Google Shape;1368;p8"/>
          <p:cNvSpPr txBox="1"/>
          <p:nvPr/>
        </p:nvSpPr>
        <p:spPr>
          <a:xfrm>
            <a:off x="1773988" y="6500804"/>
            <a:ext cx="583565" cy="149860"/>
          </a:xfrm>
          <a:prstGeom prst="rect">
            <a:avLst/>
          </a:prstGeom>
          <a:noFill/>
          <a:ln>
            <a:noFill/>
          </a:ln>
        </p:spPr>
        <p:txBody>
          <a:bodyPr anchorCtr="0" anchor="t" bIns="0" lIns="0" spcFirstLastPara="1" rIns="0" wrap="square" tIns="10150">
            <a:spAutoFit/>
          </a:bodyPr>
          <a:lstStyle/>
          <a:p>
            <a:pPr indent="-34925" lvl="0" marL="4699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Carbide and mixed solid fuel processing plant</a:t>
            </a:r>
            <a:endParaRPr b="0" i="0" sz="400" u="none" cap="none" strike="noStrike">
              <a:solidFill>
                <a:srgbClr val="000000"/>
              </a:solidFill>
              <a:latin typeface="Arial"/>
              <a:ea typeface="Arial"/>
              <a:cs typeface="Arial"/>
              <a:sym typeface="Arial"/>
            </a:endParaRPr>
          </a:p>
        </p:txBody>
      </p:sp>
      <p:sp>
        <p:nvSpPr>
          <p:cNvPr id="1369" name="Google Shape;1369;p8"/>
          <p:cNvSpPr txBox="1"/>
          <p:nvPr/>
        </p:nvSpPr>
        <p:spPr>
          <a:xfrm>
            <a:off x="3352495" y="5579033"/>
            <a:ext cx="394970" cy="160655"/>
          </a:xfrm>
          <a:prstGeom prst="rect">
            <a:avLst/>
          </a:prstGeom>
          <a:solidFill>
            <a:srgbClr val="B1C7D3"/>
          </a:solidFill>
          <a:ln cap="flat" cmpd="sng" w="9525">
            <a:solidFill>
              <a:srgbClr val="7E8083"/>
            </a:solidFill>
            <a:prstDash val="solid"/>
            <a:round/>
            <a:headEnd len="sm" w="sm" type="none"/>
            <a:tailEnd len="sm" w="sm" type="none"/>
          </a:ln>
        </p:spPr>
        <p:txBody>
          <a:bodyPr anchorCtr="0" anchor="t" bIns="0" lIns="0" spcFirstLastPara="1" rIns="0" wrap="square" tIns="10150">
            <a:spAutoFit/>
          </a:bodyPr>
          <a:lstStyle/>
          <a:p>
            <a:pPr indent="76835" lvl="0" marL="53339" marR="41275"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Water storage tank</a:t>
            </a:r>
            <a:endParaRPr b="0" i="0" sz="400" u="none" cap="none" strike="noStrike">
              <a:solidFill>
                <a:srgbClr val="000000"/>
              </a:solidFill>
              <a:latin typeface="Arial"/>
              <a:ea typeface="Arial"/>
              <a:cs typeface="Arial"/>
              <a:sym typeface="Arial"/>
            </a:endParaRPr>
          </a:p>
        </p:txBody>
      </p:sp>
      <p:sp>
        <p:nvSpPr>
          <p:cNvPr id="1370" name="Google Shape;1370;p8"/>
          <p:cNvSpPr txBox="1"/>
          <p:nvPr/>
        </p:nvSpPr>
        <p:spPr>
          <a:xfrm>
            <a:off x="2132890" y="5952977"/>
            <a:ext cx="277495"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Water tank</a:t>
            </a:r>
            <a:endParaRPr b="0" i="0" sz="400" u="none" cap="none" strike="noStrike">
              <a:solidFill>
                <a:srgbClr val="000000"/>
              </a:solidFill>
              <a:latin typeface="Arial"/>
              <a:ea typeface="Arial"/>
              <a:cs typeface="Arial"/>
              <a:sym typeface="Arial"/>
            </a:endParaRPr>
          </a:p>
        </p:txBody>
      </p:sp>
      <p:sp>
        <p:nvSpPr>
          <p:cNvPr id="1371" name="Google Shape;1371;p8"/>
          <p:cNvSpPr txBox="1"/>
          <p:nvPr/>
        </p:nvSpPr>
        <p:spPr>
          <a:xfrm>
            <a:off x="3328213" y="6165423"/>
            <a:ext cx="317500" cy="149860"/>
          </a:xfrm>
          <a:prstGeom prst="rect">
            <a:avLst/>
          </a:prstGeom>
          <a:noFill/>
          <a:ln>
            <a:noFill/>
          </a:ln>
        </p:spPr>
        <p:txBody>
          <a:bodyPr anchorCtr="0" anchor="t" bIns="0" lIns="0" spcFirstLastPara="1" rIns="0" wrap="square" tIns="10150">
            <a:spAutoFit/>
          </a:bodyPr>
          <a:lstStyle/>
          <a:p>
            <a:pPr indent="40005" lvl="0" marL="12700" marR="5080" rtl="0" algn="l">
              <a:lnSpc>
                <a:spcPct val="1042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Diesel oil storage tank</a:t>
            </a:r>
            <a:endParaRPr b="0" i="0" sz="400" u="none" cap="none" strike="noStrike">
              <a:solidFill>
                <a:srgbClr val="000000"/>
              </a:solidFill>
              <a:latin typeface="Arial"/>
              <a:ea typeface="Arial"/>
              <a:cs typeface="Arial"/>
              <a:sym typeface="Arial"/>
            </a:endParaRPr>
          </a:p>
        </p:txBody>
      </p:sp>
      <p:sp>
        <p:nvSpPr>
          <p:cNvPr id="1372" name="Google Shape;1372;p8"/>
          <p:cNvSpPr/>
          <p:nvPr/>
        </p:nvSpPr>
        <p:spPr>
          <a:xfrm>
            <a:off x="1072794" y="6666992"/>
            <a:ext cx="99060" cy="166370"/>
          </a:xfrm>
          <a:custGeom>
            <a:rect b="b" l="l" r="r" t="t"/>
            <a:pathLst>
              <a:path extrusionOk="0" h="166370" w="99059">
                <a:moveTo>
                  <a:pt x="27444" y="162166"/>
                </a:moveTo>
                <a:lnTo>
                  <a:pt x="9791" y="162166"/>
                </a:lnTo>
                <a:lnTo>
                  <a:pt x="9791" y="145834"/>
                </a:lnTo>
                <a:lnTo>
                  <a:pt x="25501" y="145834"/>
                </a:lnTo>
                <a:lnTo>
                  <a:pt x="25501" y="142024"/>
                </a:lnTo>
                <a:lnTo>
                  <a:pt x="9791" y="142024"/>
                </a:lnTo>
                <a:lnTo>
                  <a:pt x="9791" y="127736"/>
                </a:lnTo>
                <a:lnTo>
                  <a:pt x="26504" y="127736"/>
                </a:lnTo>
                <a:lnTo>
                  <a:pt x="26504" y="123863"/>
                </a:lnTo>
                <a:lnTo>
                  <a:pt x="5194" y="123863"/>
                </a:lnTo>
                <a:lnTo>
                  <a:pt x="5194" y="166039"/>
                </a:lnTo>
                <a:lnTo>
                  <a:pt x="27444" y="166039"/>
                </a:lnTo>
                <a:lnTo>
                  <a:pt x="27444" y="162166"/>
                </a:lnTo>
                <a:close/>
              </a:path>
              <a:path extrusionOk="0" h="166370" w="99059">
                <a:moveTo>
                  <a:pt x="63969" y="123863"/>
                </a:moveTo>
                <a:lnTo>
                  <a:pt x="59601" y="123863"/>
                </a:lnTo>
                <a:lnTo>
                  <a:pt x="59601" y="148882"/>
                </a:lnTo>
                <a:lnTo>
                  <a:pt x="59702" y="153924"/>
                </a:lnTo>
                <a:lnTo>
                  <a:pt x="60147" y="159791"/>
                </a:lnTo>
                <a:lnTo>
                  <a:pt x="58102" y="155473"/>
                </a:lnTo>
                <a:lnTo>
                  <a:pt x="55664" y="151091"/>
                </a:lnTo>
                <a:lnTo>
                  <a:pt x="52679" y="146062"/>
                </a:lnTo>
                <a:lnTo>
                  <a:pt x="39065" y="123863"/>
                </a:lnTo>
                <a:lnTo>
                  <a:pt x="34251" y="123863"/>
                </a:lnTo>
                <a:lnTo>
                  <a:pt x="34251" y="166039"/>
                </a:lnTo>
                <a:lnTo>
                  <a:pt x="38569" y="166039"/>
                </a:lnTo>
                <a:lnTo>
                  <a:pt x="38506" y="135216"/>
                </a:lnTo>
                <a:lnTo>
                  <a:pt x="38125" y="129844"/>
                </a:lnTo>
                <a:lnTo>
                  <a:pt x="38341" y="129794"/>
                </a:lnTo>
                <a:lnTo>
                  <a:pt x="40398" y="134442"/>
                </a:lnTo>
                <a:lnTo>
                  <a:pt x="43103" y="139141"/>
                </a:lnTo>
                <a:lnTo>
                  <a:pt x="59372" y="166039"/>
                </a:lnTo>
                <a:lnTo>
                  <a:pt x="63969" y="166039"/>
                </a:lnTo>
                <a:lnTo>
                  <a:pt x="63969" y="123863"/>
                </a:lnTo>
                <a:close/>
              </a:path>
              <a:path extrusionOk="0" h="166370" w="99059">
                <a:moveTo>
                  <a:pt x="98069" y="123926"/>
                </a:moveTo>
                <a:lnTo>
                  <a:pt x="68630" y="123926"/>
                </a:lnTo>
                <a:lnTo>
                  <a:pt x="68630" y="127800"/>
                </a:lnTo>
                <a:lnTo>
                  <a:pt x="81026" y="127800"/>
                </a:lnTo>
                <a:lnTo>
                  <a:pt x="81026" y="166039"/>
                </a:lnTo>
                <a:lnTo>
                  <a:pt x="85623" y="166039"/>
                </a:lnTo>
                <a:lnTo>
                  <a:pt x="85623" y="127800"/>
                </a:lnTo>
                <a:lnTo>
                  <a:pt x="98069" y="127800"/>
                </a:lnTo>
                <a:lnTo>
                  <a:pt x="98069" y="123926"/>
                </a:lnTo>
                <a:close/>
              </a:path>
              <a:path extrusionOk="0" h="166370" w="99059">
                <a:moveTo>
                  <a:pt x="98450" y="85255"/>
                </a:moveTo>
                <a:lnTo>
                  <a:pt x="49225" y="0"/>
                </a:lnTo>
                <a:lnTo>
                  <a:pt x="0" y="85255"/>
                </a:lnTo>
                <a:lnTo>
                  <a:pt x="98450" y="8525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76" name="Shape 1376"/>
        <p:cNvGrpSpPr/>
        <p:nvPr/>
      </p:nvGrpSpPr>
      <p:grpSpPr>
        <a:xfrm>
          <a:off x="0" y="0"/>
          <a:ext cx="0" cy="0"/>
          <a:chOff x="0" y="0"/>
          <a:chExt cx="0" cy="0"/>
        </a:xfrm>
      </p:grpSpPr>
      <p:pic>
        <p:nvPicPr>
          <p:cNvPr id="1377" name="Google Shape;1377;p9"/>
          <p:cNvPicPr preferRelativeResize="0"/>
          <p:nvPr/>
        </p:nvPicPr>
        <p:blipFill rotWithShape="1">
          <a:blip r:embed="rId3">
            <a:alphaModFix/>
          </a:blip>
          <a:srcRect b="0" l="0" r="0" t="0"/>
          <a:stretch/>
        </p:blipFill>
        <p:spPr>
          <a:xfrm>
            <a:off x="0" y="12"/>
            <a:ext cx="10512361" cy="7559992"/>
          </a:xfrm>
          <a:prstGeom prst="rect">
            <a:avLst/>
          </a:prstGeom>
          <a:noFill/>
          <a:ln>
            <a:noFill/>
          </a:ln>
        </p:spPr>
      </p:pic>
      <p:sp>
        <p:nvSpPr>
          <p:cNvPr id="1378" name="Google Shape;1378;p9"/>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1379" name="Google Shape;1379;p9"/>
          <p:cNvGrpSpPr/>
          <p:nvPr/>
        </p:nvGrpSpPr>
        <p:grpSpPr>
          <a:xfrm>
            <a:off x="2879312" y="180300"/>
            <a:ext cx="7633172" cy="2268842"/>
            <a:chOff x="2879312" y="180300"/>
            <a:chExt cx="7633172" cy="2268842"/>
          </a:xfrm>
        </p:grpSpPr>
        <p:sp>
          <p:nvSpPr>
            <p:cNvPr id="1380" name="Google Shape;1380;p9"/>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81" name="Google Shape;1381;p9"/>
            <p:cNvPicPr preferRelativeResize="0"/>
            <p:nvPr/>
          </p:nvPicPr>
          <p:blipFill rotWithShape="1">
            <a:blip r:embed="rId4">
              <a:alphaModFix/>
            </a:blip>
            <a:srcRect b="0" l="0" r="0" t="0"/>
            <a:stretch/>
          </p:blipFill>
          <p:spPr>
            <a:xfrm>
              <a:off x="8760571" y="180305"/>
              <a:ext cx="97396" cy="81000"/>
            </a:xfrm>
            <a:prstGeom prst="rect">
              <a:avLst/>
            </a:prstGeom>
            <a:noFill/>
            <a:ln>
              <a:noFill/>
            </a:ln>
          </p:spPr>
        </p:pic>
        <p:pic>
          <p:nvPicPr>
            <p:cNvPr id="1382" name="Google Shape;1382;p9"/>
            <p:cNvPicPr preferRelativeResize="0"/>
            <p:nvPr/>
          </p:nvPicPr>
          <p:blipFill rotWithShape="1">
            <a:blip r:embed="rId5">
              <a:alphaModFix/>
            </a:blip>
            <a:srcRect b="0" l="0" r="0" t="0"/>
            <a:stretch/>
          </p:blipFill>
          <p:spPr>
            <a:xfrm>
              <a:off x="8880355" y="180305"/>
              <a:ext cx="216256" cy="81000"/>
            </a:xfrm>
            <a:prstGeom prst="rect">
              <a:avLst/>
            </a:prstGeom>
            <a:noFill/>
            <a:ln>
              <a:noFill/>
            </a:ln>
          </p:spPr>
        </p:pic>
        <p:pic>
          <p:nvPicPr>
            <p:cNvPr id="1383" name="Google Shape;1383;p9"/>
            <p:cNvPicPr preferRelativeResize="0"/>
            <p:nvPr/>
          </p:nvPicPr>
          <p:blipFill rotWithShape="1">
            <a:blip r:embed="rId6">
              <a:alphaModFix/>
            </a:blip>
            <a:srcRect b="0" l="0" r="0" t="0"/>
            <a:stretch/>
          </p:blipFill>
          <p:spPr>
            <a:xfrm>
              <a:off x="9118352" y="180305"/>
              <a:ext cx="94957" cy="81000"/>
            </a:xfrm>
            <a:prstGeom prst="rect">
              <a:avLst/>
            </a:prstGeom>
            <a:noFill/>
            <a:ln>
              <a:noFill/>
            </a:ln>
          </p:spPr>
        </p:pic>
        <p:pic>
          <p:nvPicPr>
            <p:cNvPr id="1384" name="Google Shape;1384;p9"/>
            <p:cNvPicPr preferRelativeResize="0"/>
            <p:nvPr/>
          </p:nvPicPr>
          <p:blipFill rotWithShape="1">
            <a:blip r:embed="rId7">
              <a:alphaModFix/>
            </a:blip>
            <a:srcRect b="0" l="0" r="0" t="0"/>
            <a:stretch/>
          </p:blipFill>
          <p:spPr>
            <a:xfrm>
              <a:off x="9305594" y="180305"/>
              <a:ext cx="97408" cy="81000"/>
            </a:xfrm>
            <a:prstGeom prst="rect">
              <a:avLst/>
            </a:prstGeom>
            <a:noFill/>
            <a:ln>
              <a:noFill/>
            </a:ln>
          </p:spPr>
        </p:pic>
        <p:sp>
          <p:nvSpPr>
            <p:cNvPr id="1385" name="Google Shape;1385;p9"/>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86" name="Google Shape;1386;p9"/>
            <p:cNvPicPr preferRelativeResize="0"/>
            <p:nvPr/>
          </p:nvPicPr>
          <p:blipFill rotWithShape="1">
            <a:blip r:embed="rId8">
              <a:alphaModFix/>
            </a:blip>
            <a:srcRect b="0" l="0" r="0" t="0"/>
            <a:stretch/>
          </p:blipFill>
          <p:spPr>
            <a:xfrm>
              <a:off x="9474179" y="180305"/>
              <a:ext cx="95719" cy="81000"/>
            </a:xfrm>
            <a:prstGeom prst="rect">
              <a:avLst/>
            </a:prstGeom>
            <a:noFill/>
            <a:ln>
              <a:noFill/>
            </a:ln>
          </p:spPr>
        </p:pic>
        <p:sp>
          <p:nvSpPr>
            <p:cNvPr id="1387" name="Google Shape;1387;p9"/>
            <p:cNvSpPr/>
            <p:nvPr/>
          </p:nvSpPr>
          <p:spPr>
            <a:xfrm>
              <a:off x="8639999"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88" name="Google Shape;1388;p9"/>
            <p:cNvPicPr preferRelativeResize="0"/>
            <p:nvPr/>
          </p:nvPicPr>
          <p:blipFill rotWithShape="1">
            <a:blip r:embed="rId9">
              <a:alphaModFix/>
            </a:blip>
            <a:srcRect b="0" l="0" r="0" t="0"/>
            <a:stretch/>
          </p:blipFill>
          <p:spPr>
            <a:xfrm>
              <a:off x="8640928" y="181229"/>
              <a:ext cx="18338" cy="36207"/>
            </a:xfrm>
            <a:prstGeom prst="rect">
              <a:avLst/>
            </a:prstGeom>
            <a:noFill/>
            <a:ln>
              <a:noFill/>
            </a:ln>
          </p:spPr>
        </p:pic>
        <p:sp>
          <p:nvSpPr>
            <p:cNvPr id="1389" name="Google Shape;1389;p9"/>
            <p:cNvSpPr/>
            <p:nvPr/>
          </p:nvSpPr>
          <p:spPr>
            <a:xfrm>
              <a:off x="8639999"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9"/>
            <p:cNvSpPr/>
            <p:nvPr/>
          </p:nvSpPr>
          <p:spPr>
            <a:xfrm>
              <a:off x="3756600" y="1528142"/>
              <a:ext cx="713105" cy="0"/>
            </a:xfrm>
            <a:custGeom>
              <a:rect b="b" l="l" r="r" t="t"/>
              <a:pathLst>
                <a:path extrusionOk="0" h="120000" w="713104">
                  <a:moveTo>
                    <a:pt x="0" y="0"/>
                  </a:moveTo>
                  <a:lnTo>
                    <a:pt x="7128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9"/>
            <p:cNvSpPr/>
            <p:nvPr/>
          </p:nvSpPr>
          <p:spPr>
            <a:xfrm>
              <a:off x="3756600" y="1712343"/>
              <a:ext cx="713105" cy="0"/>
            </a:xfrm>
            <a:custGeom>
              <a:rect b="b" l="l" r="r" t="t"/>
              <a:pathLst>
                <a:path extrusionOk="0" h="120000" w="713104">
                  <a:moveTo>
                    <a:pt x="0" y="0"/>
                  </a:moveTo>
                  <a:lnTo>
                    <a:pt x="7128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9"/>
            <p:cNvSpPr/>
            <p:nvPr/>
          </p:nvSpPr>
          <p:spPr>
            <a:xfrm>
              <a:off x="3756600" y="1896543"/>
              <a:ext cx="713105" cy="0"/>
            </a:xfrm>
            <a:custGeom>
              <a:rect b="b" l="l" r="r" t="t"/>
              <a:pathLst>
                <a:path extrusionOk="0" h="120000" w="713104">
                  <a:moveTo>
                    <a:pt x="0" y="0"/>
                  </a:moveTo>
                  <a:lnTo>
                    <a:pt x="7128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9"/>
            <p:cNvSpPr/>
            <p:nvPr/>
          </p:nvSpPr>
          <p:spPr>
            <a:xfrm>
              <a:off x="3756600" y="2080742"/>
              <a:ext cx="713105" cy="0"/>
            </a:xfrm>
            <a:custGeom>
              <a:rect b="b" l="l" r="r" t="t"/>
              <a:pathLst>
                <a:path extrusionOk="0" h="120000" w="713104">
                  <a:moveTo>
                    <a:pt x="0" y="0"/>
                  </a:moveTo>
                  <a:lnTo>
                    <a:pt x="7128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9"/>
            <p:cNvSpPr/>
            <p:nvPr/>
          </p:nvSpPr>
          <p:spPr>
            <a:xfrm>
              <a:off x="3756600" y="2264943"/>
              <a:ext cx="713105" cy="0"/>
            </a:xfrm>
            <a:custGeom>
              <a:rect b="b" l="l" r="r" t="t"/>
              <a:pathLst>
                <a:path extrusionOk="0" h="120000" w="713104">
                  <a:moveTo>
                    <a:pt x="0" y="0"/>
                  </a:moveTo>
                  <a:lnTo>
                    <a:pt x="7128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9"/>
            <p:cNvSpPr/>
            <p:nvPr/>
          </p:nvSpPr>
          <p:spPr>
            <a:xfrm>
              <a:off x="3684600" y="2449142"/>
              <a:ext cx="784860" cy="0"/>
            </a:xfrm>
            <a:custGeom>
              <a:rect b="b" l="l" r="r" t="t"/>
              <a:pathLst>
                <a:path extrusionOk="0" h="120000" w="784860">
                  <a:moveTo>
                    <a:pt x="0" y="0"/>
                  </a:moveTo>
                  <a:lnTo>
                    <a:pt x="78479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9"/>
            <p:cNvSpPr/>
            <p:nvPr/>
          </p:nvSpPr>
          <p:spPr>
            <a:xfrm>
              <a:off x="3720599" y="1343941"/>
              <a:ext cx="0" cy="184785"/>
            </a:xfrm>
            <a:custGeom>
              <a:rect b="b" l="l" r="r" t="t"/>
              <a:pathLst>
                <a:path extrusionOk="0" h="184784"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9"/>
            <p:cNvSpPr/>
            <p:nvPr/>
          </p:nvSpPr>
          <p:spPr>
            <a:xfrm>
              <a:off x="3720599" y="1528142"/>
              <a:ext cx="0" cy="184785"/>
            </a:xfrm>
            <a:custGeom>
              <a:rect b="b" l="l" r="r" t="t"/>
              <a:pathLst>
                <a:path extrusionOk="0" h="184785"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9"/>
            <p:cNvSpPr/>
            <p:nvPr/>
          </p:nvSpPr>
          <p:spPr>
            <a:xfrm>
              <a:off x="3720599" y="1712342"/>
              <a:ext cx="0" cy="184785"/>
            </a:xfrm>
            <a:custGeom>
              <a:rect b="b" l="l" r="r" t="t"/>
              <a:pathLst>
                <a:path extrusionOk="0" h="184785"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9"/>
            <p:cNvSpPr/>
            <p:nvPr/>
          </p:nvSpPr>
          <p:spPr>
            <a:xfrm>
              <a:off x="3720599" y="1896541"/>
              <a:ext cx="0" cy="184785"/>
            </a:xfrm>
            <a:custGeom>
              <a:rect b="b" l="l" r="r" t="t"/>
              <a:pathLst>
                <a:path extrusionOk="0" h="184785"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9"/>
            <p:cNvSpPr/>
            <p:nvPr/>
          </p:nvSpPr>
          <p:spPr>
            <a:xfrm>
              <a:off x="3720599" y="2080742"/>
              <a:ext cx="0" cy="184785"/>
            </a:xfrm>
            <a:custGeom>
              <a:rect b="b" l="l" r="r" t="t"/>
              <a:pathLst>
                <a:path extrusionOk="0" h="184785" w="120000">
                  <a:moveTo>
                    <a:pt x="0" y="184200"/>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9"/>
            <p:cNvSpPr/>
            <p:nvPr/>
          </p:nvSpPr>
          <p:spPr>
            <a:xfrm>
              <a:off x="3720599" y="2264945"/>
              <a:ext cx="0" cy="182880"/>
            </a:xfrm>
            <a:custGeom>
              <a:rect b="b" l="l" r="r" t="t"/>
              <a:pathLst>
                <a:path extrusionOk="0" h="182880" w="120000">
                  <a:moveTo>
                    <a:pt x="0" y="182397"/>
                  </a:moveTo>
                  <a:lnTo>
                    <a:pt x="0" y="0"/>
                  </a:lnTo>
                </a:path>
              </a:pathLst>
            </a:custGeom>
            <a:noFill/>
            <a:ln cap="flat" cmpd="sng" w="71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9"/>
            <p:cNvSpPr/>
            <p:nvPr/>
          </p:nvSpPr>
          <p:spPr>
            <a:xfrm>
              <a:off x="2879312" y="1528142"/>
              <a:ext cx="779780" cy="0"/>
            </a:xfrm>
            <a:custGeom>
              <a:rect b="b" l="l" r="r" t="t"/>
              <a:pathLst>
                <a:path extrusionOk="0" h="120000" w="779779">
                  <a:moveTo>
                    <a:pt x="0" y="0"/>
                  </a:moveTo>
                  <a:lnTo>
                    <a:pt x="77961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9"/>
            <p:cNvSpPr/>
            <p:nvPr/>
          </p:nvSpPr>
          <p:spPr>
            <a:xfrm>
              <a:off x="2879312" y="1712343"/>
              <a:ext cx="779780" cy="0"/>
            </a:xfrm>
            <a:custGeom>
              <a:rect b="b" l="l" r="r" t="t"/>
              <a:pathLst>
                <a:path extrusionOk="0" h="120000" w="779779">
                  <a:moveTo>
                    <a:pt x="0" y="0"/>
                  </a:moveTo>
                  <a:lnTo>
                    <a:pt x="77961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9"/>
            <p:cNvSpPr/>
            <p:nvPr/>
          </p:nvSpPr>
          <p:spPr>
            <a:xfrm>
              <a:off x="2879312" y="1896543"/>
              <a:ext cx="779780" cy="0"/>
            </a:xfrm>
            <a:custGeom>
              <a:rect b="b" l="l" r="r" t="t"/>
              <a:pathLst>
                <a:path extrusionOk="0" h="120000" w="779779">
                  <a:moveTo>
                    <a:pt x="0" y="0"/>
                  </a:moveTo>
                  <a:lnTo>
                    <a:pt x="77961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9"/>
            <p:cNvSpPr/>
            <p:nvPr/>
          </p:nvSpPr>
          <p:spPr>
            <a:xfrm>
              <a:off x="2879312" y="2080742"/>
              <a:ext cx="779780" cy="0"/>
            </a:xfrm>
            <a:custGeom>
              <a:rect b="b" l="l" r="r" t="t"/>
              <a:pathLst>
                <a:path extrusionOk="0" h="120000" w="779779">
                  <a:moveTo>
                    <a:pt x="0" y="0"/>
                  </a:moveTo>
                  <a:lnTo>
                    <a:pt x="77961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9"/>
            <p:cNvSpPr/>
            <p:nvPr/>
          </p:nvSpPr>
          <p:spPr>
            <a:xfrm>
              <a:off x="2879312" y="2264943"/>
              <a:ext cx="779780" cy="0"/>
            </a:xfrm>
            <a:custGeom>
              <a:rect b="b" l="l" r="r" t="t"/>
              <a:pathLst>
                <a:path extrusionOk="0" h="120000" w="779779">
                  <a:moveTo>
                    <a:pt x="0" y="0"/>
                  </a:moveTo>
                  <a:lnTo>
                    <a:pt x="77961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9"/>
            <p:cNvSpPr/>
            <p:nvPr/>
          </p:nvSpPr>
          <p:spPr>
            <a:xfrm>
              <a:off x="2879312" y="2449142"/>
              <a:ext cx="779780" cy="0"/>
            </a:xfrm>
            <a:custGeom>
              <a:rect b="b" l="l" r="r" t="t"/>
              <a:pathLst>
                <a:path extrusionOk="0" h="120000" w="779779">
                  <a:moveTo>
                    <a:pt x="0" y="0"/>
                  </a:moveTo>
                  <a:lnTo>
                    <a:pt x="77961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8" name="Google Shape;1408;p9"/>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9</a:t>
            </a:r>
            <a:endParaRPr b="0" i="0" sz="600" u="none" cap="none" strike="noStrike">
              <a:solidFill>
                <a:srgbClr val="000000"/>
              </a:solidFill>
              <a:latin typeface="Arial"/>
              <a:ea typeface="Arial"/>
              <a:cs typeface="Arial"/>
              <a:sym typeface="Arial"/>
            </a:endParaRPr>
          </a:p>
        </p:txBody>
      </p:sp>
      <p:sp>
        <p:nvSpPr>
          <p:cNvPr id="1409" name="Google Shape;1409;p9"/>
          <p:cNvSpPr txBox="1"/>
          <p:nvPr/>
        </p:nvSpPr>
        <p:spPr>
          <a:xfrm>
            <a:off x="2902611" y="1194151"/>
            <a:ext cx="691515" cy="316865"/>
          </a:xfrm>
          <a:prstGeom prst="rect">
            <a:avLst/>
          </a:prstGeom>
          <a:noFill/>
          <a:ln>
            <a:noFill/>
          </a:ln>
        </p:spPr>
        <p:txBody>
          <a:bodyPr anchorCtr="0" anchor="t" bIns="0" lIns="0" spcFirstLastPara="1" rIns="0" wrap="square" tIns="12700">
            <a:spAutoFit/>
          </a:bodyPr>
          <a:lstStyle/>
          <a:p>
            <a:pPr indent="-125095" lvl="0" marL="137795" marR="0" rtl="0" algn="l">
              <a:lnSpc>
                <a:spcPct val="100000"/>
              </a:lnSpc>
              <a:spcBef>
                <a:spcPts val="0"/>
              </a:spcBef>
              <a:spcAft>
                <a:spcPts val="0"/>
              </a:spcAft>
              <a:buClr>
                <a:srgbClr val="231F20"/>
              </a:buClr>
              <a:buSzPts val="1200"/>
              <a:buFont typeface="Arial"/>
              <a:buChar char="■"/>
            </a:pPr>
            <a:r>
              <a:rPr b="0" baseline="30000" i="0" lang="en-US" sz="1050" u="none" cap="none" strike="noStrike">
                <a:solidFill>
                  <a:srgbClr val="231F20"/>
                </a:solidFill>
                <a:latin typeface="Arial"/>
                <a:ea typeface="Arial"/>
                <a:cs typeface="Arial"/>
                <a:sym typeface="Arial"/>
              </a:rPr>
              <a:t>SPEC</a:t>
            </a:r>
            <a:endParaRPr b="0" baseline="30000" i="0" sz="1050" u="none" cap="none" strike="noStrike">
              <a:solidFill>
                <a:srgbClr val="000000"/>
              </a:solidFill>
              <a:latin typeface="Arial"/>
              <a:ea typeface="Arial"/>
              <a:cs typeface="Arial"/>
              <a:sym typeface="Arial"/>
            </a:endParaRPr>
          </a:p>
          <a:p>
            <a:pPr indent="0" lvl="0" marL="12700" marR="0" rtl="0" algn="l">
              <a:lnSpc>
                <a:spcPct val="100000"/>
              </a:lnSpc>
              <a:spcBef>
                <a:spcPts val="73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Product model name</a:t>
            </a:r>
            <a:endParaRPr b="0" i="0" sz="600" u="none" cap="none" strike="noStrike">
              <a:solidFill>
                <a:srgbClr val="000000"/>
              </a:solidFill>
              <a:latin typeface="Arial"/>
              <a:ea typeface="Arial"/>
              <a:cs typeface="Arial"/>
              <a:sym typeface="Arial"/>
            </a:endParaRPr>
          </a:p>
        </p:txBody>
      </p:sp>
      <p:sp>
        <p:nvSpPr>
          <p:cNvPr id="1410" name="Google Shape;1410;p9"/>
          <p:cNvSpPr txBox="1"/>
          <p:nvPr/>
        </p:nvSpPr>
        <p:spPr>
          <a:xfrm>
            <a:off x="3779899" y="1394099"/>
            <a:ext cx="27178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URT-10</a:t>
            </a:r>
            <a:endParaRPr b="0" i="0" sz="600" u="none" cap="none" strike="noStrike">
              <a:solidFill>
                <a:srgbClr val="000000"/>
              </a:solidFill>
              <a:latin typeface="Arial"/>
              <a:ea typeface="Arial"/>
              <a:cs typeface="Arial"/>
              <a:sym typeface="Arial"/>
            </a:endParaRPr>
          </a:p>
        </p:txBody>
      </p:sp>
      <p:sp>
        <p:nvSpPr>
          <p:cNvPr id="1411" name="Google Shape;1411;p9"/>
          <p:cNvSpPr txBox="1"/>
          <p:nvPr/>
        </p:nvSpPr>
        <p:spPr>
          <a:xfrm>
            <a:off x="2902609" y="1578274"/>
            <a:ext cx="19050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Type</a:t>
            </a:r>
            <a:endParaRPr b="0" i="0" sz="600" u="none" cap="none" strike="noStrike">
              <a:solidFill>
                <a:srgbClr val="000000"/>
              </a:solidFill>
              <a:latin typeface="Arial"/>
              <a:ea typeface="Arial"/>
              <a:cs typeface="Arial"/>
              <a:sym typeface="Arial"/>
            </a:endParaRPr>
          </a:p>
        </p:txBody>
      </p:sp>
      <p:sp>
        <p:nvSpPr>
          <p:cNvPr id="1412" name="Google Shape;1412;p9"/>
          <p:cNvSpPr txBox="1"/>
          <p:nvPr/>
        </p:nvSpPr>
        <p:spPr>
          <a:xfrm>
            <a:off x="3779899" y="1578274"/>
            <a:ext cx="45402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Mobile Plant</a:t>
            </a:r>
            <a:endParaRPr b="0" i="0" sz="600" u="none" cap="none" strike="noStrike">
              <a:solidFill>
                <a:srgbClr val="000000"/>
              </a:solidFill>
              <a:latin typeface="Arial"/>
              <a:ea typeface="Arial"/>
              <a:cs typeface="Arial"/>
              <a:sym typeface="Arial"/>
            </a:endParaRPr>
          </a:p>
        </p:txBody>
      </p:sp>
      <p:sp>
        <p:nvSpPr>
          <p:cNvPr id="1413" name="Google Shape;1413;p9"/>
          <p:cNvSpPr txBox="1"/>
          <p:nvPr/>
        </p:nvSpPr>
        <p:spPr>
          <a:xfrm>
            <a:off x="2902609" y="1762450"/>
            <a:ext cx="62611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Throughput / day</a:t>
            </a:r>
            <a:endParaRPr b="0" i="0" sz="600" u="none" cap="none" strike="noStrike">
              <a:solidFill>
                <a:srgbClr val="000000"/>
              </a:solidFill>
              <a:latin typeface="Arial"/>
              <a:ea typeface="Arial"/>
              <a:cs typeface="Arial"/>
              <a:sym typeface="Arial"/>
            </a:endParaRPr>
          </a:p>
        </p:txBody>
      </p:sp>
      <p:sp>
        <p:nvSpPr>
          <p:cNvPr id="1414" name="Google Shape;1414;p9"/>
          <p:cNvSpPr txBox="1"/>
          <p:nvPr/>
        </p:nvSpPr>
        <p:spPr>
          <a:xfrm>
            <a:off x="3779899" y="1762450"/>
            <a:ext cx="39116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 ton / day</a:t>
            </a:r>
            <a:endParaRPr b="0" i="0" sz="600" u="none" cap="none" strike="noStrike">
              <a:solidFill>
                <a:srgbClr val="000000"/>
              </a:solidFill>
              <a:latin typeface="Arial"/>
              <a:ea typeface="Arial"/>
              <a:cs typeface="Arial"/>
              <a:sym typeface="Arial"/>
            </a:endParaRPr>
          </a:p>
        </p:txBody>
      </p:sp>
      <p:sp>
        <p:nvSpPr>
          <p:cNvPr id="1415" name="Google Shape;1415;p9"/>
          <p:cNvSpPr txBox="1"/>
          <p:nvPr/>
        </p:nvSpPr>
        <p:spPr>
          <a:xfrm>
            <a:off x="2902609" y="1946625"/>
            <a:ext cx="1606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Size</a:t>
            </a:r>
            <a:endParaRPr b="0" i="0" sz="600" u="none" cap="none" strike="noStrike">
              <a:solidFill>
                <a:srgbClr val="000000"/>
              </a:solidFill>
              <a:latin typeface="Arial"/>
              <a:ea typeface="Arial"/>
              <a:cs typeface="Arial"/>
              <a:sym typeface="Arial"/>
            </a:endParaRPr>
          </a:p>
        </p:txBody>
      </p:sp>
      <p:sp>
        <p:nvSpPr>
          <p:cNvPr id="1416" name="Google Shape;1416;p9"/>
          <p:cNvSpPr txBox="1"/>
          <p:nvPr/>
        </p:nvSpPr>
        <p:spPr>
          <a:xfrm>
            <a:off x="3779899" y="1946625"/>
            <a:ext cx="62039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W: 9 D: 2.5 H: 2.3</a:t>
            </a:r>
            <a:endParaRPr b="0" i="0" sz="600" u="none" cap="none" strike="noStrike">
              <a:solidFill>
                <a:srgbClr val="000000"/>
              </a:solidFill>
              <a:latin typeface="Arial"/>
              <a:ea typeface="Arial"/>
              <a:cs typeface="Arial"/>
              <a:sym typeface="Arial"/>
            </a:endParaRPr>
          </a:p>
        </p:txBody>
      </p:sp>
      <p:sp>
        <p:nvSpPr>
          <p:cNvPr id="1417" name="Google Shape;1417;p9"/>
          <p:cNvSpPr txBox="1"/>
          <p:nvPr/>
        </p:nvSpPr>
        <p:spPr>
          <a:xfrm>
            <a:off x="2902609" y="2130800"/>
            <a:ext cx="54864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Process System</a:t>
            </a:r>
            <a:endParaRPr b="0" i="0" sz="600" u="none" cap="none" strike="noStrike">
              <a:solidFill>
                <a:srgbClr val="000000"/>
              </a:solidFill>
              <a:latin typeface="Arial"/>
              <a:ea typeface="Arial"/>
              <a:cs typeface="Arial"/>
              <a:sym typeface="Arial"/>
            </a:endParaRPr>
          </a:p>
        </p:txBody>
      </p:sp>
      <p:sp>
        <p:nvSpPr>
          <p:cNvPr id="1418" name="Google Shape;1418;p9"/>
          <p:cNvSpPr txBox="1"/>
          <p:nvPr/>
        </p:nvSpPr>
        <p:spPr>
          <a:xfrm>
            <a:off x="3779899" y="2130800"/>
            <a:ext cx="38925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Batch type</a:t>
            </a:r>
            <a:endParaRPr b="0" i="0" sz="600" u="none" cap="none" strike="noStrike">
              <a:solidFill>
                <a:srgbClr val="000000"/>
              </a:solidFill>
              <a:latin typeface="Arial"/>
              <a:ea typeface="Arial"/>
              <a:cs typeface="Arial"/>
              <a:sym typeface="Arial"/>
            </a:endParaRPr>
          </a:p>
        </p:txBody>
      </p:sp>
      <p:sp>
        <p:nvSpPr>
          <p:cNvPr id="1419" name="Google Shape;1419;p9"/>
          <p:cNvSpPr txBox="1"/>
          <p:nvPr/>
        </p:nvSpPr>
        <p:spPr>
          <a:xfrm>
            <a:off x="2902609" y="2314976"/>
            <a:ext cx="44323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Vehicle type</a:t>
            </a:r>
            <a:endParaRPr b="0" i="0" sz="600" u="none" cap="none" strike="noStrike">
              <a:solidFill>
                <a:srgbClr val="000000"/>
              </a:solidFill>
              <a:latin typeface="Arial"/>
              <a:ea typeface="Arial"/>
              <a:cs typeface="Arial"/>
              <a:sym typeface="Arial"/>
            </a:endParaRPr>
          </a:p>
        </p:txBody>
      </p:sp>
      <p:sp>
        <p:nvSpPr>
          <p:cNvPr id="1420" name="Google Shape;1420;p9"/>
          <p:cNvSpPr txBox="1"/>
          <p:nvPr/>
        </p:nvSpPr>
        <p:spPr>
          <a:xfrm>
            <a:off x="3779899" y="2314976"/>
            <a:ext cx="45339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10 ton truck</a:t>
            </a:r>
            <a:endParaRPr b="0" i="0" sz="600" u="none" cap="none" strike="noStrike">
              <a:solidFill>
                <a:srgbClr val="000000"/>
              </a:solidFill>
              <a:latin typeface="Arial"/>
              <a:ea typeface="Arial"/>
              <a:cs typeface="Arial"/>
              <a:sym typeface="Arial"/>
            </a:endParaRPr>
          </a:p>
        </p:txBody>
      </p:sp>
      <p:grpSp>
        <p:nvGrpSpPr>
          <p:cNvPr id="1421" name="Google Shape;1421;p9"/>
          <p:cNvGrpSpPr/>
          <p:nvPr/>
        </p:nvGrpSpPr>
        <p:grpSpPr>
          <a:xfrm>
            <a:off x="596658" y="778750"/>
            <a:ext cx="2173605" cy="1122680"/>
            <a:chOff x="596658" y="778750"/>
            <a:chExt cx="2173605" cy="1122680"/>
          </a:xfrm>
        </p:grpSpPr>
        <p:sp>
          <p:nvSpPr>
            <p:cNvPr id="1422" name="Google Shape;1422;p9"/>
            <p:cNvSpPr/>
            <p:nvPr/>
          </p:nvSpPr>
          <p:spPr>
            <a:xfrm>
              <a:off x="596658" y="778750"/>
              <a:ext cx="2173605" cy="1122680"/>
            </a:xfrm>
            <a:custGeom>
              <a:rect b="b" l="l" r="r" t="t"/>
              <a:pathLst>
                <a:path extrusionOk="0" h="1122680" w="2173605">
                  <a:moveTo>
                    <a:pt x="2058047" y="4635"/>
                  </a:moveTo>
                  <a:lnTo>
                    <a:pt x="0" y="4635"/>
                  </a:lnTo>
                  <a:lnTo>
                    <a:pt x="135001" y="316903"/>
                  </a:lnTo>
                  <a:lnTo>
                    <a:pt x="2058047" y="316903"/>
                  </a:lnTo>
                  <a:lnTo>
                    <a:pt x="2058047" y="4635"/>
                  </a:lnTo>
                  <a:close/>
                </a:path>
                <a:path extrusionOk="0" h="1122680" w="2173605">
                  <a:moveTo>
                    <a:pt x="2173503" y="0"/>
                  </a:moveTo>
                  <a:lnTo>
                    <a:pt x="2100554" y="0"/>
                  </a:lnTo>
                  <a:lnTo>
                    <a:pt x="2100554" y="1122057"/>
                  </a:lnTo>
                  <a:lnTo>
                    <a:pt x="2173503" y="1122057"/>
                  </a:lnTo>
                  <a:lnTo>
                    <a:pt x="2173503"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23" name="Google Shape;1423;p9"/>
            <p:cNvPicPr preferRelativeResize="0"/>
            <p:nvPr/>
          </p:nvPicPr>
          <p:blipFill rotWithShape="1">
            <a:blip r:embed="rId10">
              <a:alphaModFix/>
            </a:blip>
            <a:srcRect b="0" l="0" r="0" t="0"/>
            <a:stretch/>
          </p:blipFill>
          <p:spPr>
            <a:xfrm>
              <a:off x="1956765" y="1531658"/>
              <a:ext cx="286283" cy="284949"/>
            </a:xfrm>
            <a:prstGeom prst="rect">
              <a:avLst/>
            </a:prstGeom>
            <a:noFill/>
            <a:ln>
              <a:noFill/>
            </a:ln>
          </p:spPr>
        </p:pic>
        <p:sp>
          <p:nvSpPr>
            <p:cNvPr id="1424" name="Google Shape;1424;p9"/>
            <p:cNvSpPr/>
            <p:nvPr/>
          </p:nvSpPr>
          <p:spPr>
            <a:xfrm>
              <a:off x="1956769" y="1531664"/>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25" name="Google Shape;1425;p9"/>
            <p:cNvPicPr preferRelativeResize="0"/>
            <p:nvPr/>
          </p:nvPicPr>
          <p:blipFill rotWithShape="1">
            <a:blip r:embed="rId11">
              <a:alphaModFix/>
            </a:blip>
            <a:srcRect b="0" l="0" r="0" t="0"/>
            <a:stretch/>
          </p:blipFill>
          <p:spPr>
            <a:xfrm>
              <a:off x="2042120" y="1589524"/>
              <a:ext cx="116586" cy="140601"/>
            </a:xfrm>
            <a:prstGeom prst="rect">
              <a:avLst/>
            </a:prstGeom>
            <a:noFill/>
            <a:ln>
              <a:noFill/>
            </a:ln>
          </p:spPr>
        </p:pic>
        <p:pic>
          <p:nvPicPr>
            <p:cNvPr id="1426" name="Google Shape;1426;p9"/>
            <p:cNvPicPr preferRelativeResize="0"/>
            <p:nvPr/>
          </p:nvPicPr>
          <p:blipFill rotWithShape="1">
            <a:blip r:embed="rId10">
              <a:alphaModFix/>
            </a:blip>
            <a:srcRect b="0" l="0" r="0" t="0"/>
            <a:stretch/>
          </p:blipFill>
          <p:spPr>
            <a:xfrm>
              <a:off x="2300376" y="1531658"/>
              <a:ext cx="286283" cy="284949"/>
            </a:xfrm>
            <a:prstGeom prst="rect">
              <a:avLst/>
            </a:prstGeom>
            <a:noFill/>
            <a:ln>
              <a:noFill/>
            </a:ln>
          </p:spPr>
        </p:pic>
        <p:sp>
          <p:nvSpPr>
            <p:cNvPr id="1427" name="Google Shape;1427;p9"/>
            <p:cNvSpPr/>
            <p:nvPr/>
          </p:nvSpPr>
          <p:spPr>
            <a:xfrm>
              <a:off x="2300377" y="1531664"/>
              <a:ext cx="286385" cy="286385"/>
            </a:xfrm>
            <a:custGeom>
              <a:rect b="b" l="l" r="r" t="t"/>
              <a:pathLst>
                <a:path extrusionOk="0" h="286385" w="286385">
                  <a:moveTo>
                    <a:pt x="235966"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6"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6"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28" name="Google Shape;1428;p9"/>
            <p:cNvPicPr preferRelativeResize="0"/>
            <p:nvPr/>
          </p:nvPicPr>
          <p:blipFill rotWithShape="1">
            <a:blip r:embed="rId12">
              <a:alphaModFix/>
            </a:blip>
            <a:srcRect b="0" l="0" r="0" t="0"/>
            <a:stretch/>
          </p:blipFill>
          <p:spPr>
            <a:xfrm>
              <a:off x="2382892" y="1586586"/>
              <a:ext cx="121272" cy="146469"/>
            </a:xfrm>
            <a:prstGeom prst="rect">
              <a:avLst/>
            </a:prstGeom>
            <a:noFill/>
            <a:ln>
              <a:noFill/>
            </a:ln>
          </p:spPr>
        </p:pic>
      </p:grpSp>
      <p:sp>
        <p:nvSpPr>
          <p:cNvPr id="1429" name="Google Shape;1429;p9"/>
          <p:cNvSpPr txBox="1"/>
          <p:nvPr/>
        </p:nvSpPr>
        <p:spPr>
          <a:xfrm>
            <a:off x="1051591" y="775570"/>
            <a:ext cx="1549400" cy="1034415"/>
          </a:xfrm>
          <a:prstGeom prst="rect">
            <a:avLst/>
          </a:prstGeom>
          <a:noFill/>
          <a:ln>
            <a:noFill/>
          </a:ln>
        </p:spPr>
        <p:txBody>
          <a:bodyPr anchorCtr="0" anchor="t" bIns="0" lIns="0" spcFirstLastPara="1" rIns="0" wrap="square" tIns="27925">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1 </a:t>
            </a:r>
            <a:r>
              <a:rPr b="1" i="0" lang="en-US" sz="1800" u="none" cap="none" strike="noStrike">
                <a:solidFill>
                  <a:srgbClr val="8ED8F8"/>
                </a:solidFill>
                <a:latin typeface="Arial"/>
                <a:ea typeface="Arial"/>
                <a:cs typeface="Arial"/>
                <a:sym typeface="Arial"/>
              </a:rPr>
              <a:t>ton	</a:t>
            </a:r>
            <a:r>
              <a:rPr b="1" i="0" lang="en-US" sz="1800" u="none" cap="none" strike="noStrike">
                <a:solidFill>
                  <a:srgbClr val="FFFFFF"/>
                </a:solidFill>
                <a:latin typeface="Arial"/>
                <a:ea typeface="Arial"/>
                <a:cs typeface="Arial"/>
                <a:sym typeface="Arial"/>
              </a:rPr>
              <a:t>1 </a:t>
            </a:r>
            <a:r>
              <a:rPr b="1" i="0" lang="en-US" sz="1800" u="none" cap="none" strike="noStrike">
                <a:solidFill>
                  <a:srgbClr val="8ED8F8"/>
                </a:solidFill>
                <a:latin typeface="Arial"/>
                <a:ea typeface="Arial"/>
                <a:cs typeface="Arial"/>
                <a:sym typeface="Arial"/>
              </a:rPr>
              <a:t>Truck</a:t>
            </a:r>
            <a:endParaRPr b="0" i="0" sz="1800" u="none" cap="none" strike="noStrike">
              <a:solidFill>
                <a:srgbClr val="000000"/>
              </a:solidFill>
              <a:latin typeface="Arial"/>
              <a:ea typeface="Arial"/>
              <a:cs typeface="Arial"/>
              <a:sym typeface="Arial"/>
            </a:endParaRPr>
          </a:p>
          <a:p>
            <a:pPr indent="0" lvl="0" marL="231775" marR="0" rtl="0" algn="l">
              <a:lnSpc>
                <a:spcPct val="100000"/>
              </a:lnSpc>
              <a:spcBef>
                <a:spcPts val="180"/>
              </a:spcBef>
              <a:spcAft>
                <a:spcPts val="0"/>
              </a:spcAft>
              <a:buClr>
                <a:srgbClr val="000000"/>
              </a:buClr>
              <a:buSzPts val="2700"/>
              <a:buFont typeface="Arial"/>
              <a:buNone/>
            </a:pPr>
            <a:r>
              <a:rPr b="0" i="0" lang="en-US" sz="2700" u="none" cap="none" strike="noStrike">
                <a:solidFill>
                  <a:srgbClr val="231F20"/>
                </a:solidFill>
                <a:latin typeface="Verdana"/>
                <a:ea typeface="Verdana"/>
                <a:cs typeface="Verdana"/>
                <a:sym typeface="Verdana"/>
              </a:rPr>
              <a:t>UR</a:t>
            </a:r>
            <a:r>
              <a:rPr b="0" i="0" lang="en-US" sz="2700" u="none" cap="none" strike="noStrike">
                <a:solidFill>
                  <a:srgbClr val="696A6D"/>
                </a:solidFill>
                <a:latin typeface="Verdana"/>
                <a:ea typeface="Verdana"/>
                <a:cs typeface="Verdana"/>
                <a:sym typeface="Verdana"/>
              </a:rPr>
              <a:t>T</a:t>
            </a:r>
            <a:r>
              <a:rPr b="0" i="0" lang="en-US" sz="2700" u="none" cap="none" strike="noStrike">
                <a:solidFill>
                  <a:srgbClr val="231F20"/>
                </a:solidFill>
                <a:latin typeface="Verdana"/>
                <a:ea typeface="Verdana"/>
                <a:cs typeface="Verdana"/>
                <a:sym typeface="Verdana"/>
              </a:rPr>
              <a:t>-10</a:t>
            </a:r>
            <a:endParaRPr b="0" i="0" sz="2700" u="none" cap="none" strike="noStrike">
              <a:solidFill>
                <a:srgbClr val="000000"/>
              </a:solidFill>
              <a:latin typeface="Verdana"/>
              <a:ea typeface="Verdana"/>
              <a:cs typeface="Verdana"/>
              <a:sym typeface="Verdana"/>
            </a:endParaRPr>
          </a:p>
          <a:p>
            <a:pPr indent="0" lvl="0" marL="946150" marR="0" rtl="0" algn="l">
              <a:lnSpc>
                <a:spcPct val="100000"/>
              </a:lnSpc>
              <a:spcBef>
                <a:spcPts val="182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GENERAL  ORGANICS</a:t>
            </a:r>
            <a:endParaRPr b="0" i="0" sz="350" u="none" cap="none" strike="noStrike">
              <a:solidFill>
                <a:srgbClr val="000000"/>
              </a:solidFill>
              <a:latin typeface="Arial"/>
              <a:ea typeface="Arial"/>
              <a:cs typeface="Arial"/>
              <a:sym typeface="Arial"/>
            </a:endParaRPr>
          </a:p>
        </p:txBody>
      </p:sp>
      <p:grpSp>
        <p:nvGrpSpPr>
          <p:cNvPr id="1430" name="Google Shape;1430;p9"/>
          <p:cNvGrpSpPr/>
          <p:nvPr/>
        </p:nvGrpSpPr>
        <p:grpSpPr>
          <a:xfrm>
            <a:off x="449973" y="3213010"/>
            <a:ext cx="9657466" cy="2873133"/>
            <a:chOff x="449973" y="3213010"/>
            <a:chExt cx="9657466" cy="2873133"/>
          </a:xfrm>
        </p:grpSpPr>
        <p:sp>
          <p:nvSpPr>
            <p:cNvPr id="1431" name="Google Shape;1431;p9"/>
            <p:cNvSpPr/>
            <p:nvPr/>
          </p:nvSpPr>
          <p:spPr>
            <a:xfrm>
              <a:off x="8521199" y="5895008"/>
              <a:ext cx="986790" cy="191135"/>
            </a:xfrm>
            <a:custGeom>
              <a:rect b="b" l="l" r="r" t="t"/>
              <a:pathLst>
                <a:path extrusionOk="0" h="191135" w="986790">
                  <a:moveTo>
                    <a:pt x="0" y="190792"/>
                  </a:moveTo>
                  <a:lnTo>
                    <a:pt x="399605" y="0"/>
                  </a:lnTo>
                  <a:lnTo>
                    <a:pt x="986396" y="61188"/>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9"/>
            <p:cNvSpPr/>
            <p:nvPr/>
          </p:nvSpPr>
          <p:spPr>
            <a:xfrm>
              <a:off x="7745866" y="5787003"/>
              <a:ext cx="296545" cy="83185"/>
            </a:xfrm>
            <a:custGeom>
              <a:rect b="b" l="l" r="r" t="t"/>
              <a:pathLst>
                <a:path extrusionOk="0" h="83185" w="296545">
                  <a:moveTo>
                    <a:pt x="296532" y="0"/>
                  </a:moveTo>
                  <a:lnTo>
                    <a:pt x="0" y="82804"/>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9"/>
            <p:cNvSpPr/>
            <p:nvPr/>
          </p:nvSpPr>
          <p:spPr>
            <a:xfrm>
              <a:off x="9914399" y="5424191"/>
              <a:ext cx="193040" cy="3810"/>
            </a:xfrm>
            <a:custGeom>
              <a:rect b="b" l="l" r="r" t="t"/>
              <a:pathLst>
                <a:path extrusionOk="0" h="3810" w="193040">
                  <a:moveTo>
                    <a:pt x="0" y="0"/>
                  </a:moveTo>
                  <a:lnTo>
                    <a:pt x="192595" y="374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9"/>
            <p:cNvSpPr/>
            <p:nvPr/>
          </p:nvSpPr>
          <p:spPr>
            <a:xfrm>
              <a:off x="7745299" y="4707003"/>
              <a:ext cx="297815" cy="40005"/>
            </a:xfrm>
            <a:custGeom>
              <a:rect b="b" l="l" r="r" t="t"/>
              <a:pathLst>
                <a:path extrusionOk="0" h="40004" w="297815">
                  <a:moveTo>
                    <a:pt x="297662" y="39598"/>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9"/>
            <p:cNvSpPr/>
            <p:nvPr/>
          </p:nvSpPr>
          <p:spPr>
            <a:xfrm>
              <a:off x="449973" y="3213010"/>
              <a:ext cx="2173605" cy="1122680"/>
            </a:xfrm>
            <a:custGeom>
              <a:rect b="b" l="l" r="r" t="t"/>
              <a:pathLst>
                <a:path extrusionOk="0" h="1122679" w="2173605">
                  <a:moveTo>
                    <a:pt x="2058047" y="4635"/>
                  </a:moveTo>
                  <a:lnTo>
                    <a:pt x="0" y="4635"/>
                  </a:lnTo>
                  <a:lnTo>
                    <a:pt x="135001" y="316903"/>
                  </a:lnTo>
                  <a:lnTo>
                    <a:pt x="2058047" y="316903"/>
                  </a:lnTo>
                  <a:lnTo>
                    <a:pt x="2058047" y="4635"/>
                  </a:lnTo>
                  <a:close/>
                </a:path>
                <a:path extrusionOk="0" h="1122679" w="2173605">
                  <a:moveTo>
                    <a:pt x="2173503" y="0"/>
                  </a:moveTo>
                  <a:lnTo>
                    <a:pt x="2100554" y="0"/>
                  </a:lnTo>
                  <a:lnTo>
                    <a:pt x="2100554" y="1122057"/>
                  </a:lnTo>
                  <a:lnTo>
                    <a:pt x="2173503" y="1122057"/>
                  </a:lnTo>
                  <a:lnTo>
                    <a:pt x="2173503"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6" name="Google Shape;1436;p9"/>
            <p:cNvPicPr preferRelativeResize="0"/>
            <p:nvPr/>
          </p:nvPicPr>
          <p:blipFill rotWithShape="1">
            <a:blip r:embed="rId10">
              <a:alphaModFix/>
            </a:blip>
            <a:srcRect b="0" l="0" r="0" t="0"/>
            <a:stretch/>
          </p:blipFill>
          <p:spPr>
            <a:xfrm>
              <a:off x="1810092" y="3965918"/>
              <a:ext cx="286283" cy="284937"/>
            </a:xfrm>
            <a:prstGeom prst="rect">
              <a:avLst/>
            </a:prstGeom>
            <a:noFill/>
            <a:ln>
              <a:noFill/>
            </a:ln>
          </p:spPr>
        </p:pic>
        <p:sp>
          <p:nvSpPr>
            <p:cNvPr id="1437" name="Google Shape;1437;p9"/>
            <p:cNvSpPr/>
            <p:nvPr/>
          </p:nvSpPr>
          <p:spPr>
            <a:xfrm>
              <a:off x="1810090" y="3965926"/>
              <a:ext cx="286385" cy="286385"/>
            </a:xfrm>
            <a:custGeom>
              <a:rect b="b" l="l" r="r" t="t"/>
              <a:pathLst>
                <a:path extrusionOk="0" h="286385" w="286385">
                  <a:moveTo>
                    <a:pt x="235966"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6"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6"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8" name="Google Shape;1438;p9"/>
            <p:cNvPicPr preferRelativeResize="0"/>
            <p:nvPr/>
          </p:nvPicPr>
          <p:blipFill rotWithShape="1">
            <a:blip r:embed="rId11">
              <a:alphaModFix/>
            </a:blip>
            <a:srcRect b="0" l="0" r="0" t="0"/>
            <a:stretch/>
          </p:blipFill>
          <p:spPr>
            <a:xfrm>
              <a:off x="1895441" y="4023785"/>
              <a:ext cx="116586" cy="140601"/>
            </a:xfrm>
            <a:prstGeom prst="rect">
              <a:avLst/>
            </a:prstGeom>
            <a:noFill/>
            <a:ln>
              <a:noFill/>
            </a:ln>
          </p:spPr>
        </p:pic>
      </p:grpSp>
      <p:sp>
        <p:nvSpPr>
          <p:cNvPr id="1439" name="Google Shape;1439;p9"/>
          <p:cNvSpPr txBox="1"/>
          <p:nvPr/>
        </p:nvSpPr>
        <p:spPr>
          <a:xfrm>
            <a:off x="2854558" y="760835"/>
            <a:ext cx="3062605"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URT-10 for Mobile Waste Disposal Facility</a:t>
            </a:r>
            <a:endParaRPr b="0" i="0" sz="1300" u="none" cap="none" strike="noStrike">
              <a:solidFill>
                <a:srgbClr val="000000"/>
              </a:solidFill>
              <a:latin typeface="Arial"/>
              <a:ea typeface="Arial"/>
              <a:cs typeface="Arial"/>
              <a:sym typeface="Arial"/>
            </a:endParaRPr>
          </a:p>
        </p:txBody>
      </p:sp>
      <p:sp>
        <p:nvSpPr>
          <p:cNvPr id="1440" name="Google Shape;1440;p9"/>
          <p:cNvSpPr txBox="1"/>
          <p:nvPr/>
        </p:nvSpPr>
        <p:spPr>
          <a:xfrm>
            <a:off x="1838702" y="4165107"/>
            <a:ext cx="24066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GENERAL</a:t>
            </a:r>
            <a:endParaRPr b="0" i="0" sz="350" u="none" cap="none" strike="noStrike">
              <a:solidFill>
                <a:srgbClr val="000000"/>
              </a:solidFill>
              <a:latin typeface="Arial"/>
              <a:ea typeface="Arial"/>
              <a:cs typeface="Arial"/>
              <a:sym typeface="Arial"/>
            </a:endParaRPr>
          </a:p>
        </p:txBody>
      </p:sp>
      <p:grpSp>
        <p:nvGrpSpPr>
          <p:cNvPr id="1441" name="Google Shape;1441;p9"/>
          <p:cNvGrpSpPr/>
          <p:nvPr/>
        </p:nvGrpSpPr>
        <p:grpSpPr>
          <a:xfrm>
            <a:off x="2153691" y="3965918"/>
            <a:ext cx="286393" cy="286393"/>
            <a:chOff x="2153691" y="3965918"/>
            <a:chExt cx="286393" cy="286393"/>
          </a:xfrm>
        </p:grpSpPr>
        <p:pic>
          <p:nvPicPr>
            <p:cNvPr id="1442" name="Google Shape;1442;p9"/>
            <p:cNvPicPr preferRelativeResize="0"/>
            <p:nvPr/>
          </p:nvPicPr>
          <p:blipFill rotWithShape="1">
            <a:blip r:embed="rId10">
              <a:alphaModFix/>
            </a:blip>
            <a:srcRect b="0" l="0" r="0" t="0"/>
            <a:stretch/>
          </p:blipFill>
          <p:spPr>
            <a:xfrm>
              <a:off x="2153691" y="3965918"/>
              <a:ext cx="286296" cy="284937"/>
            </a:xfrm>
            <a:prstGeom prst="rect">
              <a:avLst/>
            </a:prstGeom>
            <a:noFill/>
            <a:ln>
              <a:noFill/>
            </a:ln>
          </p:spPr>
        </p:pic>
        <p:sp>
          <p:nvSpPr>
            <p:cNvPr id="1443" name="Google Shape;1443;p9"/>
            <p:cNvSpPr/>
            <p:nvPr/>
          </p:nvSpPr>
          <p:spPr>
            <a:xfrm>
              <a:off x="2153699" y="3965926"/>
              <a:ext cx="286385" cy="286385"/>
            </a:xfrm>
            <a:custGeom>
              <a:rect b="b" l="l" r="r" t="t"/>
              <a:pathLst>
                <a:path extrusionOk="0" h="286385" w="286385">
                  <a:moveTo>
                    <a:pt x="235965" y="0"/>
                  </a:moveTo>
                  <a:lnTo>
                    <a:pt x="50317" y="0"/>
                  </a:lnTo>
                  <a:lnTo>
                    <a:pt x="30732" y="3954"/>
                  </a:lnTo>
                  <a:lnTo>
                    <a:pt x="14738" y="14738"/>
                  </a:lnTo>
                  <a:lnTo>
                    <a:pt x="3954" y="30732"/>
                  </a:lnTo>
                  <a:lnTo>
                    <a:pt x="0" y="50317"/>
                  </a:lnTo>
                  <a:lnTo>
                    <a:pt x="0" y="235965"/>
                  </a:lnTo>
                  <a:lnTo>
                    <a:pt x="3954" y="255550"/>
                  </a:lnTo>
                  <a:lnTo>
                    <a:pt x="14738" y="271545"/>
                  </a:lnTo>
                  <a:lnTo>
                    <a:pt x="30732" y="282328"/>
                  </a:lnTo>
                  <a:lnTo>
                    <a:pt x="50317" y="286283"/>
                  </a:lnTo>
                  <a:lnTo>
                    <a:pt x="235965" y="286283"/>
                  </a:lnTo>
                  <a:lnTo>
                    <a:pt x="255550" y="282328"/>
                  </a:lnTo>
                  <a:lnTo>
                    <a:pt x="271545" y="271545"/>
                  </a:lnTo>
                  <a:lnTo>
                    <a:pt x="282328" y="255550"/>
                  </a:lnTo>
                  <a:lnTo>
                    <a:pt x="286283" y="235965"/>
                  </a:lnTo>
                  <a:lnTo>
                    <a:pt x="286283" y="50317"/>
                  </a:lnTo>
                  <a:lnTo>
                    <a:pt x="282328" y="30732"/>
                  </a:lnTo>
                  <a:lnTo>
                    <a:pt x="271545" y="14738"/>
                  </a:lnTo>
                  <a:lnTo>
                    <a:pt x="255550" y="3954"/>
                  </a:lnTo>
                  <a:lnTo>
                    <a:pt x="235965"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44" name="Google Shape;1444;p9"/>
            <p:cNvPicPr preferRelativeResize="0"/>
            <p:nvPr/>
          </p:nvPicPr>
          <p:blipFill rotWithShape="1">
            <a:blip r:embed="rId13">
              <a:alphaModFix/>
            </a:blip>
            <a:srcRect b="0" l="0" r="0" t="0"/>
            <a:stretch/>
          </p:blipFill>
          <p:spPr>
            <a:xfrm>
              <a:off x="2236213" y="4020848"/>
              <a:ext cx="121272" cy="146469"/>
            </a:xfrm>
            <a:prstGeom prst="rect">
              <a:avLst/>
            </a:prstGeom>
            <a:noFill/>
            <a:ln>
              <a:noFill/>
            </a:ln>
          </p:spPr>
        </p:pic>
      </p:grpSp>
      <p:sp>
        <p:nvSpPr>
          <p:cNvPr id="1445" name="Google Shape;1445;p9"/>
          <p:cNvSpPr txBox="1"/>
          <p:nvPr/>
        </p:nvSpPr>
        <p:spPr>
          <a:xfrm>
            <a:off x="2172326" y="4165107"/>
            <a:ext cx="264795" cy="787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50"/>
              <a:buFont typeface="Arial"/>
              <a:buNone/>
            </a:pPr>
            <a:r>
              <a:rPr b="1" i="0" lang="en-US" sz="350" u="none" cap="none" strike="noStrike">
                <a:solidFill>
                  <a:srgbClr val="231F20"/>
                </a:solidFill>
                <a:latin typeface="Arial"/>
                <a:ea typeface="Arial"/>
                <a:cs typeface="Arial"/>
                <a:sym typeface="Arial"/>
              </a:rPr>
              <a:t>ORGANICS</a:t>
            </a:r>
            <a:endParaRPr b="0" i="0" sz="350" u="none" cap="none" strike="noStrike">
              <a:solidFill>
                <a:srgbClr val="000000"/>
              </a:solidFill>
              <a:latin typeface="Arial"/>
              <a:ea typeface="Arial"/>
              <a:cs typeface="Arial"/>
              <a:sym typeface="Arial"/>
            </a:endParaRPr>
          </a:p>
        </p:txBody>
      </p:sp>
      <p:sp>
        <p:nvSpPr>
          <p:cNvPr id="1446" name="Google Shape;1446;p9"/>
          <p:cNvSpPr txBox="1"/>
          <p:nvPr/>
        </p:nvSpPr>
        <p:spPr>
          <a:xfrm>
            <a:off x="883423" y="3209830"/>
            <a:ext cx="1570990" cy="749935"/>
          </a:xfrm>
          <a:prstGeom prst="rect">
            <a:avLst/>
          </a:prstGeom>
          <a:noFill/>
          <a:ln>
            <a:noFill/>
          </a:ln>
        </p:spPr>
        <p:txBody>
          <a:bodyPr anchorCtr="0" anchor="t" bIns="0" lIns="0" spcFirstLastPara="1" rIns="0" wrap="square" tIns="27925">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1 </a:t>
            </a:r>
            <a:r>
              <a:rPr b="1" i="0" lang="en-US" sz="1800" u="none" cap="none" strike="noStrike">
                <a:solidFill>
                  <a:srgbClr val="8ED8F8"/>
                </a:solidFill>
                <a:latin typeface="Arial"/>
                <a:ea typeface="Arial"/>
                <a:cs typeface="Arial"/>
                <a:sym typeface="Arial"/>
              </a:rPr>
              <a:t>ton	</a:t>
            </a:r>
            <a:r>
              <a:rPr b="1" i="0" lang="en-US" sz="1800" u="none" cap="none" strike="noStrike">
                <a:solidFill>
                  <a:srgbClr val="FFFFFF"/>
                </a:solidFill>
                <a:latin typeface="Arial"/>
                <a:ea typeface="Arial"/>
                <a:cs typeface="Arial"/>
                <a:sym typeface="Arial"/>
              </a:rPr>
              <a:t>1 </a:t>
            </a:r>
            <a:r>
              <a:rPr b="1" i="0" lang="en-US" sz="1800" u="none" cap="none" strike="noStrike">
                <a:solidFill>
                  <a:srgbClr val="8ED8F8"/>
                </a:solidFill>
                <a:latin typeface="Arial"/>
                <a:ea typeface="Arial"/>
                <a:cs typeface="Arial"/>
                <a:sym typeface="Arial"/>
              </a:rPr>
              <a:t>Batch</a:t>
            </a:r>
            <a:endParaRPr b="0" i="0" sz="1800" u="none" cap="none" strike="noStrike">
              <a:solidFill>
                <a:srgbClr val="000000"/>
              </a:solidFill>
              <a:latin typeface="Arial"/>
              <a:ea typeface="Arial"/>
              <a:cs typeface="Arial"/>
              <a:sym typeface="Arial"/>
            </a:endParaRPr>
          </a:p>
          <a:p>
            <a:pPr indent="0" lvl="0" marL="205740" marR="0" rtl="0" algn="l">
              <a:lnSpc>
                <a:spcPct val="100000"/>
              </a:lnSpc>
              <a:spcBef>
                <a:spcPts val="180"/>
              </a:spcBef>
              <a:spcAft>
                <a:spcPts val="0"/>
              </a:spcAft>
              <a:buClr>
                <a:srgbClr val="000000"/>
              </a:buClr>
              <a:buSzPts val="2700"/>
              <a:buFont typeface="Arial"/>
              <a:buNone/>
            </a:pPr>
            <a:r>
              <a:rPr b="0" i="0" lang="en-US" sz="2700" u="none" cap="none" strike="noStrike">
                <a:solidFill>
                  <a:srgbClr val="231F20"/>
                </a:solidFill>
                <a:latin typeface="Verdana"/>
                <a:ea typeface="Verdana"/>
                <a:cs typeface="Verdana"/>
                <a:sym typeface="Verdana"/>
              </a:rPr>
              <a:t>UR</a:t>
            </a:r>
            <a:r>
              <a:rPr b="0" i="0" lang="en-US" sz="2700" u="none" cap="none" strike="noStrike">
                <a:solidFill>
                  <a:srgbClr val="696A6D"/>
                </a:solidFill>
                <a:latin typeface="Verdana"/>
                <a:ea typeface="Verdana"/>
                <a:cs typeface="Verdana"/>
                <a:sym typeface="Verdana"/>
              </a:rPr>
              <a:t>B</a:t>
            </a:r>
            <a:r>
              <a:rPr b="0" i="0" lang="en-US" sz="2700" u="none" cap="none" strike="noStrike">
                <a:solidFill>
                  <a:srgbClr val="231F20"/>
                </a:solidFill>
                <a:latin typeface="Verdana"/>
                <a:ea typeface="Verdana"/>
                <a:cs typeface="Verdana"/>
                <a:sym typeface="Verdana"/>
              </a:rPr>
              <a:t>-10</a:t>
            </a:r>
            <a:endParaRPr b="0" i="0" sz="2700" u="none" cap="none" strike="noStrike">
              <a:solidFill>
                <a:srgbClr val="000000"/>
              </a:solidFill>
              <a:latin typeface="Verdana"/>
              <a:ea typeface="Verdana"/>
              <a:cs typeface="Verdana"/>
              <a:sym typeface="Verdana"/>
            </a:endParaRPr>
          </a:p>
        </p:txBody>
      </p:sp>
      <p:sp>
        <p:nvSpPr>
          <p:cNvPr id="1447" name="Google Shape;1447;p9"/>
          <p:cNvSpPr txBox="1"/>
          <p:nvPr/>
        </p:nvSpPr>
        <p:spPr>
          <a:xfrm>
            <a:off x="2707881" y="3195097"/>
            <a:ext cx="3175000" cy="414655"/>
          </a:xfrm>
          <a:prstGeom prst="rect">
            <a:avLst/>
          </a:prstGeom>
          <a:noFill/>
          <a:ln>
            <a:noFill/>
          </a:ln>
        </p:spPr>
        <p:txBody>
          <a:bodyPr anchorCtr="0" anchor="t" bIns="0" lIns="0" spcFirstLastPara="1" rIns="0" wrap="square" tIns="12700">
            <a:spAutoFit/>
          </a:bodyPr>
          <a:lstStyle/>
          <a:p>
            <a:pPr indent="0" lvl="0" marL="12700" marR="0" rtl="0" algn="l">
              <a:lnSpc>
                <a:spcPct val="117692"/>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URB-10 for Organic waste</a:t>
            </a:r>
            <a:endParaRPr b="0" i="0" sz="1300" u="none" cap="none" strike="noStrike">
              <a:solidFill>
                <a:srgbClr val="000000"/>
              </a:solidFill>
              <a:latin typeface="Arial"/>
              <a:ea typeface="Arial"/>
              <a:cs typeface="Arial"/>
              <a:sym typeface="Arial"/>
            </a:endParaRPr>
          </a:p>
          <a:p>
            <a:pPr indent="0" lvl="0" marL="12700" marR="0" rtl="0" algn="l">
              <a:lnSpc>
                <a:spcPct val="117692"/>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Sterilization and volume reduction process</a:t>
            </a:r>
            <a:endParaRPr b="0" i="0" sz="1300" u="none" cap="none" strike="noStrike">
              <a:solidFill>
                <a:srgbClr val="000000"/>
              </a:solidFill>
              <a:latin typeface="Arial"/>
              <a:ea typeface="Arial"/>
              <a:cs typeface="Arial"/>
              <a:sym typeface="Arial"/>
            </a:endParaRPr>
          </a:p>
        </p:txBody>
      </p:sp>
      <p:sp>
        <p:nvSpPr>
          <p:cNvPr id="1448" name="Google Shape;1448;p9"/>
          <p:cNvSpPr txBox="1"/>
          <p:nvPr/>
        </p:nvSpPr>
        <p:spPr>
          <a:xfrm>
            <a:off x="7587005" y="4397412"/>
            <a:ext cx="2623820" cy="2405380"/>
          </a:xfrm>
          <a:prstGeom prst="rect">
            <a:avLst/>
          </a:prstGeom>
          <a:noFill/>
          <a:ln cap="flat" cmpd="sng" w="9525">
            <a:solidFill>
              <a:srgbClr val="231F20"/>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50"/>
              </a:spcBef>
              <a:spcAft>
                <a:spcPts val="0"/>
              </a:spcAft>
              <a:buClr>
                <a:srgbClr val="000000"/>
              </a:buClr>
              <a:buSzPts val="1150"/>
              <a:buFont typeface="Arial"/>
              <a:buNone/>
            </a:pPr>
            <a:r>
              <a:t/>
            </a:r>
            <a:endParaRPr b="0" i="0" sz="1150" u="none" cap="none" strike="noStrike">
              <a:solidFill>
                <a:srgbClr val="000000"/>
              </a:solidFill>
              <a:latin typeface="Times New Roman"/>
              <a:ea typeface="Times New Roman"/>
              <a:cs typeface="Times New Roman"/>
              <a:sym typeface="Times New Roman"/>
            </a:endParaRPr>
          </a:p>
          <a:p>
            <a:pPr indent="0" lvl="0" marL="70485" marR="0" rtl="0" algn="l">
              <a:lnSpc>
                <a:spcPct val="119166"/>
              </a:lnSpc>
              <a:spcBef>
                <a:spcPts val="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2,591mm</a:t>
            </a:r>
            <a:endParaRPr b="0" i="0" sz="600" u="none" cap="none" strike="noStrike">
              <a:solidFill>
                <a:srgbClr val="000000"/>
              </a:solidFill>
              <a:latin typeface="Arial"/>
              <a:ea typeface="Arial"/>
              <a:cs typeface="Arial"/>
              <a:sym typeface="Arial"/>
            </a:endParaRPr>
          </a:p>
          <a:p>
            <a:pPr indent="0" lvl="0" marL="89535" marR="0" rtl="0" algn="l">
              <a:lnSpc>
                <a:spcPct val="119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(2,350mm)</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7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a:p>
            <a:pPr indent="0" lvl="0" marL="1995804" marR="0" rtl="0" algn="l">
              <a:lnSpc>
                <a:spcPct val="119166"/>
              </a:lnSpc>
              <a:spcBef>
                <a:spcPts val="5"/>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12,192mm</a:t>
            </a:r>
            <a:endParaRPr b="0" i="0" sz="600" u="none" cap="none" strike="noStrike">
              <a:solidFill>
                <a:srgbClr val="000000"/>
              </a:solidFill>
              <a:latin typeface="Arial"/>
              <a:ea typeface="Arial"/>
              <a:cs typeface="Arial"/>
              <a:sym typeface="Arial"/>
            </a:endParaRPr>
          </a:p>
          <a:p>
            <a:pPr indent="0" lvl="0" marL="1995804" marR="0" rtl="0" algn="l">
              <a:lnSpc>
                <a:spcPct val="119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(11,998mm)</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a:p>
            <a:pPr indent="0" lvl="0" marL="538480" marR="0" rtl="0" algn="l">
              <a:lnSpc>
                <a:spcPct val="119166"/>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2,438mm</a:t>
            </a:r>
            <a:endParaRPr b="0" i="0" sz="600" u="none" cap="none" strike="noStrike">
              <a:solidFill>
                <a:srgbClr val="000000"/>
              </a:solidFill>
              <a:latin typeface="Arial"/>
              <a:ea typeface="Arial"/>
              <a:cs typeface="Arial"/>
              <a:sym typeface="Arial"/>
            </a:endParaRPr>
          </a:p>
          <a:p>
            <a:pPr indent="0" lvl="0" marL="548640" marR="0" rtl="0" algn="l">
              <a:lnSpc>
                <a:spcPct val="119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(2,330mm)</a:t>
            </a:r>
            <a:endParaRPr b="0" i="0" sz="500" u="none" cap="none" strike="noStrike">
              <a:solidFill>
                <a:srgbClr val="000000"/>
              </a:solidFill>
              <a:latin typeface="Arial"/>
              <a:ea typeface="Arial"/>
              <a:cs typeface="Arial"/>
              <a:sym typeface="Arial"/>
            </a:endParaRPr>
          </a:p>
          <a:p>
            <a:pPr indent="0" lvl="0" marL="0" marR="219075" rtl="0" algn="r">
              <a:lnSpc>
                <a:spcPct val="100000"/>
              </a:lnSpc>
              <a:spcBef>
                <a:spcPts val="265"/>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 (inner dimension)</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105"/>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a:p>
            <a:pPr indent="0" lvl="0" marL="397510" marR="240665" rtl="0" algn="l">
              <a:lnSpc>
                <a:spcPct val="111111"/>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We have secured a size that can be stored in a 40-foot marine container.</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52" name="Shape 1452"/>
        <p:cNvGrpSpPr/>
        <p:nvPr/>
      </p:nvGrpSpPr>
      <p:grpSpPr>
        <a:xfrm>
          <a:off x="0" y="0"/>
          <a:ext cx="0" cy="0"/>
          <a:chOff x="0" y="0"/>
          <a:chExt cx="0" cy="0"/>
        </a:xfrm>
      </p:grpSpPr>
      <p:pic>
        <p:nvPicPr>
          <p:cNvPr id="1453" name="Google Shape;1453;p10"/>
          <p:cNvPicPr preferRelativeResize="0"/>
          <p:nvPr/>
        </p:nvPicPr>
        <p:blipFill rotWithShape="1">
          <a:blip r:embed="rId3">
            <a:alphaModFix/>
          </a:blip>
          <a:srcRect b="0" l="0" r="0" t="0"/>
          <a:stretch/>
        </p:blipFill>
        <p:spPr>
          <a:xfrm>
            <a:off x="0" y="12"/>
            <a:ext cx="10692003" cy="7559992"/>
          </a:xfrm>
          <a:prstGeom prst="rect">
            <a:avLst/>
          </a:prstGeom>
          <a:noFill/>
          <a:ln>
            <a:noFill/>
          </a:ln>
        </p:spPr>
      </p:pic>
      <p:sp>
        <p:nvSpPr>
          <p:cNvPr id="1454" name="Google Shape;1454;p10"/>
          <p:cNvSpPr txBox="1"/>
          <p:nvPr/>
        </p:nvSpPr>
        <p:spPr>
          <a:xfrm>
            <a:off x="257299" y="7267585"/>
            <a:ext cx="357505"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10</a:t>
            </a:r>
            <a:endParaRPr b="0" i="0" sz="600" u="none" cap="none" strike="noStrike">
              <a:solidFill>
                <a:srgbClr val="000000"/>
              </a:solidFill>
              <a:latin typeface="Arial"/>
              <a:ea typeface="Arial"/>
              <a:cs typeface="Arial"/>
              <a:sym typeface="Arial"/>
            </a:endParaRPr>
          </a:p>
        </p:txBody>
      </p:sp>
      <p:sp>
        <p:nvSpPr>
          <p:cNvPr id="1455" name="Google Shape;1455;p10"/>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grpSp>
        <p:nvGrpSpPr>
          <p:cNvPr id="1456" name="Google Shape;1456;p10"/>
          <p:cNvGrpSpPr/>
          <p:nvPr/>
        </p:nvGrpSpPr>
        <p:grpSpPr>
          <a:xfrm>
            <a:off x="782993" y="6335229"/>
            <a:ext cx="1965038" cy="697865"/>
            <a:chOff x="782993" y="6335229"/>
            <a:chExt cx="1965038" cy="697865"/>
          </a:xfrm>
        </p:grpSpPr>
        <p:sp>
          <p:nvSpPr>
            <p:cNvPr id="1457" name="Google Shape;1457;p10"/>
            <p:cNvSpPr/>
            <p:nvPr/>
          </p:nvSpPr>
          <p:spPr>
            <a:xfrm>
              <a:off x="2259774" y="6335229"/>
              <a:ext cx="471170" cy="697865"/>
            </a:xfrm>
            <a:custGeom>
              <a:rect b="b" l="l" r="r" t="t"/>
              <a:pathLst>
                <a:path extrusionOk="0" h="697865" w="471169">
                  <a:moveTo>
                    <a:pt x="471055" y="0"/>
                  </a:moveTo>
                  <a:lnTo>
                    <a:pt x="0" y="0"/>
                  </a:lnTo>
                  <a:lnTo>
                    <a:pt x="0" y="697344"/>
                  </a:lnTo>
                  <a:lnTo>
                    <a:pt x="471055" y="697344"/>
                  </a:lnTo>
                  <a:lnTo>
                    <a:pt x="471055" y="0"/>
                  </a:lnTo>
                  <a:close/>
                </a:path>
              </a:pathLst>
            </a:custGeom>
            <a:solidFill>
              <a:srgbClr val="22445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0"/>
            <p:cNvSpPr/>
            <p:nvPr/>
          </p:nvSpPr>
          <p:spPr>
            <a:xfrm>
              <a:off x="782993" y="6384759"/>
              <a:ext cx="1376045" cy="313055"/>
            </a:xfrm>
            <a:custGeom>
              <a:rect b="b" l="l" r="r" t="t"/>
              <a:pathLst>
                <a:path extrusionOk="0" h="313054" w="1376045">
                  <a:moveTo>
                    <a:pt x="215798" y="10820"/>
                  </a:moveTo>
                  <a:lnTo>
                    <a:pt x="211213" y="6235"/>
                  </a:lnTo>
                  <a:lnTo>
                    <a:pt x="4584" y="6235"/>
                  </a:lnTo>
                  <a:lnTo>
                    <a:pt x="0" y="10820"/>
                  </a:lnTo>
                  <a:lnTo>
                    <a:pt x="0" y="301612"/>
                  </a:lnTo>
                  <a:lnTo>
                    <a:pt x="4584" y="306197"/>
                  </a:lnTo>
                  <a:lnTo>
                    <a:pt x="14998" y="306197"/>
                  </a:lnTo>
                  <a:lnTo>
                    <a:pt x="89992" y="306197"/>
                  </a:lnTo>
                  <a:lnTo>
                    <a:pt x="94564" y="301612"/>
                  </a:lnTo>
                  <a:lnTo>
                    <a:pt x="94564" y="209130"/>
                  </a:lnTo>
                  <a:lnTo>
                    <a:pt x="177482" y="209130"/>
                  </a:lnTo>
                  <a:lnTo>
                    <a:pt x="182054" y="204546"/>
                  </a:lnTo>
                  <a:lnTo>
                    <a:pt x="182054" y="133718"/>
                  </a:lnTo>
                  <a:lnTo>
                    <a:pt x="177482" y="129133"/>
                  </a:lnTo>
                  <a:lnTo>
                    <a:pt x="94564" y="129133"/>
                  </a:lnTo>
                  <a:lnTo>
                    <a:pt x="94564" y="85813"/>
                  </a:lnTo>
                  <a:lnTo>
                    <a:pt x="211213" y="85813"/>
                  </a:lnTo>
                  <a:lnTo>
                    <a:pt x="215798" y="81229"/>
                  </a:lnTo>
                  <a:lnTo>
                    <a:pt x="215798" y="10820"/>
                  </a:lnTo>
                  <a:close/>
                </a:path>
                <a:path extrusionOk="0" h="313054" w="1376045">
                  <a:moveTo>
                    <a:pt x="515759" y="85407"/>
                  </a:moveTo>
                  <a:lnTo>
                    <a:pt x="490245" y="23634"/>
                  </a:lnTo>
                  <a:lnTo>
                    <a:pt x="450735" y="6197"/>
                  </a:lnTo>
                  <a:lnTo>
                    <a:pt x="421614" y="3390"/>
                  </a:lnTo>
                  <a:lnTo>
                    <a:pt x="421614" y="100406"/>
                  </a:lnTo>
                  <a:lnTo>
                    <a:pt x="421614" y="212471"/>
                  </a:lnTo>
                  <a:lnTo>
                    <a:pt x="420420" y="220268"/>
                  </a:lnTo>
                  <a:lnTo>
                    <a:pt x="415518" y="226479"/>
                  </a:lnTo>
                  <a:lnTo>
                    <a:pt x="404914" y="230568"/>
                  </a:lnTo>
                  <a:lnTo>
                    <a:pt x="386613" y="232054"/>
                  </a:lnTo>
                  <a:lnTo>
                    <a:pt x="368490" y="230568"/>
                  </a:lnTo>
                  <a:lnTo>
                    <a:pt x="357873" y="226479"/>
                  </a:lnTo>
                  <a:lnTo>
                    <a:pt x="352882" y="220268"/>
                  </a:lnTo>
                  <a:lnTo>
                    <a:pt x="351624" y="212471"/>
                  </a:lnTo>
                  <a:lnTo>
                    <a:pt x="351624" y="100406"/>
                  </a:lnTo>
                  <a:lnTo>
                    <a:pt x="352882" y="92837"/>
                  </a:lnTo>
                  <a:lnTo>
                    <a:pt x="357873" y="86753"/>
                  </a:lnTo>
                  <a:lnTo>
                    <a:pt x="368490" y="82702"/>
                  </a:lnTo>
                  <a:lnTo>
                    <a:pt x="386613" y="81241"/>
                  </a:lnTo>
                  <a:lnTo>
                    <a:pt x="404914" y="82702"/>
                  </a:lnTo>
                  <a:lnTo>
                    <a:pt x="415518" y="86753"/>
                  </a:lnTo>
                  <a:lnTo>
                    <a:pt x="420420" y="92837"/>
                  </a:lnTo>
                  <a:lnTo>
                    <a:pt x="421614" y="100406"/>
                  </a:lnTo>
                  <a:lnTo>
                    <a:pt x="421614" y="3390"/>
                  </a:lnTo>
                  <a:lnTo>
                    <a:pt x="322427" y="6197"/>
                  </a:lnTo>
                  <a:lnTo>
                    <a:pt x="282778" y="23634"/>
                  </a:lnTo>
                  <a:lnTo>
                    <a:pt x="257048" y="85407"/>
                  </a:lnTo>
                  <a:lnTo>
                    <a:pt x="257048" y="227469"/>
                  </a:lnTo>
                  <a:lnTo>
                    <a:pt x="262648" y="262191"/>
                  </a:lnTo>
                  <a:lnTo>
                    <a:pt x="282778" y="289013"/>
                  </a:lnTo>
                  <a:lnTo>
                    <a:pt x="322427" y="306324"/>
                  </a:lnTo>
                  <a:lnTo>
                    <a:pt x="386613" y="312458"/>
                  </a:lnTo>
                  <a:lnTo>
                    <a:pt x="450735" y="306324"/>
                  </a:lnTo>
                  <a:lnTo>
                    <a:pt x="490245" y="289013"/>
                  </a:lnTo>
                  <a:lnTo>
                    <a:pt x="510235" y="262191"/>
                  </a:lnTo>
                  <a:lnTo>
                    <a:pt x="515035" y="232054"/>
                  </a:lnTo>
                  <a:lnTo>
                    <a:pt x="515759" y="227469"/>
                  </a:lnTo>
                  <a:lnTo>
                    <a:pt x="515759" y="85407"/>
                  </a:lnTo>
                  <a:close/>
                </a:path>
                <a:path extrusionOk="0" h="313054" w="1376045">
                  <a:moveTo>
                    <a:pt x="835736" y="202882"/>
                  </a:moveTo>
                  <a:lnTo>
                    <a:pt x="832142" y="179158"/>
                  </a:lnTo>
                  <a:lnTo>
                    <a:pt x="821931" y="160807"/>
                  </a:lnTo>
                  <a:lnTo>
                    <a:pt x="806030" y="148399"/>
                  </a:lnTo>
                  <a:lnTo>
                    <a:pt x="785329" y="142468"/>
                  </a:lnTo>
                  <a:lnTo>
                    <a:pt x="796353" y="135178"/>
                  </a:lnTo>
                  <a:lnTo>
                    <a:pt x="796772" y="134556"/>
                  </a:lnTo>
                  <a:lnTo>
                    <a:pt x="803554" y="124663"/>
                  </a:lnTo>
                  <a:lnTo>
                    <a:pt x="807478" y="111188"/>
                  </a:lnTo>
                  <a:lnTo>
                    <a:pt x="808659" y="94970"/>
                  </a:lnTo>
                  <a:lnTo>
                    <a:pt x="808659" y="81229"/>
                  </a:lnTo>
                  <a:lnTo>
                    <a:pt x="808659" y="75819"/>
                  </a:lnTo>
                  <a:lnTo>
                    <a:pt x="804621" y="47548"/>
                  </a:lnTo>
                  <a:lnTo>
                    <a:pt x="791057" y="25565"/>
                  </a:lnTo>
                  <a:lnTo>
                    <a:pt x="765771" y="11315"/>
                  </a:lnTo>
                  <a:lnTo>
                    <a:pt x="726592" y="6235"/>
                  </a:lnTo>
                  <a:lnTo>
                    <a:pt x="716584" y="6235"/>
                  </a:lnTo>
                  <a:lnTo>
                    <a:pt x="716584" y="100812"/>
                  </a:lnTo>
                  <a:lnTo>
                    <a:pt x="716584" y="114973"/>
                  </a:lnTo>
                  <a:lnTo>
                    <a:pt x="715772" y="122783"/>
                  </a:lnTo>
                  <a:lnTo>
                    <a:pt x="712889" y="128993"/>
                  </a:lnTo>
                  <a:lnTo>
                    <a:pt x="707275" y="133083"/>
                  </a:lnTo>
                  <a:lnTo>
                    <a:pt x="698258" y="134556"/>
                  </a:lnTo>
                  <a:lnTo>
                    <a:pt x="667016" y="134556"/>
                  </a:lnTo>
                  <a:lnTo>
                    <a:pt x="667016" y="81229"/>
                  </a:lnTo>
                  <a:lnTo>
                    <a:pt x="698258" y="81229"/>
                  </a:lnTo>
                  <a:lnTo>
                    <a:pt x="707275" y="82715"/>
                  </a:lnTo>
                  <a:lnTo>
                    <a:pt x="712889" y="86804"/>
                  </a:lnTo>
                  <a:lnTo>
                    <a:pt x="715772" y="93014"/>
                  </a:lnTo>
                  <a:lnTo>
                    <a:pt x="716584" y="100812"/>
                  </a:lnTo>
                  <a:lnTo>
                    <a:pt x="716584" y="6235"/>
                  </a:lnTo>
                  <a:lnTo>
                    <a:pt x="577443" y="6235"/>
                  </a:lnTo>
                  <a:lnTo>
                    <a:pt x="572858" y="10820"/>
                  </a:lnTo>
                  <a:lnTo>
                    <a:pt x="572858" y="301612"/>
                  </a:lnTo>
                  <a:lnTo>
                    <a:pt x="577443" y="306197"/>
                  </a:lnTo>
                  <a:lnTo>
                    <a:pt x="662432" y="306197"/>
                  </a:lnTo>
                  <a:lnTo>
                    <a:pt x="667016" y="301612"/>
                  </a:lnTo>
                  <a:lnTo>
                    <a:pt x="667016" y="209550"/>
                  </a:lnTo>
                  <a:lnTo>
                    <a:pt x="737006" y="209550"/>
                  </a:lnTo>
                  <a:lnTo>
                    <a:pt x="741172" y="214960"/>
                  </a:lnTo>
                  <a:lnTo>
                    <a:pt x="741172" y="301612"/>
                  </a:lnTo>
                  <a:lnTo>
                    <a:pt x="745756" y="306197"/>
                  </a:lnTo>
                  <a:lnTo>
                    <a:pt x="831151" y="306197"/>
                  </a:lnTo>
                  <a:lnTo>
                    <a:pt x="835736" y="301612"/>
                  </a:lnTo>
                  <a:lnTo>
                    <a:pt x="835736" y="209550"/>
                  </a:lnTo>
                  <a:lnTo>
                    <a:pt x="835736" y="202882"/>
                  </a:lnTo>
                  <a:close/>
                </a:path>
                <a:path extrusionOk="0" h="313054" w="1376045">
                  <a:moveTo>
                    <a:pt x="1101128" y="10820"/>
                  </a:moveTo>
                  <a:lnTo>
                    <a:pt x="1096543" y="6235"/>
                  </a:lnTo>
                  <a:lnTo>
                    <a:pt x="984478" y="6235"/>
                  </a:lnTo>
                  <a:lnTo>
                    <a:pt x="938936" y="11391"/>
                  </a:lnTo>
                  <a:lnTo>
                    <a:pt x="906983" y="27076"/>
                  </a:lnTo>
                  <a:lnTo>
                    <a:pt x="888161" y="53695"/>
                  </a:lnTo>
                  <a:lnTo>
                    <a:pt x="881989" y="91643"/>
                  </a:lnTo>
                  <a:lnTo>
                    <a:pt x="881989" y="221208"/>
                  </a:lnTo>
                  <a:lnTo>
                    <a:pt x="888161" y="258927"/>
                  </a:lnTo>
                  <a:lnTo>
                    <a:pt x="906983" y="285419"/>
                  </a:lnTo>
                  <a:lnTo>
                    <a:pt x="938936" y="301066"/>
                  </a:lnTo>
                  <a:lnTo>
                    <a:pt x="984478" y="306197"/>
                  </a:lnTo>
                  <a:lnTo>
                    <a:pt x="1096543" y="306197"/>
                  </a:lnTo>
                  <a:lnTo>
                    <a:pt x="1101128" y="301612"/>
                  </a:lnTo>
                  <a:lnTo>
                    <a:pt x="1101128" y="231203"/>
                  </a:lnTo>
                  <a:lnTo>
                    <a:pt x="1096543" y="226631"/>
                  </a:lnTo>
                  <a:lnTo>
                    <a:pt x="1002398" y="226631"/>
                  </a:lnTo>
                  <a:lnTo>
                    <a:pt x="991044" y="225450"/>
                  </a:lnTo>
                  <a:lnTo>
                    <a:pt x="983119" y="221792"/>
                  </a:lnTo>
                  <a:lnTo>
                    <a:pt x="978484" y="215557"/>
                  </a:lnTo>
                  <a:lnTo>
                    <a:pt x="976972" y="206629"/>
                  </a:lnTo>
                  <a:lnTo>
                    <a:pt x="976972" y="107480"/>
                  </a:lnTo>
                  <a:lnTo>
                    <a:pt x="978484" y="98247"/>
                  </a:lnTo>
                  <a:lnTo>
                    <a:pt x="983119" y="91744"/>
                  </a:lnTo>
                  <a:lnTo>
                    <a:pt x="991044" y="87909"/>
                  </a:lnTo>
                  <a:lnTo>
                    <a:pt x="1002398" y="86639"/>
                  </a:lnTo>
                  <a:lnTo>
                    <a:pt x="1096543" y="86639"/>
                  </a:lnTo>
                  <a:lnTo>
                    <a:pt x="1101128" y="82067"/>
                  </a:lnTo>
                  <a:lnTo>
                    <a:pt x="1101128" y="10820"/>
                  </a:lnTo>
                  <a:close/>
                </a:path>
                <a:path extrusionOk="0" h="313054" w="1376045">
                  <a:moveTo>
                    <a:pt x="1375689" y="10820"/>
                  </a:moveTo>
                  <a:lnTo>
                    <a:pt x="1371104" y="6235"/>
                  </a:lnTo>
                  <a:lnTo>
                    <a:pt x="1156970" y="6235"/>
                  </a:lnTo>
                  <a:lnTo>
                    <a:pt x="1152385" y="10820"/>
                  </a:lnTo>
                  <a:lnTo>
                    <a:pt x="1152385" y="301612"/>
                  </a:lnTo>
                  <a:lnTo>
                    <a:pt x="1156970" y="306197"/>
                  </a:lnTo>
                  <a:lnTo>
                    <a:pt x="1167384" y="306197"/>
                  </a:lnTo>
                  <a:lnTo>
                    <a:pt x="1371104" y="306197"/>
                  </a:lnTo>
                  <a:lnTo>
                    <a:pt x="1375689" y="301612"/>
                  </a:lnTo>
                  <a:lnTo>
                    <a:pt x="1375689" y="232041"/>
                  </a:lnTo>
                  <a:lnTo>
                    <a:pt x="1371104" y="227457"/>
                  </a:lnTo>
                  <a:lnTo>
                    <a:pt x="1245704" y="227457"/>
                  </a:lnTo>
                  <a:lnTo>
                    <a:pt x="1245704" y="191630"/>
                  </a:lnTo>
                  <a:lnTo>
                    <a:pt x="1337360" y="191630"/>
                  </a:lnTo>
                  <a:lnTo>
                    <a:pt x="1341945" y="187045"/>
                  </a:lnTo>
                  <a:lnTo>
                    <a:pt x="1341945" y="121640"/>
                  </a:lnTo>
                  <a:lnTo>
                    <a:pt x="1337360" y="117055"/>
                  </a:lnTo>
                  <a:lnTo>
                    <a:pt x="1245704" y="117055"/>
                  </a:lnTo>
                  <a:lnTo>
                    <a:pt x="1245704" y="84975"/>
                  </a:lnTo>
                  <a:lnTo>
                    <a:pt x="1371104" y="84975"/>
                  </a:lnTo>
                  <a:lnTo>
                    <a:pt x="1375689" y="80391"/>
                  </a:lnTo>
                  <a:lnTo>
                    <a:pt x="1375689" y="1082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10"/>
            <p:cNvSpPr/>
            <p:nvPr/>
          </p:nvSpPr>
          <p:spPr>
            <a:xfrm>
              <a:off x="2307205" y="6399394"/>
              <a:ext cx="371475" cy="288290"/>
            </a:xfrm>
            <a:custGeom>
              <a:rect b="b" l="l" r="r" t="t"/>
              <a:pathLst>
                <a:path extrusionOk="0" h="288290" w="371475">
                  <a:moveTo>
                    <a:pt x="211569" y="278282"/>
                  </a:moveTo>
                  <a:lnTo>
                    <a:pt x="0" y="278282"/>
                  </a:lnTo>
                  <a:lnTo>
                    <a:pt x="0" y="288048"/>
                  </a:lnTo>
                  <a:lnTo>
                    <a:pt x="211569" y="288048"/>
                  </a:lnTo>
                  <a:lnTo>
                    <a:pt x="211569" y="278282"/>
                  </a:lnTo>
                  <a:close/>
                </a:path>
                <a:path extrusionOk="0" h="288290" w="371475">
                  <a:moveTo>
                    <a:pt x="371055" y="278282"/>
                  </a:moveTo>
                  <a:lnTo>
                    <a:pt x="250621" y="278282"/>
                  </a:lnTo>
                  <a:lnTo>
                    <a:pt x="250621" y="288048"/>
                  </a:lnTo>
                  <a:lnTo>
                    <a:pt x="371055" y="288048"/>
                  </a:lnTo>
                  <a:lnTo>
                    <a:pt x="371055" y="278282"/>
                  </a:lnTo>
                  <a:close/>
                </a:path>
                <a:path extrusionOk="0" h="288290" w="371475">
                  <a:moveTo>
                    <a:pt x="216446" y="9753"/>
                  </a:moveTo>
                  <a:lnTo>
                    <a:pt x="14643" y="9753"/>
                  </a:lnTo>
                  <a:lnTo>
                    <a:pt x="26043" y="11391"/>
                  </a:lnTo>
                  <a:lnTo>
                    <a:pt x="34166" y="16271"/>
                  </a:lnTo>
                  <a:lnTo>
                    <a:pt x="39049" y="24412"/>
                  </a:lnTo>
                  <a:lnTo>
                    <a:pt x="40678" y="35801"/>
                  </a:lnTo>
                  <a:lnTo>
                    <a:pt x="40678" y="252247"/>
                  </a:lnTo>
                  <a:lnTo>
                    <a:pt x="39049" y="263639"/>
                  </a:lnTo>
                  <a:lnTo>
                    <a:pt x="34166" y="271775"/>
                  </a:lnTo>
                  <a:lnTo>
                    <a:pt x="26029" y="276655"/>
                  </a:lnTo>
                  <a:lnTo>
                    <a:pt x="14643" y="278282"/>
                  </a:lnTo>
                  <a:lnTo>
                    <a:pt x="104152" y="278282"/>
                  </a:lnTo>
                  <a:lnTo>
                    <a:pt x="92760" y="276655"/>
                  </a:lnTo>
                  <a:lnTo>
                    <a:pt x="84624" y="271775"/>
                  </a:lnTo>
                  <a:lnTo>
                    <a:pt x="79744" y="263639"/>
                  </a:lnTo>
                  <a:lnTo>
                    <a:pt x="78117" y="252247"/>
                  </a:lnTo>
                  <a:lnTo>
                    <a:pt x="78117" y="37426"/>
                  </a:lnTo>
                  <a:lnTo>
                    <a:pt x="206844" y="11383"/>
                  </a:lnTo>
                  <a:lnTo>
                    <a:pt x="216446" y="9753"/>
                  </a:lnTo>
                  <a:close/>
                </a:path>
                <a:path extrusionOk="0" h="288290" w="371475">
                  <a:moveTo>
                    <a:pt x="206797" y="11391"/>
                  </a:moveTo>
                  <a:lnTo>
                    <a:pt x="115544" y="11391"/>
                  </a:lnTo>
                  <a:lnTo>
                    <a:pt x="127743" y="12815"/>
                  </a:lnTo>
                  <a:lnTo>
                    <a:pt x="138318" y="17087"/>
                  </a:lnTo>
                  <a:lnTo>
                    <a:pt x="147269" y="24207"/>
                  </a:lnTo>
                  <a:lnTo>
                    <a:pt x="154597" y="34175"/>
                  </a:lnTo>
                  <a:lnTo>
                    <a:pt x="221322" y="149720"/>
                  </a:lnTo>
                  <a:lnTo>
                    <a:pt x="156235" y="253873"/>
                  </a:lnTo>
                  <a:lnTo>
                    <a:pt x="147892" y="264555"/>
                  </a:lnTo>
                  <a:lnTo>
                    <a:pt x="137514" y="272183"/>
                  </a:lnTo>
                  <a:lnTo>
                    <a:pt x="125104" y="276758"/>
                  </a:lnTo>
                  <a:lnTo>
                    <a:pt x="110667" y="278282"/>
                  </a:lnTo>
                  <a:lnTo>
                    <a:pt x="179019" y="278282"/>
                  </a:lnTo>
                  <a:lnTo>
                    <a:pt x="173037" y="273405"/>
                  </a:lnTo>
                  <a:lnTo>
                    <a:pt x="170878" y="263639"/>
                  </a:lnTo>
                  <a:lnTo>
                    <a:pt x="169786" y="259321"/>
                  </a:lnTo>
                  <a:lnTo>
                    <a:pt x="170878" y="253873"/>
                  </a:lnTo>
                  <a:lnTo>
                    <a:pt x="174129" y="247370"/>
                  </a:lnTo>
                  <a:lnTo>
                    <a:pt x="229463" y="159486"/>
                  </a:lnTo>
                  <a:lnTo>
                    <a:pt x="268292" y="159486"/>
                  </a:lnTo>
                  <a:lnTo>
                    <a:pt x="250621" y="128562"/>
                  </a:lnTo>
                  <a:lnTo>
                    <a:pt x="258216" y="117170"/>
                  </a:lnTo>
                  <a:lnTo>
                    <a:pt x="244106" y="117170"/>
                  </a:lnTo>
                  <a:lnTo>
                    <a:pt x="200164" y="40678"/>
                  </a:lnTo>
                  <a:lnTo>
                    <a:pt x="196909" y="27155"/>
                  </a:lnTo>
                  <a:lnTo>
                    <a:pt x="198537" y="17491"/>
                  </a:lnTo>
                  <a:lnTo>
                    <a:pt x="205049" y="11688"/>
                  </a:lnTo>
                  <a:lnTo>
                    <a:pt x="206797" y="11391"/>
                  </a:lnTo>
                  <a:close/>
                </a:path>
                <a:path extrusionOk="0" h="288290" w="371475">
                  <a:moveTo>
                    <a:pt x="268292" y="159486"/>
                  </a:moveTo>
                  <a:lnTo>
                    <a:pt x="229463" y="159486"/>
                  </a:lnTo>
                  <a:lnTo>
                    <a:pt x="276656" y="245732"/>
                  </a:lnTo>
                  <a:lnTo>
                    <a:pt x="280007" y="259980"/>
                  </a:lnTo>
                  <a:lnTo>
                    <a:pt x="278684" y="270151"/>
                  </a:lnTo>
                  <a:lnTo>
                    <a:pt x="272686" y="276250"/>
                  </a:lnTo>
                  <a:lnTo>
                    <a:pt x="262013" y="278282"/>
                  </a:lnTo>
                  <a:lnTo>
                    <a:pt x="359664" y="278282"/>
                  </a:lnTo>
                  <a:lnTo>
                    <a:pt x="349386" y="276758"/>
                  </a:lnTo>
                  <a:lnTo>
                    <a:pt x="339720" y="272183"/>
                  </a:lnTo>
                  <a:lnTo>
                    <a:pt x="330665" y="264555"/>
                  </a:lnTo>
                  <a:lnTo>
                    <a:pt x="322224" y="253873"/>
                  </a:lnTo>
                  <a:lnTo>
                    <a:pt x="268292" y="159486"/>
                  </a:lnTo>
                  <a:close/>
                </a:path>
                <a:path extrusionOk="0" h="288290" w="371475">
                  <a:moveTo>
                    <a:pt x="359664" y="9753"/>
                  </a:moveTo>
                  <a:lnTo>
                    <a:pt x="275031" y="9753"/>
                  </a:lnTo>
                  <a:lnTo>
                    <a:pt x="289872" y="11484"/>
                  </a:lnTo>
                  <a:lnTo>
                    <a:pt x="298619" y="16675"/>
                  </a:lnTo>
                  <a:lnTo>
                    <a:pt x="301268" y="25323"/>
                  </a:lnTo>
                  <a:lnTo>
                    <a:pt x="297815" y="37426"/>
                  </a:lnTo>
                  <a:lnTo>
                    <a:pt x="244106" y="117170"/>
                  </a:lnTo>
                  <a:lnTo>
                    <a:pt x="258216" y="117170"/>
                  </a:lnTo>
                  <a:lnTo>
                    <a:pt x="315722" y="30911"/>
                  </a:lnTo>
                  <a:lnTo>
                    <a:pt x="325175" y="21664"/>
                  </a:lnTo>
                  <a:lnTo>
                    <a:pt x="335649" y="15051"/>
                  </a:lnTo>
                  <a:lnTo>
                    <a:pt x="347145" y="11078"/>
                  </a:lnTo>
                  <a:lnTo>
                    <a:pt x="359664" y="9753"/>
                  </a:lnTo>
                  <a:close/>
                </a:path>
                <a:path extrusionOk="0" h="288290" w="371475">
                  <a:moveTo>
                    <a:pt x="224586" y="0"/>
                  </a:moveTo>
                  <a:lnTo>
                    <a:pt x="0" y="0"/>
                  </a:lnTo>
                  <a:lnTo>
                    <a:pt x="0" y="9753"/>
                  </a:lnTo>
                  <a:lnTo>
                    <a:pt x="224586" y="9753"/>
                  </a:lnTo>
                  <a:lnTo>
                    <a:pt x="224586" y="0"/>
                  </a:lnTo>
                  <a:close/>
                </a:path>
                <a:path extrusionOk="0" h="288290" w="371475">
                  <a:moveTo>
                    <a:pt x="367792" y="0"/>
                  </a:moveTo>
                  <a:lnTo>
                    <a:pt x="263639" y="0"/>
                  </a:lnTo>
                  <a:lnTo>
                    <a:pt x="263639" y="9753"/>
                  </a:lnTo>
                  <a:lnTo>
                    <a:pt x="367792" y="9753"/>
                  </a:lnTo>
                  <a:lnTo>
                    <a:pt x="36779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0"/>
            <p:cNvSpPr/>
            <p:nvPr/>
          </p:nvSpPr>
          <p:spPr>
            <a:xfrm>
              <a:off x="2241301" y="6727774"/>
              <a:ext cx="506730" cy="304800"/>
            </a:xfrm>
            <a:custGeom>
              <a:rect b="b" l="l" r="r" t="t"/>
              <a:pathLst>
                <a:path extrusionOk="0" h="304800" w="506730">
                  <a:moveTo>
                    <a:pt x="0" y="0"/>
                  </a:moveTo>
                  <a:lnTo>
                    <a:pt x="254000" y="304799"/>
                  </a:lnTo>
                  <a:lnTo>
                    <a:pt x="50645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0"/>
            <p:cNvSpPr/>
            <p:nvPr/>
          </p:nvSpPr>
          <p:spPr>
            <a:xfrm>
              <a:off x="794143" y="6766179"/>
              <a:ext cx="146685" cy="74930"/>
            </a:xfrm>
            <a:custGeom>
              <a:rect b="b" l="l" r="r" t="t"/>
              <a:pathLst>
                <a:path extrusionOk="0" h="74929" w="146684">
                  <a:moveTo>
                    <a:pt x="37490" y="12"/>
                  </a:moveTo>
                  <a:lnTo>
                    <a:pt x="0" y="12"/>
                  </a:lnTo>
                  <a:lnTo>
                    <a:pt x="0" y="74815"/>
                  </a:lnTo>
                  <a:lnTo>
                    <a:pt x="7480" y="74815"/>
                  </a:lnTo>
                  <a:lnTo>
                    <a:pt x="7480" y="38100"/>
                  </a:lnTo>
                  <a:lnTo>
                    <a:pt x="37490" y="38100"/>
                  </a:lnTo>
                  <a:lnTo>
                    <a:pt x="37490" y="30772"/>
                  </a:lnTo>
                  <a:lnTo>
                    <a:pt x="7480" y="30772"/>
                  </a:lnTo>
                  <a:lnTo>
                    <a:pt x="7480" y="7340"/>
                  </a:lnTo>
                  <a:lnTo>
                    <a:pt x="37490" y="7340"/>
                  </a:lnTo>
                  <a:lnTo>
                    <a:pt x="37490" y="12"/>
                  </a:lnTo>
                  <a:close/>
                </a:path>
                <a:path extrusionOk="0" h="74929" w="146684">
                  <a:moveTo>
                    <a:pt x="68719" y="0"/>
                  </a:moveTo>
                  <a:lnTo>
                    <a:pt x="61239" y="0"/>
                  </a:lnTo>
                  <a:lnTo>
                    <a:pt x="61239" y="74815"/>
                  </a:lnTo>
                  <a:lnTo>
                    <a:pt x="68719" y="74815"/>
                  </a:lnTo>
                  <a:lnTo>
                    <a:pt x="68719" y="0"/>
                  </a:lnTo>
                  <a:close/>
                </a:path>
                <a:path extrusionOk="0" h="74929" w="146684">
                  <a:moveTo>
                    <a:pt x="146646" y="74815"/>
                  </a:moveTo>
                  <a:lnTo>
                    <a:pt x="119735" y="40093"/>
                  </a:lnTo>
                  <a:lnTo>
                    <a:pt x="126009" y="40055"/>
                  </a:lnTo>
                  <a:lnTo>
                    <a:pt x="130924" y="39243"/>
                  </a:lnTo>
                  <a:lnTo>
                    <a:pt x="145567" y="24003"/>
                  </a:lnTo>
                  <a:lnTo>
                    <a:pt x="145567" y="15036"/>
                  </a:lnTo>
                  <a:lnTo>
                    <a:pt x="144183" y="10922"/>
                  </a:lnTo>
                  <a:lnTo>
                    <a:pt x="141211" y="7340"/>
                  </a:lnTo>
                  <a:lnTo>
                    <a:pt x="138620" y="4229"/>
                  </a:lnTo>
                  <a:lnTo>
                    <a:pt x="137833" y="3759"/>
                  </a:lnTo>
                  <a:lnTo>
                    <a:pt x="137833" y="17386"/>
                  </a:lnTo>
                  <a:lnTo>
                    <a:pt x="137833" y="22466"/>
                  </a:lnTo>
                  <a:lnTo>
                    <a:pt x="124129" y="32867"/>
                  </a:lnTo>
                  <a:lnTo>
                    <a:pt x="119138" y="32867"/>
                  </a:lnTo>
                  <a:lnTo>
                    <a:pt x="106260" y="32766"/>
                  </a:lnTo>
                  <a:lnTo>
                    <a:pt x="106260" y="7340"/>
                  </a:lnTo>
                  <a:lnTo>
                    <a:pt x="124587" y="7340"/>
                  </a:lnTo>
                  <a:lnTo>
                    <a:pt x="128244" y="7772"/>
                  </a:lnTo>
                  <a:lnTo>
                    <a:pt x="132664" y="9537"/>
                  </a:lnTo>
                  <a:lnTo>
                    <a:pt x="134442" y="11010"/>
                  </a:lnTo>
                  <a:lnTo>
                    <a:pt x="137160" y="15113"/>
                  </a:lnTo>
                  <a:lnTo>
                    <a:pt x="137833" y="17386"/>
                  </a:lnTo>
                  <a:lnTo>
                    <a:pt x="137833" y="3759"/>
                  </a:lnTo>
                  <a:lnTo>
                    <a:pt x="135013" y="2044"/>
                  </a:lnTo>
                  <a:lnTo>
                    <a:pt x="127622" y="355"/>
                  </a:lnTo>
                  <a:lnTo>
                    <a:pt x="121996" y="12"/>
                  </a:lnTo>
                  <a:lnTo>
                    <a:pt x="98780" y="12"/>
                  </a:lnTo>
                  <a:lnTo>
                    <a:pt x="98780" y="74815"/>
                  </a:lnTo>
                  <a:lnTo>
                    <a:pt x="106260" y="74815"/>
                  </a:lnTo>
                  <a:lnTo>
                    <a:pt x="106260" y="40093"/>
                  </a:lnTo>
                  <a:lnTo>
                    <a:pt x="110490" y="40093"/>
                  </a:lnTo>
                  <a:lnTo>
                    <a:pt x="137388" y="74815"/>
                  </a:lnTo>
                  <a:lnTo>
                    <a:pt x="146646" y="7481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2" name="Google Shape;1462;p10"/>
            <p:cNvPicPr preferRelativeResize="0"/>
            <p:nvPr/>
          </p:nvPicPr>
          <p:blipFill rotWithShape="1">
            <a:blip r:embed="rId4">
              <a:alphaModFix/>
            </a:blip>
            <a:srcRect b="0" l="0" r="0" t="0"/>
            <a:stretch/>
          </p:blipFill>
          <p:spPr>
            <a:xfrm>
              <a:off x="1003625" y="6764309"/>
              <a:ext cx="73126" cy="78574"/>
            </a:xfrm>
            <a:prstGeom prst="rect">
              <a:avLst/>
            </a:prstGeom>
            <a:noFill/>
            <a:ln>
              <a:noFill/>
            </a:ln>
          </p:spPr>
        </p:pic>
        <p:sp>
          <p:nvSpPr>
            <p:cNvPr id="1463" name="Google Shape;1463;p10"/>
            <p:cNvSpPr/>
            <p:nvPr/>
          </p:nvSpPr>
          <p:spPr>
            <a:xfrm>
              <a:off x="1097627" y="6784241"/>
              <a:ext cx="57785" cy="58419"/>
            </a:xfrm>
            <a:custGeom>
              <a:rect b="b" l="l" r="r" t="t"/>
              <a:pathLst>
                <a:path extrusionOk="0" h="58420" w="57784">
                  <a:moveTo>
                    <a:pt x="33121" y="0"/>
                  </a:moveTo>
                  <a:lnTo>
                    <a:pt x="20713" y="0"/>
                  </a:lnTo>
                  <a:lnTo>
                    <a:pt x="13982" y="2832"/>
                  </a:lnTo>
                  <a:lnTo>
                    <a:pt x="2794" y="14160"/>
                  </a:lnTo>
                  <a:lnTo>
                    <a:pt x="0" y="20967"/>
                  </a:lnTo>
                  <a:lnTo>
                    <a:pt x="106" y="37337"/>
                  </a:lnTo>
                  <a:lnTo>
                    <a:pt x="2738" y="43903"/>
                  </a:lnTo>
                  <a:lnTo>
                    <a:pt x="2830" y="44043"/>
                  </a:lnTo>
                  <a:lnTo>
                    <a:pt x="13855" y="55333"/>
                  </a:lnTo>
                  <a:lnTo>
                    <a:pt x="20535" y="58178"/>
                  </a:lnTo>
                  <a:lnTo>
                    <a:pt x="32778" y="58178"/>
                  </a:lnTo>
                  <a:lnTo>
                    <a:pt x="36842" y="57264"/>
                  </a:lnTo>
                  <a:lnTo>
                    <a:pt x="44272" y="53606"/>
                  </a:lnTo>
                  <a:lnTo>
                    <a:pt x="46711" y="51612"/>
                  </a:lnTo>
                  <a:lnTo>
                    <a:pt x="25260" y="51612"/>
                  </a:lnTo>
                  <a:lnTo>
                    <a:pt x="21628" y="50622"/>
                  </a:lnTo>
                  <a:lnTo>
                    <a:pt x="14897" y="46659"/>
                  </a:lnTo>
                  <a:lnTo>
                    <a:pt x="12217" y="43903"/>
                  </a:lnTo>
                  <a:lnTo>
                    <a:pt x="8216" y="36791"/>
                  </a:lnTo>
                  <a:lnTo>
                    <a:pt x="7213" y="33058"/>
                  </a:lnTo>
                  <a:lnTo>
                    <a:pt x="7213" y="25234"/>
                  </a:lnTo>
                  <a:lnTo>
                    <a:pt x="25196" y="6857"/>
                  </a:lnTo>
                  <a:lnTo>
                    <a:pt x="46843" y="6857"/>
                  </a:lnTo>
                  <a:lnTo>
                    <a:pt x="44589" y="4825"/>
                  </a:lnTo>
                  <a:lnTo>
                    <a:pt x="37236" y="965"/>
                  </a:lnTo>
                  <a:lnTo>
                    <a:pt x="33121" y="0"/>
                  </a:lnTo>
                  <a:close/>
                </a:path>
                <a:path extrusionOk="0" h="58420" w="57784">
                  <a:moveTo>
                    <a:pt x="57619" y="47243"/>
                  </a:moveTo>
                  <a:lnTo>
                    <a:pt x="50596" y="47243"/>
                  </a:lnTo>
                  <a:lnTo>
                    <a:pt x="50596" y="56756"/>
                  </a:lnTo>
                  <a:lnTo>
                    <a:pt x="57619" y="56756"/>
                  </a:lnTo>
                  <a:lnTo>
                    <a:pt x="57619" y="47243"/>
                  </a:lnTo>
                  <a:close/>
                </a:path>
                <a:path extrusionOk="0" h="58420" w="57784">
                  <a:moveTo>
                    <a:pt x="46843" y="6857"/>
                  </a:moveTo>
                  <a:lnTo>
                    <a:pt x="35318" y="6857"/>
                  </a:lnTo>
                  <a:lnTo>
                    <a:pt x="40513" y="9016"/>
                  </a:lnTo>
                  <a:lnTo>
                    <a:pt x="48945" y="17614"/>
                  </a:lnTo>
                  <a:lnTo>
                    <a:pt x="51054" y="22961"/>
                  </a:lnTo>
                  <a:lnTo>
                    <a:pt x="51054" y="33566"/>
                  </a:lnTo>
                  <a:lnTo>
                    <a:pt x="33007" y="51612"/>
                  </a:lnTo>
                  <a:lnTo>
                    <a:pt x="46711" y="51612"/>
                  </a:lnTo>
                  <a:lnTo>
                    <a:pt x="47612" y="50876"/>
                  </a:lnTo>
                  <a:lnTo>
                    <a:pt x="50596" y="47243"/>
                  </a:lnTo>
                  <a:lnTo>
                    <a:pt x="57619" y="47243"/>
                  </a:lnTo>
                  <a:lnTo>
                    <a:pt x="57619" y="11595"/>
                  </a:lnTo>
                  <a:lnTo>
                    <a:pt x="50596" y="11595"/>
                  </a:lnTo>
                  <a:lnTo>
                    <a:pt x="47815" y="7734"/>
                  </a:lnTo>
                  <a:lnTo>
                    <a:pt x="46843" y="6857"/>
                  </a:lnTo>
                  <a:close/>
                </a:path>
                <a:path extrusionOk="0" h="58420" w="57784">
                  <a:moveTo>
                    <a:pt x="57619" y="1422"/>
                  </a:moveTo>
                  <a:lnTo>
                    <a:pt x="50596" y="1422"/>
                  </a:lnTo>
                  <a:lnTo>
                    <a:pt x="50596" y="11595"/>
                  </a:lnTo>
                  <a:lnTo>
                    <a:pt x="57619" y="11595"/>
                  </a:lnTo>
                  <a:lnTo>
                    <a:pt x="57619" y="1422"/>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4" name="Google Shape;1464;p10"/>
            <p:cNvPicPr preferRelativeResize="0"/>
            <p:nvPr/>
          </p:nvPicPr>
          <p:blipFill rotWithShape="1">
            <a:blip r:embed="rId5">
              <a:alphaModFix/>
            </a:blip>
            <a:srcRect b="0" l="0" r="0" t="0"/>
            <a:stretch/>
          </p:blipFill>
          <p:spPr>
            <a:xfrm>
              <a:off x="1177870" y="6765117"/>
              <a:ext cx="102303" cy="77302"/>
            </a:xfrm>
            <a:prstGeom prst="rect">
              <a:avLst/>
            </a:prstGeom>
            <a:noFill/>
            <a:ln>
              <a:noFill/>
            </a:ln>
          </p:spPr>
        </p:pic>
        <p:sp>
          <p:nvSpPr>
            <p:cNvPr id="1465" name="Google Shape;1465;p10"/>
            <p:cNvSpPr/>
            <p:nvPr/>
          </p:nvSpPr>
          <p:spPr>
            <a:xfrm>
              <a:off x="1307274" y="6764299"/>
              <a:ext cx="7620" cy="76835"/>
            </a:xfrm>
            <a:custGeom>
              <a:rect b="b" l="l" r="r" t="t"/>
              <a:pathLst>
                <a:path extrusionOk="0" h="76834" w="7619">
                  <a:moveTo>
                    <a:pt x="7124" y="0"/>
                  </a:moveTo>
                  <a:lnTo>
                    <a:pt x="0" y="0"/>
                  </a:lnTo>
                  <a:lnTo>
                    <a:pt x="0" y="76695"/>
                  </a:lnTo>
                  <a:lnTo>
                    <a:pt x="7124" y="76695"/>
                  </a:lnTo>
                  <a:lnTo>
                    <a:pt x="7124"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6" name="Google Shape;1466;p10"/>
            <p:cNvPicPr preferRelativeResize="0"/>
            <p:nvPr/>
          </p:nvPicPr>
          <p:blipFill rotWithShape="1">
            <a:blip r:embed="rId6">
              <a:alphaModFix/>
            </a:blip>
            <a:srcRect b="0" l="0" r="0" t="0"/>
            <a:stretch/>
          </p:blipFill>
          <p:spPr>
            <a:xfrm>
              <a:off x="1335181" y="6784244"/>
              <a:ext cx="101086" cy="76996"/>
            </a:xfrm>
            <a:prstGeom prst="rect">
              <a:avLst/>
            </a:prstGeom>
            <a:noFill/>
            <a:ln>
              <a:noFill/>
            </a:ln>
          </p:spPr>
        </p:pic>
        <p:sp>
          <p:nvSpPr>
            <p:cNvPr id="1467" name="Google Shape;1467;p10"/>
            <p:cNvSpPr/>
            <p:nvPr/>
          </p:nvSpPr>
          <p:spPr>
            <a:xfrm>
              <a:off x="1457147" y="6762889"/>
              <a:ext cx="682625" cy="80010"/>
            </a:xfrm>
            <a:custGeom>
              <a:rect b="b" l="l" r="r" t="t"/>
              <a:pathLst>
                <a:path extrusionOk="0" h="80009" w="682625">
                  <a:moveTo>
                    <a:pt x="28130" y="22783"/>
                  </a:moveTo>
                  <a:lnTo>
                    <a:pt x="16840" y="22783"/>
                  </a:lnTo>
                  <a:lnTo>
                    <a:pt x="16840" y="2235"/>
                  </a:lnTo>
                  <a:lnTo>
                    <a:pt x="9715" y="2235"/>
                  </a:lnTo>
                  <a:lnTo>
                    <a:pt x="9715" y="22783"/>
                  </a:lnTo>
                  <a:lnTo>
                    <a:pt x="0" y="22783"/>
                  </a:lnTo>
                  <a:lnTo>
                    <a:pt x="0" y="28943"/>
                  </a:lnTo>
                  <a:lnTo>
                    <a:pt x="9715" y="28943"/>
                  </a:lnTo>
                  <a:lnTo>
                    <a:pt x="9715" y="78117"/>
                  </a:lnTo>
                  <a:lnTo>
                    <a:pt x="16840" y="78117"/>
                  </a:lnTo>
                  <a:lnTo>
                    <a:pt x="16840" y="28943"/>
                  </a:lnTo>
                  <a:lnTo>
                    <a:pt x="28130" y="28943"/>
                  </a:lnTo>
                  <a:lnTo>
                    <a:pt x="28130" y="22783"/>
                  </a:lnTo>
                  <a:close/>
                </a:path>
                <a:path extrusionOk="0" h="80009" w="682625">
                  <a:moveTo>
                    <a:pt x="139573" y="78105"/>
                  </a:moveTo>
                  <a:lnTo>
                    <a:pt x="112661" y="43383"/>
                  </a:lnTo>
                  <a:lnTo>
                    <a:pt x="118935" y="43345"/>
                  </a:lnTo>
                  <a:lnTo>
                    <a:pt x="123850" y="42532"/>
                  </a:lnTo>
                  <a:lnTo>
                    <a:pt x="138493" y="27292"/>
                  </a:lnTo>
                  <a:lnTo>
                    <a:pt x="138493" y="18326"/>
                  </a:lnTo>
                  <a:lnTo>
                    <a:pt x="137109" y="14211"/>
                  </a:lnTo>
                  <a:lnTo>
                    <a:pt x="134137" y="10629"/>
                  </a:lnTo>
                  <a:lnTo>
                    <a:pt x="131546" y="7518"/>
                  </a:lnTo>
                  <a:lnTo>
                    <a:pt x="130759" y="7048"/>
                  </a:lnTo>
                  <a:lnTo>
                    <a:pt x="130759" y="20675"/>
                  </a:lnTo>
                  <a:lnTo>
                    <a:pt x="130759" y="25755"/>
                  </a:lnTo>
                  <a:lnTo>
                    <a:pt x="117068" y="36156"/>
                  </a:lnTo>
                  <a:lnTo>
                    <a:pt x="112077" y="36156"/>
                  </a:lnTo>
                  <a:lnTo>
                    <a:pt x="99187" y="36055"/>
                  </a:lnTo>
                  <a:lnTo>
                    <a:pt x="99187" y="10629"/>
                  </a:lnTo>
                  <a:lnTo>
                    <a:pt x="117513" y="10629"/>
                  </a:lnTo>
                  <a:lnTo>
                    <a:pt x="121170" y="11061"/>
                  </a:lnTo>
                  <a:lnTo>
                    <a:pt x="125590" y="12827"/>
                  </a:lnTo>
                  <a:lnTo>
                    <a:pt x="127381" y="14300"/>
                  </a:lnTo>
                  <a:lnTo>
                    <a:pt x="130086" y="18402"/>
                  </a:lnTo>
                  <a:lnTo>
                    <a:pt x="130759" y="20675"/>
                  </a:lnTo>
                  <a:lnTo>
                    <a:pt x="130759" y="7048"/>
                  </a:lnTo>
                  <a:lnTo>
                    <a:pt x="127939" y="5334"/>
                  </a:lnTo>
                  <a:lnTo>
                    <a:pt x="120548" y="3644"/>
                  </a:lnTo>
                  <a:lnTo>
                    <a:pt x="114922" y="3302"/>
                  </a:lnTo>
                  <a:lnTo>
                    <a:pt x="91706" y="3302"/>
                  </a:lnTo>
                  <a:lnTo>
                    <a:pt x="91706" y="78105"/>
                  </a:lnTo>
                  <a:lnTo>
                    <a:pt x="99187" y="78105"/>
                  </a:lnTo>
                  <a:lnTo>
                    <a:pt x="99187" y="43383"/>
                  </a:lnTo>
                  <a:lnTo>
                    <a:pt x="103416" y="43383"/>
                  </a:lnTo>
                  <a:lnTo>
                    <a:pt x="130314" y="78105"/>
                  </a:lnTo>
                  <a:lnTo>
                    <a:pt x="139573" y="78105"/>
                  </a:lnTo>
                  <a:close/>
                </a:path>
                <a:path extrusionOk="0" h="80009" w="682625">
                  <a:moveTo>
                    <a:pt x="216293" y="51003"/>
                  </a:moveTo>
                  <a:lnTo>
                    <a:pt x="216230" y="44856"/>
                  </a:lnTo>
                  <a:lnTo>
                    <a:pt x="216217" y="43446"/>
                  </a:lnTo>
                  <a:lnTo>
                    <a:pt x="214185" y="37147"/>
                  </a:lnTo>
                  <a:lnTo>
                    <a:pt x="208457" y="29895"/>
                  </a:lnTo>
                  <a:lnTo>
                    <a:pt x="208457" y="44856"/>
                  </a:lnTo>
                  <a:lnTo>
                    <a:pt x="167220" y="44856"/>
                  </a:lnTo>
                  <a:lnTo>
                    <a:pt x="168668" y="39763"/>
                  </a:lnTo>
                  <a:lnTo>
                    <a:pt x="170827" y="35953"/>
                  </a:lnTo>
                  <a:lnTo>
                    <a:pt x="177584" y="29921"/>
                  </a:lnTo>
                  <a:lnTo>
                    <a:pt x="182245" y="28168"/>
                  </a:lnTo>
                  <a:lnTo>
                    <a:pt x="190982" y="28168"/>
                  </a:lnTo>
                  <a:lnTo>
                    <a:pt x="208457" y="44856"/>
                  </a:lnTo>
                  <a:lnTo>
                    <a:pt x="208457" y="29895"/>
                  </a:lnTo>
                  <a:lnTo>
                    <a:pt x="207098" y="28168"/>
                  </a:lnTo>
                  <a:lnTo>
                    <a:pt x="204546" y="24942"/>
                  </a:lnTo>
                  <a:lnTo>
                    <a:pt x="197015" y="21361"/>
                  </a:lnTo>
                  <a:lnTo>
                    <a:pt x="178422" y="21361"/>
                  </a:lnTo>
                  <a:lnTo>
                    <a:pt x="171107" y="24853"/>
                  </a:lnTo>
                  <a:lnTo>
                    <a:pt x="161328" y="37325"/>
                  </a:lnTo>
                  <a:lnTo>
                    <a:pt x="159219" y="43446"/>
                  </a:lnTo>
                  <a:lnTo>
                    <a:pt x="159169" y="58064"/>
                  </a:lnTo>
                  <a:lnTo>
                    <a:pt x="161721" y="64757"/>
                  </a:lnTo>
                  <a:lnTo>
                    <a:pt x="171907" y="76581"/>
                  </a:lnTo>
                  <a:lnTo>
                    <a:pt x="178955" y="79540"/>
                  </a:lnTo>
                  <a:lnTo>
                    <a:pt x="192062" y="79540"/>
                  </a:lnTo>
                  <a:lnTo>
                    <a:pt x="195707" y="78917"/>
                  </a:lnTo>
                  <a:lnTo>
                    <a:pt x="202158" y="76454"/>
                  </a:lnTo>
                  <a:lnTo>
                    <a:pt x="205054" y="74650"/>
                  </a:lnTo>
                  <a:lnTo>
                    <a:pt x="206870" y="72974"/>
                  </a:lnTo>
                  <a:lnTo>
                    <a:pt x="210210" y="69900"/>
                  </a:lnTo>
                  <a:lnTo>
                    <a:pt x="212496" y="66776"/>
                  </a:lnTo>
                  <a:lnTo>
                    <a:pt x="214464" y="62915"/>
                  </a:lnTo>
                  <a:lnTo>
                    <a:pt x="208457" y="59753"/>
                  </a:lnTo>
                  <a:lnTo>
                    <a:pt x="206286" y="63373"/>
                  </a:lnTo>
                  <a:lnTo>
                    <a:pt x="204266" y="65989"/>
                  </a:lnTo>
                  <a:lnTo>
                    <a:pt x="200533" y="69227"/>
                  </a:lnTo>
                  <a:lnTo>
                    <a:pt x="198259" y="70523"/>
                  </a:lnTo>
                  <a:lnTo>
                    <a:pt x="192938" y="72491"/>
                  </a:lnTo>
                  <a:lnTo>
                    <a:pt x="190195" y="72974"/>
                  </a:lnTo>
                  <a:lnTo>
                    <a:pt x="181533" y="72974"/>
                  </a:lnTo>
                  <a:lnTo>
                    <a:pt x="176631" y="70916"/>
                  </a:lnTo>
                  <a:lnTo>
                    <a:pt x="168681" y="62699"/>
                  </a:lnTo>
                  <a:lnTo>
                    <a:pt x="166636" y="57429"/>
                  </a:lnTo>
                  <a:lnTo>
                    <a:pt x="166497" y="51003"/>
                  </a:lnTo>
                  <a:lnTo>
                    <a:pt x="216293" y="51003"/>
                  </a:lnTo>
                  <a:close/>
                </a:path>
                <a:path extrusionOk="0" h="80009" w="682625">
                  <a:moveTo>
                    <a:pt x="295706" y="1422"/>
                  </a:moveTo>
                  <a:lnTo>
                    <a:pt x="289153" y="1422"/>
                  </a:lnTo>
                  <a:lnTo>
                    <a:pt x="289153" y="44323"/>
                  </a:lnTo>
                  <a:lnTo>
                    <a:pt x="289153" y="54927"/>
                  </a:lnTo>
                  <a:lnTo>
                    <a:pt x="271094" y="72974"/>
                  </a:lnTo>
                  <a:lnTo>
                    <a:pt x="263347" y="72974"/>
                  </a:lnTo>
                  <a:lnTo>
                    <a:pt x="245300" y="54419"/>
                  </a:lnTo>
                  <a:lnTo>
                    <a:pt x="245300" y="46596"/>
                  </a:lnTo>
                  <a:lnTo>
                    <a:pt x="263283" y="28219"/>
                  </a:lnTo>
                  <a:lnTo>
                    <a:pt x="273418" y="28219"/>
                  </a:lnTo>
                  <a:lnTo>
                    <a:pt x="278599" y="30378"/>
                  </a:lnTo>
                  <a:lnTo>
                    <a:pt x="287045" y="38976"/>
                  </a:lnTo>
                  <a:lnTo>
                    <a:pt x="289153" y="44323"/>
                  </a:lnTo>
                  <a:lnTo>
                    <a:pt x="289153" y="1422"/>
                  </a:lnTo>
                  <a:lnTo>
                    <a:pt x="288683" y="1422"/>
                  </a:lnTo>
                  <a:lnTo>
                    <a:pt x="288683" y="32956"/>
                  </a:lnTo>
                  <a:lnTo>
                    <a:pt x="285915" y="29083"/>
                  </a:lnTo>
                  <a:lnTo>
                    <a:pt x="284949" y="28219"/>
                  </a:lnTo>
                  <a:lnTo>
                    <a:pt x="282676" y="26187"/>
                  </a:lnTo>
                  <a:lnTo>
                    <a:pt x="275323" y="22326"/>
                  </a:lnTo>
                  <a:lnTo>
                    <a:pt x="271208" y="21361"/>
                  </a:lnTo>
                  <a:lnTo>
                    <a:pt x="258800" y="21361"/>
                  </a:lnTo>
                  <a:lnTo>
                    <a:pt x="252069" y="24193"/>
                  </a:lnTo>
                  <a:lnTo>
                    <a:pt x="240880" y="35521"/>
                  </a:lnTo>
                  <a:lnTo>
                    <a:pt x="238086" y="42329"/>
                  </a:lnTo>
                  <a:lnTo>
                    <a:pt x="238188" y="58699"/>
                  </a:lnTo>
                  <a:lnTo>
                    <a:pt x="240817" y="65252"/>
                  </a:lnTo>
                  <a:lnTo>
                    <a:pt x="240906" y="65405"/>
                  </a:lnTo>
                  <a:lnTo>
                    <a:pt x="251942" y="76695"/>
                  </a:lnTo>
                  <a:lnTo>
                    <a:pt x="258635" y="79540"/>
                  </a:lnTo>
                  <a:lnTo>
                    <a:pt x="270865" y="79540"/>
                  </a:lnTo>
                  <a:lnTo>
                    <a:pt x="274929" y="78625"/>
                  </a:lnTo>
                  <a:lnTo>
                    <a:pt x="282359" y="74968"/>
                  </a:lnTo>
                  <a:lnTo>
                    <a:pt x="284797" y="72974"/>
                  </a:lnTo>
                  <a:lnTo>
                    <a:pt x="285699" y="72237"/>
                  </a:lnTo>
                  <a:lnTo>
                    <a:pt x="288683" y="68605"/>
                  </a:lnTo>
                  <a:lnTo>
                    <a:pt x="288683" y="78117"/>
                  </a:lnTo>
                  <a:lnTo>
                    <a:pt x="295706" y="78117"/>
                  </a:lnTo>
                  <a:lnTo>
                    <a:pt x="295706" y="68605"/>
                  </a:lnTo>
                  <a:lnTo>
                    <a:pt x="295706" y="32956"/>
                  </a:lnTo>
                  <a:lnTo>
                    <a:pt x="295706" y="1422"/>
                  </a:lnTo>
                  <a:close/>
                </a:path>
                <a:path extrusionOk="0" h="80009" w="682625">
                  <a:moveTo>
                    <a:pt x="371081" y="22783"/>
                  </a:moveTo>
                  <a:lnTo>
                    <a:pt x="363804" y="22783"/>
                  </a:lnTo>
                  <a:lnTo>
                    <a:pt x="363804" y="55537"/>
                  </a:lnTo>
                  <a:lnTo>
                    <a:pt x="363461" y="60071"/>
                  </a:lnTo>
                  <a:lnTo>
                    <a:pt x="361683" y="65316"/>
                  </a:lnTo>
                  <a:lnTo>
                    <a:pt x="359778" y="67843"/>
                  </a:lnTo>
                  <a:lnTo>
                    <a:pt x="354253" y="71666"/>
                  </a:lnTo>
                  <a:lnTo>
                    <a:pt x="350875" y="72618"/>
                  </a:lnTo>
                  <a:lnTo>
                    <a:pt x="342925" y="72618"/>
                  </a:lnTo>
                  <a:lnTo>
                    <a:pt x="329793" y="54927"/>
                  </a:lnTo>
                  <a:lnTo>
                    <a:pt x="329793" y="22783"/>
                  </a:lnTo>
                  <a:lnTo>
                    <a:pt x="322668" y="22783"/>
                  </a:lnTo>
                  <a:lnTo>
                    <a:pt x="322668" y="57302"/>
                  </a:lnTo>
                  <a:lnTo>
                    <a:pt x="323557" y="63195"/>
                  </a:lnTo>
                  <a:lnTo>
                    <a:pt x="327113" y="71018"/>
                  </a:lnTo>
                  <a:lnTo>
                    <a:pt x="329819" y="74079"/>
                  </a:lnTo>
                  <a:lnTo>
                    <a:pt x="337032" y="78447"/>
                  </a:lnTo>
                  <a:lnTo>
                    <a:pt x="341541" y="79540"/>
                  </a:lnTo>
                  <a:lnTo>
                    <a:pt x="352323" y="79540"/>
                  </a:lnTo>
                  <a:lnTo>
                    <a:pt x="371081" y="57569"/>
                  </a:lnTo>
                  <a:lnTo>
                    <a:pt x="371081" y="22783"/>
                  </a:lnTo>
                  <a:close/>
                </a:path>
                <a:path extrusionOk="0" h="80009" w="682625">
                  <a:moveTo>
                    <a:pt x="451535" y="34277"/>
                  </a:moveTo>
                  <a:lnTo>
                    <a:pt x="429869" y="21361"/>
                  </a:lnTo>
                  <a:lnTo>
                    <a:pt x="420382" y="21361"/>
                  </a:lnTo>
                  <a:lnTo>
                    <a:pt x="395236" y="45554"/>
                  </a:lnTo>
                  <a:lnTo>
                    <a:pt x="395236" y="58877"/>
                  </a:lnTo>
                  <a:lnTo>
                    <a:pt x="398119" y="65633"/>
                  </a:lnTo>
                  <a:lnTo>
                    <a:pt x="409638" y="76758"/>
                  </a:lnTo>
                  <a:lnTo>
                    <a:pt x="416902" y="79540"/>
                  </a:lnTo>
                  <a:lnTo>
                    <a:pt x="431342" y="79540"/>
                  </a:lnTo>
                  <a:lnTo>
                    <a:pt x="436422" y="78447"/>
                  </a:lnTo>
                  <a:lnTo>
                    <a:pt x="445338" y="74053"/>
                  </a:lnTo>
                  <a:lnTo>
                    <a:pt x="448894" y="70967"/>
                  </a:lnTo>
                  <a:lnTo>
                    <a:pt x="451535" y="66979"/>
                  </a:lnTo>
                  <a:lnTo>
                    <a:pt x="445897" y="63271"/>
                  </a:lnTo>
                  <a:lnTo>
                    <a:pt x="440740" y="69735"/>
                  </a:lnTo>
                  <a:lnTo>
                    <a:pt x="434098" y="72974"/>
                  </a:lnTo>
                  <a:lnTo>
                    <a:pt x="421538" y="72974"/>
                  </a:lnTo>
                  <a:lnTo>
                    <a:pt x="417537" y="71996"/>
                  </a:lnTo>
                  <a:lnTo>
                    <a:pt x="410387" y="68072"/>
                  </a:lnTo>
                  <a:lnTo>
                    <a:pt x="407581" y="65303"/>
                  </a:lnTo>
                  <a:lnTo>
                    <a:pt x="403491" y="58204"/>
                  </a:lnTo>
                  <a:lnTo>
                    <a:pt x="402450" y="54406"/>
                  </a:lnTo>
                  <a:lnTo>
                    <a:pt x="402450" y="44183"/>
                  </a:lnTo>
                  <a:lnTo>
                    <a:pt x="404685" y="38912"/>
                  </a:lnTo>
                  <a:lnTo>
                    <a:pt x="413588" y="30238"/>
                  </a:lnTo>
                  <a:lnTo>
                    <a:pt x="419188" y="28067"/>
                  </a:lnTo>
                  <a:lnTo>
                    <a:pt x="434365" y="28067"/>
                  </a:lnTo>
                  <a:lnTo>
                    <a:pt x="441007" y="31318"/>
                  </a:lnTo>
                  <a:lnTo>
                    <a:pt x="445897" y="37782"/>
                  </a:lnTo>
                  <a:lnTo>
                    <a:pt x="451535" y="34277"/>
                  </a:lnTo>
                  <a:close/>
                </a:path>
                <a:path extrusionOk="0" h="80009" w="682625">
                  <a:moveTo>
                    <a:pt x="499579" y="22783"/>
                  </a:moveTo>
                  <a:lnTo>
                    <a:pt x="488289" y="22783"/>
                  </a:lnTo>
                  <a:lnTo>
                    <a:pt x="488289" y="2235"/>
                  </a:lnTo>
                  <a:lnTo>
                    <a:pt x="481164" y="2235"/>
                  </a:lnTo>
                  <a:lnTo>
                    <a:pt x="481164" y="22783"/>
                  </a:lnTo>
                  <a:lnTo>
                    <a:pt x="471449" y="22783"/>
                  </a:lnTo>
                  <a:lnTo>
                    <a:pt x="471449" y="28943"/>
                  </a:lnTo>
                  <a:lnTo>
                    <a:pt x="481164" y="28943"/>
                  </a:lnTo>
                  <a:lnTo>
                    <a:pt x="481164" y="78117"/>
                  </a:lnTo>
                  <a:lnTo>
                    <a:pt x="488289" y="78117"/>
                  </a:lnTo>
                  <a:lnTo>
                    <a:pt x="488289" y="28943"/>
                  </a:lnTo>
                  <a:lnTo>
                    <a:pt x="499579" y="28943"/>
                  </a:lnTo>
                  <a:lnTo>
                    <a:pt x="499579" y="22783"/>
                  </a:lnTo>
                  <a:close/>
                </a:path>
                <a:path extrusionOk="0" h="80009" w="682625">
                  <a:moveTo>
                    <a:pt x="527888" y="22783"/>
                  </a:moveTo>
                  <a:lnTo>
                    <a:pt x="520763" y="22783"/>
                  </a:lnTo>
                  <a:lnTo>
                    <a:pt x="520763" y="78117"/>
                  </a:lnTo>
                  <a:lnTo>
                    <a:pt x="527888" y="78117"/>
                  </a:lnTo>
                  <a:lnTo>
                    <a:pt x="527888" y="22783"/>
                  </a:lnTo>
                  <a:close/>
                </a:path>
                <a:path extrusionOk="0" h="80009" w="682625">
                  <a:moveTo>
                    <a:pt x="530174" y="4267"/>
                  </a:moveTo>
                  <a:lnTo>
                    <a:pt x="529602" y="2882"/>
                  </a:lnTo>
                  <a:lnTo>
                    <a:pt x="527316" y="571"/>
                  </a:lnTo>
                  <a:lnTo>
                    <a:pt x="525932" y="0"/>
                  </a:lnTo>
                  <a:lnTo>
                    <a:pt x="522719" y="0"/>
                  </a:lnTo>
                  <a:lnTo>
                    <a:pt x="521347" y="571"/>
                  </a:lnTo>
                  <a:lnTo>
                    <a:pt x="519061" y="2882"/>
                  </a:lnTo>
                  <a:lnTo>
                    <a:pt x="518477" y="4267"/>
                  </a:lnTo>
                  <a:lnTo>
                    <a:pt x="518477" y="7493"/>
                  </a:lnTo>
                  <a:lnTo>
                    <a:pt x="519061" y="8864"/>
                  </a:lnTo>
                  <a:lnTo>
                    <a:pt x="521347" y="11176"/>
                  </a:lnTo>
                  <a:lnTo>
                    <a:pt x="522719" y="11747"/>
                  </a:lnTo>
                  <a:lnTo>
                    <a:pt x="525932" y="11747"/>
                  </a:lnTo>
                  <a:lnTo>
                    <a:pt x="527316" y="11176"/>
                  </a:lnTo>
                  <a:lnTo>
                    <a:pt x="529602" y="8864"/>
                  </a:lnTo>
                  <a:lnTo>
                    <a:pt x="530174" y="7493"/>
                  </a:lnTo>
                  <a:lnTo>
                    <a:pt x="530174" y="4267"/>
                  </a:lnTo>
                  <a:close/>
                </a:path>
                <a:path extrusionOk="0" h="80009" w="682625">
                  <a:moveTo>
                    <a:pt x="609460" y="42913"/>
                  </a:moveTo>
                  <a:lnTo>
                    <a:pt x="606907" y="36245"/>
                  </a:lnTo>
                  <a:lnTo>
                    <a:pt x="602234" y="31102"/>
                  </a:lnTo>
                  <a:lnTo>
                    <a:pt x="602234" y="44551"/>
                  </a:lnTo>
                  <a:lnTo>
                    <a:pt x="602234" y="54762"/>
                  </a:lnTo>
                  <a:lnTo>
                    <a:pt x="584542" y="72771"/>
                  </a:lnTo>
                  <a:lnTo>
                    <a:pt x="576656" y="72771"/>
                  </a:lnTo>
                  <a:lnTo>
                    <a:pt x="558965" y="54762"/>
                  </a:lnTo>
                  <a:lnTo>
                    <a:pt x="558965" y="44551"/>
                  </a:lnTo>
                  <a:lnTo>
                    <a:pt x="561086" y="39268"/>
                  </a:lnTo>
                  <a:lnTo>
                    <a:pt x="569582" y="30518"/>
                  </a:lnTo>
                  <a:lnTo>
                    <a:pt x="574675" y="28333"/>
                  </a:lnTo>
                  <a:lnTo>
                    <a:pt x="586486" y="28333"/>
                  </a:lnTo>
                  <a:lnTo>
                    <a:pt x="591566" y="30518"/>
                  </a:lnTo>
                  <a:lnTo>
                    <a:pt x="600100" y="39268"/>
                  </a:lnTo>
                  <a:lnTo>
                    <a:pt x="602234" y="44551"/>
                  </a:lnTo>
                  <a:lnTo>
                    <a:pt x="602234" y="31102"/>
                  </a:lnTo>
                  <a:lnTo>
                    <a:pt x="599732" y="28333"/>
                  </a:lnTo>
                  <a:lnTo>
                    <a:pt x="596214" y="24447"/>
                  </a:lnTo>
                  <a:lnTo>
                    <a:pt x="589153" y="21361"/>
                  </a:lnTo>
                  <a:lnTo>
                    <a:pt x="572058" y="21361"/>
                  </a:lnTo>
                  <a:lnTo>
                    <a:pt x="564984" y="24472"/>
                  </a:lnTo>
                  <a:lnTo>
                    <a:pt x="554278" y="36296"/>
                  </a:lnTo>
                  <a:lnTo>
                    <a:pt x="551738" y="42913"/>
                  </a:lnTo>
                  <a:lnTo>
                    <a:pt x="551776" y="58483"/>
                  </a:lnTo>
                  <a:lnTo>
                    <a:pt x="554418" y="65087"/>
                  </a:lnTo>
                  <a:lnTo>
                    <a:pt x="565188" y="76657"/>
                  </a:lnTo>
                  <a:lnTo>
                    <a:pt x="572135" y="79540"/>
                  </a:lnTo>
                  <a:lnTo>
                    <a:pt x="589076" y="79540"/>
                  </a:lnTo>
                  <a:lnTo>
                    <a:pt x="595998" y="76657"/>
                  </a:lnTo>
                  <a:lnTo>
                    <a:pt x="599605" y="72771"/>
                  </a:lnTo>
                  <a:lnTo>
                    <a:pt x="606767" y="65087"/>
                  </a:lnTo>
                  <a:lnTo>
                    <a:pt x="609396" y="58483"/>
                  </a:lnTo>
                  <a:lnTo>
                    <a:pt x="609460" y="42913"/>
                  </a:lnTo>
                  <a:close/>
                </a:path>
                <a:path extrusionOk="0" h="80009" w="682625">
                  <a:moveTo>
                    <a:pt x="682421" y="42113"/>
                  </a:moveTo>
                  <a:lnTo>
                    <a:pt x="666153" y="21361"/>
                  </a:lnTo>
                  <a:lnTo>
                    <a:pt x="657948" y="21361"/>
                  </a:lnTo>
                  <a:lnTo>
                    <a:pt x="654189" y="22301"/>
                  </a:lnTo>
                  <a:lnTo>
                    <a:pt x="647268" y="26060"/>
                  </a:lnTo>
                  <a:lnTo>
                    <a:pt x="644118" y="28905"/>
                  </a:lnTo>
                  <a:lnTo>
                    <a:pt x="641273" y="32702"/>
                  </a:lnTo>
                  <a:lnTo>
                    <a:pt x="641273" y="22783"/>
                  </a:lnTo>
                  <a:lnTo>
                    <a:pt x="634149" y="22783"/>
                  </a:lnTo>
                  <a:lnTo>
                    <a:pt x="634149" y="78117"/>
                  </a:lnTo>
                  <a:lnTo>
                    <a:pt x="641273" y="78117"/>
                  </a:lnTo>
                  <a:lnTo>
                    <a:pt x="641273" y="50533"/>
                  </a:lnTo>
                  <a:lnTo>
                    <a:pt x="641604" y="45516"/>
                  </a:lnTo>
                  <a:lnTo>
                    <a:pt x="643369" y="38569"/>
                  </a:lnTo>
                  <a:lnTo>
                    <a:pt x="645617" y="35039"/>
                  </a:lnTo>
                  <a:lnTo>
                    <a:pt x="652437" y="29349"/>
                  </a:lnTo>
                  <a:lnTo>
                    <a:pt x="656285" y="27927"/>
                  </a:lnTo>
                  <a:lnTo>
                    <a:pt x="664362" y="27927"/>
                  </a:lnTo>
                  <a:lnTo>
                    <a:pt x="675297" y="45351"/>
                  </a:lnTo>
                  <a:lnTo>
                    <a:pt x="675297" y="78117"/>
                  </a:lnTo>
                  <a:lnTo>
                    <a:pt x="682421" y="78117"/>
                  </a:lnTo>
                  <a:lnTo>
                    <a:pt x="682421" y="4211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8" name="Google Shape;1468;p10"/>
            <p:cNvPicPr preferRelativeResize="0"/>
            <p:nvPr/>
          </p:nvPicPr>
          <p:blipFill rotWithShape="1">
            <a:blip r:embed="rId7">
              <a:alphaModFix/>
            </a:blip>
            <a:srcRect b="0" l="0" r="0" t="0"/>
            <a:stretch/>
          </p:blipFill>
          <p:spPr>
            <a:xfrm>
              <a:off x="782994" y="6391000"/>
              <a:ext cx="215811" cy="169214"/>
            </a:xfrm>
            <a:prstGeom prst="rect">
              <a:avLst/>
            </a:prstGeom>
            <a:noFill/>
            <a:ln>
              <a:noFill/>
            </a:ln>
          </p:spPr>
        </p:pic>
        <p:sp>
          <p:nvSpPr>
            <p:cNvPr id="1469" name="Google Shape;1469;p10"/>
            <p:cNvSpPr/>
            <p:nvPr/>
          </p:nvSpPr>
          <p:spPr>
            <a:xfrm>
              <a:off x="1040051" y="6384752"/>
              <a:ext cx="259079" cy="198755"/>
            </a:xfrm>
            <a:custGeom>
              <a:rect b="b" l="l" r="r" t="t"/>
              <a:pathLst>
                <a:path extrusionOk="0" h="198754" w="259080">
                  <a:moveTo>
                    <a:pt x="129565" y="0"/>
                  </a:moveTo>
                  <a:lnTo>
                    <a:pt x="65381" y="6197"/>
                  </a:lnTo>
                  <a:lnTo>
                    <a:pt x="25725" y="23644"/>
                  </a:lnTo>
                  <a:lnTo>
                    <a:pt x="5598" y="50620"/>
                  </a:lnTo>
                  <a:lnTo>
                    <a:pt x="0" y="85407"/>
                  </a:lnTo>
                  <a:lnTo>
                    <a:pt x="0" y="182714"/>
                  </a:lnTo>
                  <a:lnTo>
                    <a:pt x="70696" y="188383"/>
                  </a:lnTo>
                  <a:lnTo>
                    <a:pt x="94576" y="190055"/>
                  </a:lnTo>
                  <a:lnTo>
                    <a:pt x="94576" y="100406"/>
                  </a:lnTo>
                  <a:lnTo>
                    <a:pt x="95825" y="92841"/>
                  </a:lnTo>
                  <a:lnTo>
                    <a:pt x="100822" y="86761"/>
                  </a:lnTo>
                  <a:lnTo>
                    <a:pt x="111443" y="82712"/>
                  </a:lnTo>
                  <a:lnTo>
                    <a:pt x="129565" y="81241"/>
                  </a:lnTo>
                  <a:lnTo>
                    <a:pt x="147866" y="82712"/>
                  </a:lnTo>
                  <a:lnTo>
                    <a:pt x="158472" y="86761"/>
                  </a:lnTo>
                  <a:lnTo>
                    <a:pt x="163374" y="92841"/>
                  </a:lnTo>
                  <a:lnTo>
                    <a:pt x="164566" y="100406"/>
                  </a:lnTo>
                  <a:lnTo>
                    <a:pt x="164566" y="194246"/>
                  </a:lnTo>
                  <a:lnTo>
                    <a:pt x="234995" y="197432"/>
                  </a:lnTo>
                  <a:lnTo>
                    <a:pt x="258711" y="198285"/>
                  </a:lnTo>
                  <a:lnTo>
                    <a:pt x="258711" y="85407"/>
                  </a:lnTo>
                  <a:lnTo>
                    <a:pt x="253179" y="50620"/>
                  </a:lnTo>
                  <a:lnTo>
                    <a:pt x="233195" y="23644"/>
                  </a:lnTo>
                  <a:lnTo>
                    <a:pt x="193683" y="6197"/>
                  </a:lnTo>
                  <a:lnTo>
                    <a:pt x="129565"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70" name="Google Shape;1470;p10"/>
            <p:cNvPicPr preferRelativeResize="0"/>
            <p:nvPr/>
          </p:nvPicPr>
          <p:blipFill rotWithShape="1">
            <a:blip r:embed="rId8">
              <a:alphaModFix/>
            </a:blip>
            <a:srcRect b="0" l="0" r="0" t="0"/>
            <a:stretch/>
          </p:blipFill>
          <p:spPr>
            <a:xfrm>
              <a:off x="1664982" y="6391002"/>
              <a:ext cx="219138" cy="191249"/>
            </a:xfrm>
            <a:prstGeom prst="rect">
              <a:avLst/>
            </a:prstGeom>
            <a:noFill/>
            <a:ln>
              <a:noFill/>
            </a:ln>
          </p:spPr>
        </p:pic>
        <p:pic>
          <p:nvPicPr>
            <p:cNvPr id="1471" name="Google Shape;1471;p10"/>
            <p:cNvPicPr preferRelativeResize="0"/>
            <p:nvPr/>
          </p:nvPicPr>
          <p:blipFill rotWithShape="1">
            <a:blip r:embed="rId9">
              <a:alphaModFix/>
            </a:blip>
            <a:srcRect b="0" l="0" r="0" t="0"/>
            <a:stretch/>
          </p:blipFill>
          <p:spPr>
            <a:xfrm>
              <a:off x="1935374" y="6390995"/>
              <a:ext cx="223304" cy="173367"/>
            </a:xfrm>
            <a:prstGeom prst="rect">
              <a:avLst/>
            </a:prstGeom>
            <a:noFill/>
            <a:ln>
              <a:noFill/>
            </a:ln>
          </p:spPr>
        </p:pic>
        <p:sp>
          <p:nvSpPr>
            <p:cNvPr id="1472" name="Google Shape;1472;p10"/>
            <p:cNvSpPr/>
            <p:nvPr/>
          </p:nvSpPr>
          <p:spPr>
            <a:xfrm>
              <a:off x="1355853" y="6390998"/>
              <a:ext cx="262890" cy="194945"/>
            </a:xfrm>
            <a:custGeom>
              <a:rect b="b" l="l" r="r" t="t"/>
              <a:pathLst>
                <a:path extrusionOk="0" h="194945" w="262890">
                  <a:moveTo>
                    <a:pt x="153733" y="0"/>
                  </a:moveTo>
                  <a:lnTo>
                    <a:pt x="4584" y="0"/>
                  </a:lnTo>
                  <a:lnTo>
                    <a:pt x="0" y="4584"/>
                  </a:lnTo>
                  <a:lnTo>
                    <a:pt x="0" y="193649"/>
                  </a:lnTo>
                  <a:lnTo>
                    <a:pt x="28533" y="194208"/>
                  </a:lnTo>
                  <a:lnTo>
                    <a:pt x="114985" y="194932"/>
                  </a:lnTo>
                  <a:lnTo>
                    <a:pt x="189342" y="194397"/>
                  </a:lnTo>
                  <a:lnTo>
                    <a:pt x="262737" y="192824"/>
                  </a:lnTo>
                  <a:lnTo>
                    <a:pt x="258399" y="170615"/>
                  </a:lnTo>
                  <a:lnTo>
                    <a:pt x="248048" y="153450"/>
                  </a:lnTo>
                  <a:lnTo>
                    <a:pt x="232474" y="141824"/>
                  </a:lnTo>
                  <a:lnTo>
                    <a:pt x="212471" y="136232"/>
                  </a:lnTo>
                  <a:lnTo>
                    <a:pt x="223499" y="128925"/>
                  </a:lnTo>
                  <a:lnTo>
                    <a:pt x="223913" y="128320"/>
                  </a:lnTo>
                  <a:lnTo>
                    <a:pt x="94157" y="128320"/>
                  </a:lnTo>
                  <a:lnTo>
                    <a:pt x="94157" y="74993"/>
                  </a:lnTo>
                  <a:lnTo>
                    <a:pt x="235800" y="74993"/>
                  </a:lnTo>
                  <a:lnTo>
                    <a:pt x="235800" y="69570"/>
                  </a:lnTo>
                  <a:lnTo>
                    <a:pt x="231764" y="41303"/>
                  </a:lnTo>
                  <a:lnTo>
                    <a:pt x="218198" y="19321"/>
                  </a:lnTo>
                  <a:lnTo>
                    <a:pt x="192916" y="5071"/>
                  </a:lnTo>
                  <a:lnTo>
                    <a:pt x="153733" y="0"/>
                  </a:lnTo>
                  <a:close/>
                </a:path>
                <a:path extrusionOk="0" h="194945" w="262890">
                  <a:moveTo>
                    <a:pt x="235800" y="74993"/>
                  </a:moveTo>
                  <a:lnTo>
                    <a:pt x="125399" y="74993"/>
                  </a:lnTo>
                  <a:lnTo>
                    <a:pt x="134416" y="76471"/>
                  </a:lnTo>
                  <a:lnTo>
                    <a:pt x="140036" y="80565"/>
                  </a:lnTo>
                  <a:lnTo>
                    <a:pt x="142923" y="86769"/>
                  </a:lnTo>
                  <a:lnTo>
                    <a:pt x="143738" y="94576"/>
                  </a:lnTo>
                  <a:lnTo>
                    <a:pt x="143738" y="108737"/>
                  </a:lnTo>
                  <a:lnTo>
                    <a:pt x="142923" y="116544"/>
                  </a:lnTo>
                  <a:lnTo>
                    <a:pt x="140036" y="122748"/>
                  </a:lnTo>
                  <a:lnTo>
                    <a:pt x="134416" y="126843"/>
                  </a:lnTo>
                  <a:lnTo>
                    <a:pt x="125399" y="128320"/>
                  </a:lnTo>
                  <a:lnTo>
                    <a:pt x="223913" y="128320"/>
                  </a:lnTo>
                  <a:lnTo>
                    <a:pt x="230698" y="118417"/>
                  </a:lnTo>
                  <a:lnTo>
                    <a:pt x="234616" y="104943"/>
                  </a:lnTo>
                  <a:lnTo>
                    <a:pt x="235800" y="88734"/>
                  </a:lnTo>
                  <a:lnTo>
                    <a:pt x="235800" y="74993"/>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3" name="Google Shape;1473;p10"/>
          <p:cNvSpPr txBox="1"/>
          <p:nvPr/>
        </p:nvSpPr>
        <p:spPr>
          <a:xfrm>
            <a:off x="2849299" y="6842156"/>
            <a:ext cx="1498600"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US" sz="1000" u="none" cap="none" strike="noStrike">
                <a:solidFill>
                  <a:srgbClr val="7B7C7F"/>
                </a:solidFill>
                <a:latin typeface="Arial"/>
                <a:ea typeface="Arial"/>
                <a:cs typeface="Arial"/>
                <a:sym typeface="Arial"/>
              </a:rPr>
              <a:t>single machine use image</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7" name="Shape 1477"/>
        <p:cNvGrpSpPr/>
        <p:nvPr/>
      </p:nvGrpSpPr>
      <p:grpSpPr>
        <a:xfrm>
          <a:off x="0" y="0"/>
          <a:ext cx="0" cy="0"/>
          <a:chOff x="0" y="0"/>
          <a:chExt cx="0" cy="0"/>
        </a:xfrm>
      </p:grpSpPr>
      <p:grpSp>
        <p:nvGrpSpPr>
          <p:cNvPr id="1478" name="Google Shape;1478;p11"/>
          <p:cNvGrpSpPr/>
          <p:nvPr/>
        </p:nvGrpSpPr>
        <p:grpSpPr>
          <a:xfrm>
            <a:off x="540511" y="664248"/>
            <a:ext cx="9864341" cy="6491659"/>
            <a:chOff x="540511" y="664248"/>
            <a:chExt cx="9864341" cy="6491659"/>
          </a:xfrm>
        </p:grpSpPr>
        <p:pic>
          <p:nvPicPr>
            <p:cNvPr id="1479" name="Google Shape;1479;p11"/>
            <p:cNvPicPr preferRelativeResize="0"/>
            <p:nvPr/>
          </p:nvPicPr>
          <p:blipFill rotWithShape="1">
            <a:blip r:embed="rId3">
              <a:alphaModFix/>
            </a:blip>
            <a:srcRect b="0" l="0" r="0" t="0"/>
            <a:stretch/>
          </p:blipFill>
          <p:spPr>
            <a:xfrm>
              <a:off x="540511" y="1128118"/>
              <a:ext cx="9864341" cy="6027789"/>
            </a:xfrm>
            <a:prstGeom prst="rect">
              <a:avLst/>
            </a:prstGeom>
            <a:noFill/>
            <a:ln>
              <a:noFill/>
            </a:ln>
          </p:spPr>
        </p:pic>
        <p:sp>
          <p:nvSpPr>
            <p:cNvPr id="1480" name="Google Shape;1480;p11"/>
            <p:cNvSpPr/>
            <p:nvPr/>
          </p:nvSpPr>
          <p:spPr>
            <a:xfrm>
              <a:off x="4029900" y="664248"/>
              <a:ext cx="73025" cy="1377950"/>
            </a:xfrm>
            <a:custGeom>
              <a:rect b="b" l="l" r="r" t="t"/>
              <a:pathLst>
                <a:path extrusionOk="0" h="1377950" w="73025">
                  <a:moveTo>
                    <a:pt x="72948" y="0"/>
                  </a:moveTo>
                  <a:lnTo>
                    <a:pt x="0" y="0"/>
                  </a:lnTo>
                  <a:lnTo>
                    <a:pt x="0" y="1377543"/>
                  </a:lnTo>
                  <a:lnTo>
                    <a:pt x="72948" y="1377543"/>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1"/>
            <p:cNvSpPr/>
            <p:nvPr/>
          </p:nvSpPr>
          <p:spPr>
            <a:xfrm>
              <a:off x="3439083" y="682244"/>
              <a:ext cx="471170" cy="697865"/>
            </a:xfrm>
            <a:custGeom>
              <a:rect b="b" l="l" r="r" t="t"/>
              <a:pathLst>
                <a:path extrusionOk="0" h="697865" w="471170">
                  <a:moveTo>
                    <a:pt x="471055" y="0"/>
                  </a:moveTo>
                  <a:lnTo>
                    <a:pt x="0" y="0"/>
                  </a:lnTo>
                  <a:lnTo>
                    <a:pt x="0" y="697344"/>
                  </a:lnTo>
                  <a:lnTo>
                    <a:pt x="471055" y="697344"/>
                  </a:lnTo>
                  <a:lnTo>
                    <a:pt x="471055" y="0"/>
                  </a:lnTo>
                  <a:close/>
                </a:path>
              </a:pathLst>
            </a:custGeom>
            <a:solidFill>
              <a:srgbClr val="22445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1"/>
            <p:cNvSpPr/>
            <p:nvPr/>
          </p:nvSpPr>
          <p:spPr>
            <a:xfrm>
              <a:off x="1962302" y="731773"/>
              <a:ext cx="1376045" cy="313055"/>
            </a:xfrm>
            <a:custGeom>
              <a:rect b="b" l="l" r="r" t="t"/>
              <a:pathLst>
                <a:path extrusionOk="0" h="313055" w="1376045">
                  <a:moveTo>
                    <a:pt x="215798" y="10833"/>
                  </a:moveTo>
                  <a:lnTo>
                    <a:pt x="211213" y="6248"/>
                  </a:lnTo>
                  <a:lnTo>
                    <a:pt x="4584" y="6248"/>
                  </a:lnTo>
                  <a:lnTo>
                    <a:pt x="0" y="10833"/>
                  </a:lnTo>
                  <a:lnTo>
                    <a:pt x="0" y="301625"/>
                  </a:lnTo>
                  <a:lnTo>
                    <a:pt x="4584" y="306209"/>
                  </a:lnTo>
                  <a:lnTo>
                    <a:pt x="14998" y="306209"/>
                  </a:lnTo>
                  <a:lnTo>
                    <a:pt x="89992" y="306209"/>
                  </a:lnTo>
                  <a:lnTo>
                    <a:pt x="94564" y="301625"/>
                  </a:lnTo>
                  <a:lnTo>
                    <a:pt x="94564" y="209143"/>
                  </a:lnTo>
                  <a:lnTo>
                    <a:pt x="177482" y="209143"/>
                  </a:lnTo>
                  <a:lnTo>
                    <a:pt x="182054" y="204558"/>
                  </a:lnTo>
                  <a:lnTo>
                    <a:pt x="182054" y="133731"/>
                  </a:lnTo>
                  <a:lnTo>
                    <a:pt x="177482" y="129146"/>
                  </a:lnTo>
                  <a:lnTo>
                    <a:pt x="94564" y="129146"/>
                  </a:lnTo>
                  <a:lnTo>
                    <a:pt x="94564" y="85826"/>
                  </a:lnTo>
                  <a:lnTo>
                    <a:pt x="211213" y="85826"/>
                  </a:lnTo>
                  <a:lnTo>
                    <a:pt x="215798" y="81241"/>
                  </a:lnTo>
                  <a:lnTo>
                    <a:pt x="215798" y="10833"/>
                  </a:lnTo>
                  <a:close/>
                </a:path>
                <a:path extrusionOk="0" h="313055" w="1376045">
                  <a:moveTo>
                    <a:pt x="515772" y="85407"/>
                  </a:moveTo>
                  <a:lnTo>
                    <a:pt x="515099" y="81241"/>
                  </a:lnTo>
                  <a:lnTo>
                    <a:pt x="510235" y="50622"/>
                  </a:lnTo>
                  <a:lnTo>
                    <a:pt x="490245" y="23647"/>
                  </a:lnTo>
                  <a:lnTo>
                    <a:pt x="450735" y="6197"/>
                  </a:lnTo>
                  <a:lnTo>
                    <a:pt x="421627" y="3390"/>
                  </a:lnTo>
                  <a:lnTo>
                    <a:pt x="421627" y="100406"/>
                  </a:lnTo>
                  <a:lnTo>
                    <a:pt x="421627" y="212471"/>
                  </a:lnTo>
                  <a:lnTo>
                    <a:pt x="420433" y="220281"/>
                  </a:lnTo>
                  <a:lnTo>
                    <a:pt x="415531" y="226479"/>
                  </a:lnTo>
                  <a:lnTo>
                    <a:pt x="404926" y="230568"/>
                  </a:lnTo>
                  <a:lnTo>
                    <a:pt x="386626" y="232054"/>
                  </a:lnTo>
                  <a:lnTo>
                    <a:pt x="368503" y="230568"/>
                  </a:lnTo>
                  <a:lnTo>
                    <a:pt x="357873" y="226479"/>
                  </a:lnTo>
                  <a:lnTo>
                    <a:pt x="352882" y="220281"/>
                  </a:lnTo>
                  <a:lnTo>
                    <a:pt x="351637" y="212471"/>
                  </a:lnTo>
                  <a:lnTo>
                    <a:pt x="351637" y="100406"/>
                  </a:lnTo>
                  <a:lnTo>
                    <a:pt x="352882" y="92837"/>
                  </a:lnTo>
                  <a:lnTo>
                    <a:pt x="357873" y="86753"/>
                  </a:lnTo>
                  <a:lnTo>
                    <a:pt x="368503" y="82715"/>
                  </a:lnTo>
                  <a:lnTo>
                    <a:pt x="386626" y="81241"/>
                  </a:lnTo>
                  <a:lnTo>
                    <a:pt x="404926" y="82715"/>
                  </a:lnTo>
                  <a:lnTo>
                    <a:pt x="415531" y="86753"/>
                  </a:lnTo>
                  <a:lnTo>
                    <a:pt x="420433" y="92837"/>
                  </a:lnTo>
                  <a:lnTo>
                    <a:pt x="421627" y="100406"/>
                  </a:lnTo>
                  <a:lnTo>
                    <a:pt x="421627" y="3390"/>
                  </a:lnTo>
                  <a:lnTo>
                    <a:pt x="322440" y="6197"/>
                  </a:lnTo>
                  <a:lnTo>
                    <a:pt x="282778" y="23647"/>
                  </a:lnTo>
                  <a:lnTo>
                    <a:pt x="257060" y="85407"/>
                  </a:lnTo>
                  <a:lnTo>
                    <a:pt x="257060" y="227469"/>
                  </a:lnTo>
                  <a:lnTo>
                    <a:pt x="262648" y="262191"/>
                  </a:lnTo>
                  <a:lnTo>
                    <a:pt x="282778" y="289026"/>
                  </a:lnTo>
                  <a:lnTo>
                    <a:pt x="322440" y="306324"/>
                  </a:lnTo>
                  <a:lnTo>
                    <a:pt x="386626" y="312458"/>
                  </a:lnTo>
                  <a:lnTo>
                    <a:pt x="450735" y="306324"/>
                  </a:lnTo>
                  <a:lnTo>
                    <a:pt x="490245" y="289026"/>
                  </a:lnTo>
                  <a:lnTo>
                    <a:pt x="510235" y="262191"/>
                  </a:lnTo>
                  <a:lnTo>
                    <a:pt x="515035" y="232054"/>
                  </a:lnTo>
                  <a:lnTo>
                    <a:pt x="515772" y="227469"/>
                  </a:lnTo>
                  <a:lnTo>
                    <a:pt x="515772" y="85407"/>
                  </a:lnTo>
                  <a:close/>
                </a:path>
                <a:path extrusionOk="0" h="313055" w="1376045">
                  <a:moveTo>
                    <a:pt x="835736" y="202895"/>
                  </a:moveTo>
                  <a:lnTo>
                    <a:pt x="832142" y="179158"/>
                  </a:lnTo>
                  <a:lnTo>
                    <a:pt x="821931" y="160807"/>
                  </a:lnTo>
                  <a:lnTo>
                    <a:pt x="806030" y="148399"/>
                  </a:lnTo>
                  <a:lnTo>
                    <a:pt x="785329" y="142481"/>
                  </a:lnTo>
                  <a:lnTo>
                    <a:pt x="796366" y="135178"/>
                  </a:lnTo>
                  <a:lnTo>
                    <a:pt x="796772" y="134569"/>
                  </a:lnTo>
                  <a:lnTo>
                    <a:pt x="803554" y="124663"/>
                  </a:lnTo>
                  <a:lnTo>
                    <a:pt x="807478" y="111188"/>
                  </a:lnTo>
                  <a:lnTo>
                    <a:pt x="808659" y="94983"/>
                  </a:lnTo>
                  <a:lnTo>
                    <a:pt x="808659" y="81241"/>
                  </a:lnTo>
                  <a:lnTo>
                    <a:pt x="808659" y="75831"/>
                  </a:lnTo>
                  <a:lnTo>
                    <a:pt x="804621" y="47548"/>
                  </a:lnTo>
                  <a:lnTo>
                    <a:pt x="791057" y="25565"/>
                  </a:lnTo>
                  <a:lnTo>
                    <a:pt x="765784" y="11315"/>
                  </a:lnTo>
                  <a:lnTo>
                    <a:pt x="726592" y="6248"/>
                  </a:lnTo>
                  <a:lnTo>
                    <a:pt x="716584" y="6248"/>
                  </a:lnTo>
                  <a:lnTo>
                    <a:pt x="716584" y="100825"/>
                  </a:lnTo>
                  <a:lnTo>
                    <a:pt x="716584" y="114985"/>
                  </a:lnTo>
                  <a:lnTo>
                    <a:pt x="715772" y="122783"/>
                  </a:lnTo>
                  <a:lnTo>
                    <a:pt x="712889" y="128993"/>
                  </a:lnTo>
                  <a:lnTo>
                    <a:pt x="707275" y="133083"/>
                  </a:lnTo>
                  <a:lnTo>
                    <a:pt x="698258" y="134569"/>
                  </a:lnTo>
                  <a:lnTo>
                    <a:pt x="667016" y="134569"/>
                  </a:lnTo>
                  <a:lnTo>
                    <a:pt x="667016" y="81241"/>
                  </a:lnTo>
                  <a:lnTo>
                    <a:pt x="698258" y="81241"/>
                  </a:lnTo>
                  <a:lnTo>
                    <a:pt x="707275" y="82715"/>
                  </a:lnTo>
                  <a:lnTo>
                    <a:pt x="712889" y="86804"/>
                  </a:lnTo>
                  <a:lnTo>
                    <a:pt x="715772" y="93014"/>
                  </a:lnTo>
                  <a:lnTo>
                    <a:pt x="716584" y="100825"/>
                  </a:lnTo>
                  <a:lnTo>
                    <a:pt x="716584" y="6248"/>
                  </a:lnTo>
                  <a:lnTo>
                    <a:pt x="577443" y="6248"/>
                  </a:lnTo>
                  <a:lnTo>
                    <a:pt x="572858" y="10833"/>
                  </a:lnTo>
                  <a:lnTo>
                    <a:pt x="572858" y="301625"/>
                  </a:lnTo>
                  <a:lnTo>
                    <a:pt x="577443" y="306209"/>
                  </a:lnTo>
                  <a:lnTo>
                    <a:pt x="662432" y="306209"/>
                  </a:lnTo>
                  <a:lnTo>
                    <a:pt x="667016" y="301625"/>
                  </a:lnTo>
                  <a:lnTo>
                    <a:pt x="667016" y="209562"/>
                  </a:lnTo>
                  <a:lnTo>
                    <a:pt x="737006" y="209562"/>
                  </a:lnTo>
                  <a:lnTo>
                    <a:pt x="741172" y="214972"/>
                  </a:lnTo>
                  <a:lnTo>
                    <a:pt x="741172" y="301625"/>
                  </a:lnTo>
                  <a:lnTo>
                    <a:pt x="745756" y="306209"/>
                  </a:lnTo>
                  <a:lnTo>
                    <a:pt x="831151" y="306209"/>
                  </a:lnTo>
                  <a:lnTo>
                    <a:pt x="835736" y="301625"/>
                  </a:lnTo>
                  <a:lnTo>
                    <a:pt x="835736" y="209562"/>
                  </a:lnTo>
                  <a:lnTo>
                    <a:pt x="835736" y="202895"/>
                  </a:lnTo>
                  <a:close/>
                </a:path>
                <a:path extrusionOk="0" h="313055" w="1376045">
                  <a:moveTo>
                    <a:pt x="1101128" y="10833"/>
                  </a:moveTo>
                  <a:lnTo>
                    <a:pt x="1096543" y="6248"/>
                  </a:lnTo>
                  <a:lnTo>
                    <a:pt x="984478" y="6248"/>
                  </a:lnTo>
                  <a:lnTo>
                    <a:pt x="938936" y="11391"/>
                  </a:lnTo>
                  <a:lnTo>
                    <a:pt x="906983" y="27076"/>
                  </a:lnTo>
                  <a:lnTo>
                    <a:pt x="888161" y="53708"/>
                  </a:lnTo>
                  <a:lnTo>
                    <a:pt x="881989" y="91655"/>
                  </a:lnTo>
                  <a:lnTo>
                    <a:pt x="881989" y="221221"/>
                  </a:lnTo>
                  <a:lnTo>
                    <a:pt x="888161" y="258927"/>
                  </a:lnTo>
                  <a:lnTo>
                    <a:pt x="906983" y="285432"/>
                  </a:lnTo>
                  <a:lnTo>
                    <a:pt x="938936" y="301066"/>
                  </a:lnTo>
                  <a:lnTo>
                    <a:pt x="984478" y="306209"/>
                  </a:lnTo>
                  <a:lnTo>
                    <a:pt x="1096543" y="306209"/>
                  </a:lnTo>
                  <a:lnTo>
                    <a:pt x="1101128" y="301625"/>
                  </a:lnTo>
                  <a:lnTo>
                    <a:pt x="1101128" y="231216"/>
                  </a:lnTo>
                  <a:lnTo>
                    <a:pt x="1096543" y="226644"/>
                  </a:lnTo>
                  <a:lnTo>
                    <a:pt x="1002398" y="226644"/>
                  </a:lnTo>
                  <a:lnTo>
                    <a:pt x="991044" y="225450"/>
                  </a:lnTo>
                  <a:lnTo>
                    <a:pt x="983119" y="221792"/>
                  </a:lnTo>
                  <a:lnTo>
                    <a:pt x="978484" y="215569"/>
                  </a:lnTo>
                  <a:lnTo>
                    <a:pt x="976972" y="206641"/>
                  </a:lnTo>
                  <a:lnTo>
                    <a:pt x="976972" y="107492"/>
                  </a:lnTo>
                  <a:lnTo>
                    <a:pt x="978484" y="98259"/>
                  </a:lnTo>
                  <a:lnTo>
                    <a:pt x="983119" y="91757"/>
                  </a:lnTo>
                  <a:lnTo>
                    <a:pt x="991044" y="87922"/>
                  </a:lnTo>
                  <a:lnTo>
                    <a:pt x="1002398" y="86664"/>
                  </a:lnTo>
                  <a:lnTo>
                    <a:pt x="1096543" y="86664"/>
                  </a:lnTo>
                  <a:lnTo>
                    <a:pt x="1101128" y="82080"/>
                  </a:lnTo>
                  <a:lnTo>
                    <a:pt x="1101128" y="10833"/>
                  </a:lnTo>
                  <a:close/>
                </a:path>
                <a:path extrusionOk="0" h="313055" w="1376045">
                  <a:moveTo>
                    <a:pt x="1375689" y="10833"/>
                  </a:moveTo>
                  <a:lnTo>
                    <a:pt x="1371104" y="6248"/>
                  </a:lnTo>
                  <a:lnTo>
                    <a:pt x="1156970" y="6248"/>
                  </a:lnTo>
                  <a:lnTo>
                    <a:pt x="1152385" y="10833"/>
                  </a:lnTo>
                  <a:lnTo>
                    <a:pt x="1152385" y="301625"/>
                  </a:lnTo>
                  <a:lnTo>
                    <a:pt x="1156970" y="306209"/>
                  </a:lnTo>
                  <a:lnTo>
                    <a:pt x="1167384" y="306209"/>
                  </a:lnTo>
                  <a:lnTo>
                    <a:pt x="1371104" y="306209"/>
                  </a:lnTo>
                  <a:lnTo>
                    <a:pt x="1375689" y="301625"/>
                  </a:lnTo>
                  <a:lnTo>
                    <a:pt x="1375689" y="232054"/>
                  </a:lnTo>
                  <a:lnTo>
                    <a:pt x="1371104" y="227469"/>
                  </a:lnTo>
                  <a:lnTo>
                    <a:pt x="1245704" y="227469"/>
                  </a:lnTo>
                  <a:lnTo>
                    <a:pt x="1245704" y="191643"/>
                  </a:lnTo>
                  <a:lnTo>
                    <a:pt x="1337360" y="191643"/>
                  </a:lnTo>
                  <a:lnTo>
                    <a:pt x="1341945" y="187058"/>
                  </a:lnTo>
                  <a:lnTo>
                    <a:pt x="1341945" y="121653"/>
                  </a:lnTo>
                  <a:lnTo>
                    <a:pt x="1337360" y="117068"/>
                  </a:lnTo>
                  <a:lnTo>
                    <a:pt x="1245704" y="117068"/>
                  </a:lnTo>
                  <a:lnTo>
                    <a:pt x="1245704" y="84988"/>
                  </a:lnTo>
                  <a:lnTo>
                    <a:pt x="1371104" y="84988"/>
                  </a:lnTo>
                  <a:lnTo>
                    <a:pt x="1375689" y="80416"/>
                  </a:lnTo>
                  <a:lnTo>
                    <a:pt x="1375689" y="1083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11"/>
            <p:cNvSpPr/>
            <p:nvPr/>
          </p:nvSpPr>
          <p:spPr>
            <a:xfrm>
              <a:off x="3486517" y="746410"/>
              <a:ext cx="371475" cy="288290"/>
            </a:xfrm>
            <a:custGeom>
              <a:rect b="b" l="l" r="r" t="t"/>
              <a:pathLst>
                <a:path extrusionOk="0" h="288290" w="371475">
                  <a:moveTo>
                    <a:pt x="211556" y="278282"/>
                  </a:moveTo>
                  <a:lnTo>
                    <a:pt x="0" y="278282"/>
                  </a:lnTo>
                  <a:lnTo>
                    <a:pt x="0" y="288048"/>
                  </a:lnTo>
                  <a:lnTo>
                    <a:pt x="211556" y="288048"/>
                  </a:lnTo>
                  <a:lnTo>
                    <a:pt x="211556" y="278282"/>
                  </a:lnTo>
                  <a:close/>
                </a:path>
                <a:path extrusionOk="0" h="288290" w="371475">
                  <a:moveTo>
                    <a:pt x="371055" y="278282"/>
                  </a:moveTo>
                  <a:lnTo>
                    <a:pt x="250621" y="278282"/>
                  </a:lnTo>
                  <a:lnTo>
                    <a:pt x="250621" y="288048"/>
                  </a:lnTo>
                  <a:lnTo>
                    <a:pt x="371055" y="288048"/>
                  </a:lnTo>
                  <a:lnTo>
                    <a:pt x="371055" y="278282"/>
                  </a:lnTo>
                  <a:close/>
                </a:path>
                <a:path extrusionOk="0" h="288290" w="371475">
                  <a:moveTo>
                    <a:pt x="216446" y="9753"/>
                  </a:moveTo>
                  <a:lnTo>
                    <a:pt x="14643" y="9753"/>
                  </a:lnTo>
                  <a:lnTo>
                    <a:pt x="26043" y="11391"/>
                  </a:lnTo>
                  <a:lnTo>
                    <a:pt x="34166" y="16271"/>
                  </a:lnTo>
                  <a:lnTo>
                    <a:pt x="39049" y="24412"/>
                  </a:lnTo>
                  <a:lnTo>
                    <a:pt x="40678" y="35801"/>
                  </a:lnTo>
                  <a:lnTo>
                    <a:pt x="40678" y="252247"/>
                  </a:lnTo>
                  <a:lnTo>
                    <a:pt x="39049" y="263639"/>
                  </a:lnTo>
                  <a:lnTo>
                    <a:pt x="34166" y="271775"/>
                  </a:lnTo>
                  <a:lnTo>
                    <a:pt x="26029" y="276655"/>
                  </a:lnTo>
                  <a:lnTo>
                    <a:pt x="14643" y="278282"/>
                  </a:lnTo>
                  <a:lnTo>
                    <a:pt x="104152" y="278282"/>
                  </a:lnTo>
                  <a:lnTo>
                    <a:pt x="92755" y="276655"/>
                  </a:lnTo>
                  <a:lnTo>
                    <a:pt x="84620" y="271775"/>
                  </a:lnTo>
                  <a:lnTo>
                    <a:pt x="79742" y="263639"/>
                  </a:lnTo>
                  <a:lnTo>
                    <a:pt x="78117" y="252247"/>
                  </a:lnTo>
                  <a:lnTo>
                    <a:pt x="78117" y="37426"/>
                  </a:lnTo>
                  <a:lnTo>
                    <a:pt x="206844" y="11383"/>
                  </a:lnTo>
                  <a:lnTo>
                    <a:pt x="216446" y="9753"/>
                  </a:lnTo>
                  <a:close/>
                </a:path>
                <a:path extrusionOk="0" h="288290" w="371475">
                  <a:moveTo>
                    <a:pt x="206797" y="11391"/>
                  </a:moveTo>
                  <a:lnTo>
                    <a:pt x="115544" y="11391"/>
                  </a:lnTo>
                  <a:lnTo>
                    <a:pt x="127743" y="12815"/>
                  </a:lnTo>
                  <a:lnTo>
                    <a:pt x="138318" y="17087"/>
                  </a:lnTo>
                  <a:lnTo>
                    <a:pt x="147269" y="24207"/>
                  </a:lnTo>
                  <a:lnTo>
                    <a:pt x="154597" y="34175"/>
                  </a:lnTo>
                  <a:lnTo>
                    <a:pt x="221322" y="149720"/>
                  </a:lnTo>
                  <a:lnTo>
                    <a:pt x="156235" y="253873"/>
                  </a:lnTo>
                  <a:lnTo>
                    <a:pt x="147891" y="264555"/>
                  </a:lnTo>
                  <a:lnTo>
                    <a:pt x="137512" y="272183"/>
                  </a:lnTo>
                  <a:lnTo>
                    <a:pt x="125099" y="276758"/>
                  </a:lnTo>
                  <a:lnTo>
                    <a:pt x="110655" y="278282"/>
                  </a:lnTo>
                  <a:lnTo>
                    <a:pt x="179019" y="278282"/>
                  </a:lnTo>
                  <a:lnTo>
                    <a:pt x="173037" y="273405"/>
                  </a:lnTo>
                  <a:lnTo>
                    <a:pt x="170878" y="263639"/>
                  </a:lnTo>
                  <a:lnTo>
                    <a:pt x="169786" y="259321"/>
                  </a:lnTo>
                  <a:lnTo>
                    <a:pt x="170878" y="253873"/>
                  </a:lnTo>
                  <a:lnTo>
                    <a:pt x="174129" y="247370"/>
                  </a:lnTo>
                  <a:lnTo>
                    <a:pt x="229463" y="159486"/>
                  </a:lnTo>
                  <a:lnTo>
                    <a:pt x="268292" y="159486"/>
                  </a:lnTo>
                  <a:lnTo>
                    <a:pt x="250621" y="128562"/>
                  </a:lnTo>
                  <a:lnTo>
                    <a:pt x="258216" y="117170"/>
                  </a:lnTo>
                  <a:lnTo>
                    <a:pt x="244106" y="117170"/>
                  </a:lnTo>
                  <a:lnTo>
                    <a:pt x="200164" y="40678"/>
                  </a:lnTo>
                  <a:lnTo>
                    <a:pt x="196909" y="27155"/>
                  </a:lnTo>
                  <a:lnTo>
                    <a:pt x="198537" y="17491"/>
                  </a:lnTo>
                  <a:lnTo>
                    <a:pt x="205049" y="11688"/>
                  </a:lnTo>
                  <a:lnTo>
                    <a:pt x="206797" y="11391"/>
                  </a:lnTo>
                  <a:close/>
                </a:path>
                <a:path extrusionOk="0" h="288290" w="371475">
                  <a:moveTo>
                    <a:pt x="268292" y="159486"/>
                  </a:moveTo>
                  <a:lnTo>
                    <a:pt x="229463" y="159486"/>
                  </a:lnTo>
                  <a:lnTo>
                    <a:pt x="276656" y="245732"/>
                  </a:lnTo>
                  <a:lnTo>
                    <a:pt x="280007" y="259980"/>
                  </a:lnTo>
                  <a:lnTo>
                    <a:pt x="278684" y="270151"/>
                  </a:lnTo>
                  <a:lnTo>
                    <a:pt x="272686" y="276250"/>
                  </a:lnTo>
                  <a:lnTo>
                    <a:pt x="262013" y="278282"/>
                  </a:lnTo>
                  <a:lnTo>
                    <a:pt x="359663" y="278282"/>
                  </a:lnTo>
                  <a:lnTo>
                    <a:pt x="349386" y="276758"/>
                  </a:lnTo>
                  <a:lnTo>
                    <a:pt x="339720" y="272183"/>
                  </a:lnTo>
                  <a:lnTo>
                    <a:pt x="330665" y="264555"/>
                  </a:lnTo>
                  <a:lnTo>
                    <a:pt x="322224" y="253873"/>
                  </a:lnTo>
                  <a:lnTo>
                    <a:pt x="268292" y="159486"/>
                  </a:lnTo>
                  <a:close/>
                </a:path>
                <a:path extrusionOk="0" h="288290" w="371475">
                  <a:moveTo>
                    <a:pt x="359663" y="9753"/>
                  </a:moveTo>
                  <a:lnTo>
                    <a:pt x="275031" y="9753"/>
                  </a:lnTo>
                  <a:lnTo>
                    <a:pt x="289872" y="11484"/>
                  </a:lnTo>
                  <a:lnTo>
                    <a:pt x="298619" y="16675"/>
                  </a:lnTo>
                  <a:lnTo>
                    <a:pt x="301268" y="25323"/>
                  </a:lnTo>
                  <a:lnTo>
                    <a:pt x="297814" y="37426"/>
                  </a:lnTo>
                  <a:lnTo>
                    <a:pt x="244106" y="117170"/>
                  </a:lnTo>
                  <a:lnTo>
                    <a:pt x="258216" y="117170"/>
                  </a:lnTo>
                  <a:lnTo>
                    <a:pt x="315721" y="30911"/>
                  </a:lnTo>
                  <a:lnTo>
                    <a:pt x="325175" y="21664"/>
                  </a:lnTo>
                  <a:lnTo>
                    <a:pt x="335649" y="15051"/>
                  </a:lnTo>
                  <a:lnTo>
                    <a:pt x="347145" y="11078"/>
                  </a:lnTo>
                  <a:lnTo>
                    <a:pt x="359663" y="9753"/>
                  </a:lnTo>
                  <a:close/>
                </a:path>
                <a:path extrusionOk="0" h="288290" w="371475">
                  <a:moveTo>
                    <a:pt x="224586" y="0"/>
                  </a:moveTo>
                  <a:lnTo>
                    <a:pt x="0" y="0"/>
                  </a:lnTo>
                  <a:lnTo>
                    <a:pt x="0" y="9753"/>
                  </a:lnTo>
                  <a:lnTo>
                    <a:pt x="224586" y="9753"/>
                  </a:lnTo>
                  <a:lnTo>
                    <a:pt x="224586" y="0"/>
                  </a:lnTo>
                  <a:close/>
                </a:path>
                <a:path extrusionOk="0" h="288290" w="371475">
                  <a:moveTo>
                    <a:pt x="367791" y="0"/>
                  </a:moveTo>
                  <a:lnTo>
                    <a:pt x="263639" y="0"/>
                  </a:lnTo>
                  <a:lnTo>
                    <a:pt x="263639" y="9753"/>
                  </a:lnTo>
                  <a:lnTo>
                    <a:pt x="367791" y="9753"/>
                  </a:lnTo>
                  <a:lnTo>
                    <a:pt x="36779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11"/>
            <p:cNvSpPr/>
            <p:nvPr/>
          </p:nvSpPr>
          <p:spPr>
            <a:xfrm>
              <a:off x="3420614" y="1074792"/>
              <a:ext cx="506730" cy="304800"/>
            </a:xfrm>
            <a:custGeom>
              <a:rect b="b" l="l" r="r" t="t"/>
              <a:pathLst>
                <a:path extrusionOk="0" h="304800" w="506729">
                  <a:moveTo>
                    <a:pt x="0" y="0"/>
                  </a:moveTo>
                  <a:lnTo>
                    <a:pt x="254000" y="304800"/>
                  </a:lnTo>
                  <a:lnTo>
                    <a:pt x="50645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1"/>
            <p:cNvSpPr/>
            <p:nvPr/>
          </p:nvSpPr>
          <p:spPr>
            <a:xfrm>
              <a:off x="1973453" y="1113205"/>
              <a:ext cx="146685" cy="74930"/>
            </a:xfrm>
            <a:custGeom>
              <a:rect b="b" l="l" r="r" t="t"/>
              <a:pathLst>
                <a:path extrusionOk="0" h="74930" w="146685">
                  <a:moveTo>
                    <a:pt x="37490" y="0"/>
                  </a:moveTo>
                  <a:lnTo>
                    <a:pt x="0" y="0"/>
                  </a:lnTo>
                  <a:lnTo>
                    <a:pt x="0" y="74803"/>
                  </a:lnTo>
                  <a:lnTo>
                    <a:pt x="7480" y="74803"/>
                  </a:lnTo>
                  <a:lnTo>
                    <a:pt x="7480" y="38087"/>
                  </a:lnTo>
                  <a:lnTo>
                    <a:pt x="37490" y="38087"/>
                  </a:lnTo>
                  <a:lnTo>
                    <a:pt x="37490" y="30759"/>
                  </a:lnTo>
                  <a:lnTo>
                    <a:pt x="7480" y="30759"/>
                  </a:lnTo>
                  <a:lnTo>
                    <a:pt x="7480" y="7327"/>
                  </a:lnTo>
                  <a:lnTo>
                    <a:pt x="37490" y="7327"/>
                  </a:lnTo>
                  <a:lnTo>
                    <a:pt x="37490" y="0"/>
                  </a:lnTo>
                  <a:close/>
                </a:path>
                <a:path extrusionOk="0" h="74930" w="146685">
                  <a:moveTo>
                    <a:pt x="68732" y="0"/>
                  </a:moveTo>
                  <a:lnTo>
                    <a:pt x="61252" y="0"/>
                  </a:lnTo>
                  <a:lnTo>
                    <a:pt x="61252" y="74803"/>
                  </a:lnTo>
                  <a:lnTo>
                    <a:pt x="68732" y="74803"/>
                  </a:lnTo>
                  <a:lnTo>
                    <a:pt x="68732" y="0"/>
                  </a:lnTo>
                  <a:close/>
                </a:path>
                <a:path extrusionOk="0" h="74930" w="146685">
                  <a:moveTo>
                    <a:pt x="146646" y="74803"/>
                  </a:moveTo>
                  <a:lnTo>
                    <a:pt x="119735" y="40081"/>
                  </a:lnTo>
                  <a:lnTo>
                    <a:pt x="126009" y="40043"/>
                  </a:lnTo>
                  <a:lnTo>
                    <a:pt x="130924" y="39230"/>
                  </a:lnTo>
                  <a:lnTo>
                    <a:pt x="145567" y="23990"/>
                  </a:lnTo>
                  <a:lnTo>
                    <a:pt x="145567" y="15024"/>
                  </a:lnTo>
                  <a:lnTo>
                    <a:pt x="144183" y="10909"/>
                  </a:lnTo>
                  <a:lnTo>
                    <a:pt x="141211" y="7327"/>
                  </a:lnTo>
                  <a:lnTo>
                    <a:pt x="138620" y="4216"/>
                  </a:lnTo>
                  <a:lnTo>
                    <a:pt x="137833" y="3746"/>
                  </a:lnTo>
                  <a:lnTo>
                    <a:pt x="137833" y="17373"/>
                  </a:lnTo>
                  <a:lnTo>
                    <a:pt x="137833" y="22453"/>
                  </a:lnTo>
                  <a:lnTo>
                    <a:pt x="124129" y="32854"/>
                  </a:lnTo>
                  <a:lnTo>
                    <a:pt x="119138" y="32854"/>
                  </a:lnTo>
                  <a:lnTo>
                    <a:pt x="106260" y="32753"/>
                  </a:lnTo>
                  <a:lnTo>
                    <a:pt x="106260" y="7327"/>
                  </a:lnTo>
                  <a:lnTo>
                    <a:pt x="124587" y="7327"/>
                  </a:lnTo>
                  <a:lnTo>
                    <a:pt x="128244" y="7759"/>
                  </a:lnTo>
                  <a:lnTo>
                    <a:pt x="132664" y="9525"/>
                  </a:lnTo>
                  <a:lnTo>
                    <a:pt x="134442" y="10998"/>
                  </a:lnTo>
                  <a:lnTo>
                    <a:pt x="137160" y="15100"/>
                  </a:lnTo>
                  <a:lnTo>
                    <a:pt x="137833" y="17373"/>
                  </a:lnTo>
                  <a:lnTo>
                    <a:pt x="137833" y="3746"/>
                  </a:lnTo>
                  <a:lnTo>
                    <a:pt x="135013" y="2032"/>
                  </a:lnTo>
                  <a:lnTo>
                    <a:pt x="127622" y="342"/>
                  </a:lnTo>
                  <a:lnTo>
                    <a:pt x="121996" y="0"/>
                  </a:lnTo>
                  <a:lnTo>
                    <a:pt x="98780" y="0"/>
                  </a:lnTo>
                  <a:lnTo>
                    <a:pt x="98780" y="74803"/>
                  </a:lnTo>
                  <a:lnTo>
                    <a:pt x="106260" y="74803"/>
                  </a:lnTo>
                  <a:lnTo>
                    <a:pt x="106260" y="40081"/>
                  </a:lnTo>
                  <a:lnTo>
                    <a:pt x="110490" y="40081"/>
                  </a:lnTo>
                  <a:lnTo>
                    <a:pt x="137388" y="74803"/>
                  </a:lnTo>
                  <a:lnTo>
                    <a:pt x="146646" y="7480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86" name="Google Shape;1486;p11"/>
            <p:cNvPicPr preferRelativeResize="0"/>
            <p:nvPr/>
          </p:nvPicPr>
          <p:blipFill rotWithShape="1">
            <a:blip r:embed="rId4">
              <a:alphaModFix/>
            </a:blip>
            <a:srcRect b="0" l="0" r="0" t="0"/>
            <a:stretch/>
          </p:blipFill>
          <p:spPr>
            <a:xfrm>
              <a:off x="2182937" y="1111324"/>
              <a:ext cx="73126" cy="78574"/>
            </a:xfrm>
            <a:prstGeom prst="rect">
              <a:avLst/>
            </a:prstGeom>
            <a:noFill/>
            <a:ln>
              <a:noFill/>
            </a:ln>
          </p:spPr>
        </p:pic>
        <p:sp>
          <p:nvSpPr>
            <p:cNvPr id="1487" name="Google Shape;1487;p11"/>
            <p:cNvSpPr/>
            <p:nvPr/>
          </p:nvSpPr>
          <p:spPr>
            <a:xfrm>
              <a:off x="2276941" y="1131257"/>
              <a:ext cx="57785" cy="58419"/>
            </a:xfrm>
            <a:custGeom>
              <a:rect b="b" l="l" r="r" t="t"/>
              <a:pathLst>
                <a:path extrusionOk="0" h="58419" w="57785">
                  <a:moveTo>
                    <a:pt x="33121" y="0"/>
                  </a:moveTo>
                  <a:lnTo>
                    <a:pt x="20713" y="0"/>
                  </a:lnTo>
                  <a:lnTo>
                    <a:pt x="13982" y="2832"/>
                  </a:lnTo>
                  <a:lnTo>
                    <a:pt x="2794" y="14160"/>
                  </a:lnTo>
                  <a:lnTo>
                    <a:pt x="0" y="20967"/>
                  </a:lnTo>
                  <a:lnTo>
                    <a:pt x="106" y="37338"/>
                  </a:lnTo>
                  <a:lnTo>
                    <a:pt x="2738" y="43903"/>
                  </a:lnTo>
                  <a:lnTo>
                    <a:pt x="2830" y="44043"/>
                  </a:lnTo>
                  <a:lnTo>
                    <a:pt x="13855" y="55333"/>
                  </a:lnTo>
                  <a:lnTo>
                    <a:pt x="20535" y="58178"/>
                  </a:lnTo>
                  <a:lnTo>
                    <a:pt x="32778" y="58178"/>
                  </a:lnTo>
                  <a:lnTo>
                    <a:pt x="36842" y="57264"/>
                  </a:lnTo>
                  <a:lnTo>
                    <a:pt x="44272" y="53606"/>
                  </a:lnTo>
                  <a:lnTo>
                    <a:pt x="46711" y="51612"/>
                  </a:lnTo>
                  <a:lnTo>
                    <a:pt x="25260" y="51612"/>
                  </a:lnTo>
                  <a:lnTo>
                    <a:pt x="21628" y="50622"/>
                  </a:lnTo>
                  <a:lnTo>
                    <a:pt x="14897" y="46659"/>
                  </a:lnTo>
                  <a:lnTo>
                    <a:pt x="12217" y="43903"/>
                  </a:lnTo>
                  <a:lnTo>
                    <a:pt x="8216" y="36779"/>
                  </a:lnTo>
                  <a:lnTo>
                    <a:pt x="7213" y="33058"/>
                  </a:lnTo>
                  <a:lnTo>
                    <a:pt x="7213" y="25234"/>
                  </a:lnTo>
                  <a:lnTo>
                    <a:pt x="25196" y="6858"/>
                  </a:lnTo>
                  <a:lnTo>
                    <a:pt x="46843" y="6858"/>
                  </a:lnTo>
                  <a:lnTo>
                    <a:pt x="44589" y="4826"/>
                  </a:lnTo>
                  <a:lnTo>
                    <a:pt x="37236" y="965"/>
                  </a:lnTo>
                  <a:lnTo>
                    <a:pt x="33121" y="0"/>
                  </a:lnTo>
                  <a:close/>
                </a:path>
                <a:path extrusionOk="0" h="58419" w="57785">
                  <a:moveTo>
                    <a:pt x="57619" y="47244"/>
                  </a:moveTo>
                  <a:lnTo>
                    <a:pt x="50596" y="47244"/>
                  </a:lnTo>
                  <a:lnTo>
                    <a:pt x="50596" y="56756"/>
                  </a:lnTo>
                  <a:lnTo>
                    <a:pt x="57619" y="56756"/>
                  </a:lnTo>
                  <a:lnTo>
                    <a:pt x="57619" y="47244"/>
                  </a:lnTo>
                  <a:close/>
                </a:path>
                <a:path extrusionOk="0" h="58419" w="57785">
                  <a:moveTo>
                    <a:pt x="46843" y="6858"/>
                  </a:moveTo>
                  <a:lnTo>
                    <a:pt x="35318" y="6858"/>
                  </a:lnTo>
                  <a:lnTo>
                    <a:pt x="40513" y="9017"/>
                  </a:lnTo>
                  <a:lnTo>
                    <a:pt x="48945" y="17614"/>
                  </a:lnTo>
                  <a:lnTo>
                    <a:pt x="51054" y="22961"/>
                  </a:lnTo>
                  <a:lnTo>
                    <a:pt x="51054" y="33566"/>
                  </a:lnTo>
                  <a:lnTo>
                    <a:pt x="33007" y="51612"/>
                  </a:lnTo>
                  <a:lnTo>
                    <a:pt x="46711" y="51612"/>
                  </a:lnTo>
                  <a:lnTo>
                    <a:pt x="47612" y="50876"/>
                  </a:lnTo>
                  <a:lnTo>
                    <a:pt x="50596" y="47244"/>
                  </a:lnTo>
                  <a:lnTo>
                    <a:pt x="57619" y="47244"/>
                  </a:lnTo>
                  <a:lnTo>
                    <a:pt x="57619" y="11595"/>
                  </a:lnTo>
                  <a:lnTo>
                    <a:pt x="50596" y="11595"/>
                  </a:lnTo>
                  <a:lnTo>
                    <a:pt x="47815" y="7734"/>
                  </a:lnTo>
                  <a:lnTo>
                    <a:pt x="46843" y="6858"/>
                  </a:lnTo>
                  <a:close/>
                </a:path>
                <a:path extrusionOk="0" h="58419" w="57785">
                  <a:moveTo>
                    <a:pt x="57619" y="1422"/>
                  </a:moveTo>
                  <a:lnTo>
                    <a:pt x="50596" y="1422"/>
                  </a:lnTo>
                  <a:lnTo>
                    <a:pt x="50596" y="11595"/>
                  </a:lnTo>
                  <a:lnTo>
                    <a:pt x="57619" y="11595"/>
                  </a:lnTo>
                  <a:lnTo>
                    <a:pt x="57619" y="1422"/>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88" name="Google Shape;1488;p11"/>
            <p:cNvPicPr preferRelativeResize="0"/>
            <p:nvPr/>
          </p:nvPicPr>
          <p:blipFill rotWithShape="1">
            <a:blip r:embed="rId5">
              <a:alphaModFix/>
            </a:blip>
            <a:srcRect b="0" l="0" r="0" t="0"/>
            <a:stretch/>
          </p:blipFill>
          <p:spPr>
            <a:xfrm>
              <a:off x="2357183" y="1112133"/>
              <a:ext cx="102303" cy="77302"/>
            </a:xfrm>
            <a:prstGeom prst="rect">
              <a:avLst/>
            </a:prstGeom>
            <a:noFill/>
            <a:ln>
              <a:noFill/>
            </a:ln>
          </p:spPr>
        </p:pic>
        <p:sp>
          <p:nvSpPr>
            <p:cNvPr id="1489" name="Google Shape;1489;p11"/>
            <p:cNvSpPr/>
            <p:nvPr/>
          </p:nvSpPr>
          <p:spPr>
            <a:xfrm>
              <a:off x="2486583" y="1111326"/>
              <a:ext cx="7620" cy="76835"/>
            </a:xfrm>
            <a:custGeom>
              <a:rect b="b" l="l" r="r" t="t"/>
              <a:pathLst>
                <a:path extrusionOk="0" h="76834" w="7619">
                  <a:moveTo>
                    <a:pt x="7124" y="0"/>
                  </a:moveTo>
                  <a:lnTo>
                    <a:pt x="0" y="0"/>
                  </a:lnTo>
                  <a:lnTo>
                    <a:pt x="0" y="76682"/>
                  </a:lnTo>
                  <a:lnTo>
                    <a:pt x="7124" y="76682"/>
                  </a:lnTo>
                  <a:lnTo>
                    <a:pt x="7124"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90" name="Google Shape;1490;p11"/>
            <p:cNvPicPr preferRelativeResize="0"/>
            <p:nvPr/>
          </p:nvPicPr>
          <p:blipFill rotWithShape="1">
            <a:blip r:embed="rId6">
              <a:alphaModFix/>
            </a:blip>
            <a:srcRect b="0" l="0" r="0" t="0"/>
            <a:stretch/>
          </p:blipFill>
          <p:spPr>
            <a:xfrm>
              <a:off x="2514494" y="1131261"/>
              <a:ext cx="101086" cy="76996"/>
            </a:xfrm>
            <a:prstGeom prst="rect">
              <a:avLst/>
            </a:prstGeom>
            <a:noFill/>
            <a:ln>
              <a:noFill/>
            </a:ln>
          </p:spPr>
        </p:pic>
        <p:sp>
          <p:nvSpPr>
            <p:cNvPr id="1491" name="Google Shape;1491;p11"/>
            <p:cNvSpPr/>
            <p:nvPr/>
          </p:nvSpPr>
          <p:spPr>
            <a:xfrm>
              <a:off x="2636456" y="1109903"/>
              <a:ext cx="682625" cy="80010"/>
            </a:xfrm>
            <a:custGeom>
              <a:rect b="b" l="l" r="r" t="t"/>
              <a:pathLst>
                <a:path extrusionOk="0" h="80009" w="682625">
                  <a:moveTo>
                    <a:pt x="28130" y="22783"/>
                  </a:moveTo>
                  <a:lnTo>
                    <a:pt x="16840" y="22783"/>
                  </a:lnTo>
                  <a:lnTo>
                    <a:pt x="16840" y="2235"/>
                  </a:lnTo>
                  <a:lnTo>
                    <a:pt x="9715" y="2235"/>
                  </a:lnTo>
                  <a:lnTo>
                    <a:pt x="9715" y="22783"/>
                  </a:lnTo>
                  <a:lnTo>
                    <a:pt x="0" y="22783"/>
                  </a:lnTo>
                  <a:lnTo>
                    <a:pt x="0" y="28943"/>
                  </a:lnTo>
                  <a:lnTo>
                    <a:pt x="9715" y="28943"/>
                  </a:lnTo>
                  <a:lnTo>
                    <a:pt x="9715" y="78117"/>
                  </a:lnTo>
                  <a:lnTo>
                    <a:pt x="16840" y="78117"/>
                  </a:lnTo>
                  <a:lnTo>
                    <a:pt x="16840" y="28943"/>
                  </a:lnTo>
                  <a:lnTo>
                    <a:pt x="28130" y="28943"/>
                  </a:lnTo>
                  <a:lnTo>
                    <a:pt x="28130" y="22783"/>
                  </a:lnTo>
                  <a:close/>
                </a:path>
                <a:path extrusionOk="0" h="80009" w="682625">
                  <a:moveTo>
                    <a:pt x="139585" y="78105"/>
                  </a:moveTo>
                  <a:lnTo>
                    <a:pt x="112674" y="43383"/>
                  </a:lnTo>
                  <a:lnTo>
                    <a:pt x="118948" y="43345"/>
                  </a:lnTo>
                  <a:lnTo>
                    <a:pt x="123863" y="42532"/>
                  </a:lnTo>
                  <a:lnTo>
                    <a:pt x="130975" y="39382"/>
                  </a:lnTo>
                  <a:lnTo>
                    <a:pt x="133718" y="37045"/>
                  </a:lnTo>
                  <a:lnTo>
                    <a:pt x="134264" y="36156"/>
                  </a:lnTo>
                  <a:lnTo>
                    <a:pt x="137553" y="30861"/>
                  </a:lnTo>
                  <a:lnTo>
                    <a:pt x="138506" y="27292"/>
                  </a:lnTo>
                  <a:lnTo>
                    <a:pt x="138506" y="18326"/>
                  </a:lnTo>
                  <a:lnTo>
                    <a:pt x="137121" y="14211"/>
                  </a:lnTo>
                  <a:lnTo>
                    <a:pt x="134137" y="10629"/>
                  </a:lnTo>
                  <a:lnTo>
                    <a:pt x="131559" y="7518"/>
                  </a:lnTo>
                  <a:lnTo>
                    <a:pt x="130771" y="7048"/>
                  </a:lnTo>
                  <a:lnTo>
                    <a:pt x="130771" y="20675"/>
                  </a:lnTo>
                  <a:lnTo>
                    <a:pt x="130771" y="25755"/>
                  </a:lnTo>
                  <a:lnTo>
                    <a:pt x="117081" y="36156"/>
                  </a:lnTo>
                  <a:lnTo>
                    <a:pt x="112090" y="36156"/>
                  </a:lnTo>
                  <a:lnTo>
                    <a:pt x="99199" y="36055"/>
                  </a:lnTo>
                  <a:lnTo>
                    <a:pt x="99199" y="10629"/>
                  </a:lnTo>
                  <a:lnTo>
                    <a:pt x="117525" y="10629"/>
                  </a:lnTo>
                  <a:lnTo>
                    <a:pt x="121183" y="11061"/>
                  </a:lnTo>
                  <a:lnTo>
                    <a:pt x="125603" y="12827"/>
                  </a:lnTo>
                  <a:lnTo>
                    <a:pt x="127393" y="14300"/>
                  </a:lnTo>
                  <a:lnTo>
                    <a:pt x="130098" y="18402"/>
                  </a:lnTo>
                  <a:lnTo>
                    <a:pt x="130771" y="20675"/>
                  </a:lnTo>
                  <a:lnTo>
                    <a:pt x="130771" y="7048"/>
                  </a:lnTo>
                  <a:lnTo>
                    <a:pt x="127952" y="5334"/>
                  </a:lnTo>
                  <a:lnTo>
                    <a:pt x="120561" y="3644"/>
                  </a:lnTo>
                  <a:lnTo>
                    <a:pt x="114935" y="3302"/>
                  </a:lnTo>
                  <a:lnTo>
                    <a:pt x="91719" y="3302"/>
                  </a:lnTo>
                  <a:lnTo>
                    <a:pt x="91719" y="78105"/>
                  </a:lnTo>
                  <a:lnTo>
                    <a:pt x="99199" y="78105"/>
                  </a:lnTo>
                  <a:lnTo>
                    <a:pt x="99199" y="43383"/>
                  </a:lnTo>
                  <a:lnTo>
                    <a:pt x="103428" y="43383"/>
                  </a:lnTo>
                  <a:lnTo>
                    <a:pt x="130327" y="78105"/>
                  </a:lnTo>
                  <a:lnTo>
                    <a:pt x="139585" y="78105"/>
                  </a:lnTo>
                  <a:close/>
                </a:path>
                <a:path extrusionOk="0" h="80009" w="682625">
                  <a:moveTo>
                    <a:pt x="216293" y="51003"/>
                  </a:moveTo>
                  <a:lnTo>
                    <a:pt x="216230" y="44856"/>
                  </a:lnTo>
                  <a:lnTo>
                    <a:pt x="216217" y="43446"/>
                  </a:lnTo>
                  <a:lnTo>
                    <a:pt x="214185" y="37147"/>
                  </a:lnTo>
                  <a:lnTo>
                    <a:pt x="208457" y="29895"/>
                  </a:lnTo>
                  <a:lnTo>
                    <a:pt x="208457" y="44856"/>
                  </a:lnTo>
                  <a:lnTo>
                    <a:pt x="167220" y="44856"/>
                  </a:lnTo>
                  <a:lnTo>
                    <a:pt x="168668" y="39763"/>
                  </a:lnTo>
                  <a:lnTo>
                    <a:pt x="170827" y="35953"/>
                  </a:lnTo>
                  <a:lnTo>
                    <a:pt x="177584" y="29921"/>
                  </a:lnTo>
                  <a:lnTo>
                    <a:pt x="182245" y="28168"/>
                  </a:lnTo>
                  <a:lnTo>
                    <a:pt x="190982" y="28168"/>
                  </a:lnTo>
                  <a:lnTo>
                    <a:pt x="208457" y="44856"/>
                  </a:lnTo>
                  <a:lnTo>
                    <a:pt x="208457" y="29895"/>
                  </a:lnTo>
                  <a:lnTo>
                    <a:pt x="207098" y="28168"/>
                  </a:lnTo>
                  <a:lnTo>
                    <a:pt x="204546" y="24942"/>
                  </a:lnTo>
                  <a:lnTo>
                    <a:pt x="197015" y="21361"/>
                  </a:lnTo>
                  <a:lnTo>
                    <a:pt x="178422" y="21361"/>
                  </a:lnTo>
                  <a:lnTo>
                    <a:pt x="171107" y="24853"/>
                  </a:lnTo>
                  <a:lnTo>
                    <a:pt x="161328" y="37325"/>
                  </a:lnTo>
                  <a:lnTo>
                    <a:pt x="159219" y="43446"/>
                  </a:lnTo>
                  <a:lnTo>
                    <a:pt x="159169" y="58064"/>
                  </a:lnTo>
                  <a:lnTo>
                    <a:pt x="161721" y="64757"/>
                  </a:lnTo>
                  <a:lnTo>
                    <a:pt x="171907" y="76581"/>
                  </a:lnTo>
                  <a:lnTo>
                    <a:pt x="178955" y="79540"/>
                  </a:lnTo>
                  <a:lnTo>
                    <a:pt x="192062" y="79540"/>
                  </a:lnTo>
                  <a:lnTo>
                    <a:pt x="214464" y="62915"/>
                  </a:lnTo>
                  <a:lnTo>
                    <a:pt x="208457" y="59753"/>
                  </a:lnTo>
                  <a:lnTo>
                    <a:pt x="206286" y="63373"/>
                  </a:lnTo>
                  <a:lnTo>
                    <a:pt x="204266" y="65989"/>
                  </a:lnTo>
                  <a:lnTo>
                    <a:pt x="200533" y="69227"/>
                  </a:lnTo>
                  <a:lnTo>
                    <a:pt x="198259" y="70523"/>
                  </a:lnTo>
                  <a:lnTo>
                    <a:pt x="192938" y="72491"/>
                  </a:lnTo>
                  <a:lnTo>
                    <a:pt x="190195" y="72974"/>
                  </a:lnTo>
                  <a:lnTo>
                    <a:pt x="181533" y="72974"/>
                  </a:lnTo>
                  <a:lnTo>
                    <a:pt x="176631" y="70916"/>
                  </a:lnTo>
                  <a:lnTo>
                    <a:pt x="168681" y="62699"/>
                  </a:lnTo>
                  <a:lnTo>
                    <a:pt x="166636" y="57429"/>
                  </a:lnTo>
                  <a:lnTo>
                    <a:pt x="166497" y="51003"/>
                  </a:lnTo>
                  <a:lnTo>
                    <a:pt x="216293" y="51003"/>
                  </a:lnTo>
                  <a:close/>
                </a:path>
                <a:path extrusionOk="0" h="80009" w="682625">
                  <a:moveTo>
                    <a:pt x="295706" y="1422"/>
                  </a:moveTo>
                  <a:lnTo>
                    <a:pt x="289153" y="1422"/>
                  </a:lnTo>
                  <a:lnTo>
                    <a:pt x="289153" y="44323"/>
                  </a:lnTo>
                  <a:lnTo>
                    <a:pt x="289153" y="54927"/>
                  </a:lnTo>
                  <a:lnTo>
                    <a:pt x="271094" y="72974"/>
                  </a:lnTo>
                  <a:lnTo>
                    <a:pt x="263347" y="72974"/>
                  </a:lnTo>
                  <a:lnTo>
                    <a:pt x="245300" y="54419"/>
                  </a:lnTo>
                  <a:lnTo>
                    <a:pt x="245300" y="46596"/>
                  </a:lnTo>
                  <a:lnTo>
                    <a:pt x="263283" y="28219"/>
                  </a:lnTo>
                  <a:lnTo>
                    <a:pt x="273418" y="28219"/>
                  </a:lnTo>
                  <a:lnTo>
                    <a:pt x="278599" y="30378"/>
                  </a:lnTo>
                  <a:lnTo>
                    <a:pt x="287045" y="38976"/>
                  </a:lnTo>
                  <a:lnTo>
                    <a:pt x="289153" y="44323"/>
                  </a:lnTo>
                  <a:lnTo>
                    <a:pt x="289153" y="1422"/>
                  </a:lnTo>
                  <a:lnTo>
                    <a:pt x="288683" y="1422"/>
                  </a:lnTo>
                  <a:lnTo>
                    <a:pt x="288683" y="32956"/>
                  </a:lnTo>
                  <a:lnTo>
                    <a:pt x="285915" y="29083"/>
                  </a:lnTo>
                  <a:lnTo>
                    <a:pt x="284949" y="28219"/>
                  </a:lnTo>
                  <a:lnTo>
                    <a:pt x="282676" y="26187"/>
                  </a:lnTo>
                  <a:lnTo>
                    <a:pt x="275323" y="22326"/>
                  </a:lnTo>
                  <a:lnTo>
                    <a:pt x="271208" y="21361"/>
                  </a:lnTo>
                  <a:lnTo>
                    <a:pt x="258800" y="21361"/>
                  </a:lnTo>
                  <a:lnTo>
                    <a:pt x="252069" y="24193"/>
                  </a:lnTo>
                  <a:lnTo>
                    <a:pt x="240880" y="35521"/>
                  </a:lnTo>
                  <a:lnTo>
                    <a:pt x="238086" y="42329"/>
                  </a:lnTo>
                  <a:lnTo>
                    <a:pt x="238188" y="58699"/>
                  </a:lnTo>
                  <a:lnTo>
                    <a:pt x="240817" y="65252"/>
                  </a:lnTo>
                  <a:lnTo>
                    <a:pt x="240919" y="65405"/>
                  </a:lnTo>
                  <a:lnTo>
                    <a:pt x="251942" y="76695"/>
                  </a:lnTo>
                  <a:lnTo>
                    <a:pt x="258635" y="79540"/>
                  </a:lnTo>
                  <a:lnTo>
                    <a:pt x="270865" y="79540"/>
                  </a:lnTo>
                  <a:lnTo>
                    <a:pt x="274929" y="78625"/>
                  </a:lnTo>
                  <a:lnTo>
                    <a:pt x="282359" y="74968"/>
                  </a:lnTo>
                  <a:lnTo>
                    <a:pt x="284797" y="72974"/>
                  </a:lnTo>
                  <a:lnTo>
                    <a:pt x="285699" y="72237"/>
                  </a:lnTo>
                  <a:lnTo>
                    <a:pt x="288683" y="68605"/>
                  </a:lnTo>
                  <a:lnTo>
                    <a:pt x="288683" y="78117"/>
                  </a:lnTo>
                  <a:lnTo>
                    <a:pt x="295706" y="78117"/>
                  </a:lnTo>
                  <a:lnTo>
                    <a:pt x="295706" y="68605"/>
                  </a:lnTo>
                  <a:lnTo>
                    <a:pt x="295706" y="32956"/>
                  </a:lnTo>
                  <a:lnTo>
                    <a:pt x="295706" y="1422"/>
                  </a:lnTo>
                  <a:close/>
                </a:path>
                <a:path extrusionOk="0" h="80009" w="682625">
                  <a:moveTo>
                    <a:pt x="371081" y="22783"/>
                  </a:moveTo>
                  <a:lnTo>
                    <a:pt x="363804" y="22783"/>
                  </a:lnTo>
                  <a:lnTo>
                    <a:pt x="363804" y="55537"/>
                  </a:lnTo>
                  <a:lnTo>
                    <a:pt x="363461" y="60071"/>
                  </a:lnTo>
                  <a:lnTo>
                    <a:pt x="361683" y="65316"/>
                  </a:lnTo>
                  <a:lnTo>
                    <a:pt x="359778" y="67830"/>
                  </a:lnTo>
                  <a:lnTo>
                    <a:pt x="354253" y="71666"/>
                  </a:lnTo>
                  <a:lnTo>
                    <a:pt x="350875" y="72618"/>
                  </a:lnTo>
                  <a:lnTo>
                    <a:pt x="342925" y="72618"/>
                  </a:lnTo>
                  <a:lnTo>
                    <a:pt x="329793" y="54927"/>
                  </a:lnTo>
                  <a:lnTo>
                    <a:pt x="329793" y="22783"/>
                  </a:lnTo>
                  <a:lnTo>
                    <a:pt x="322668" y="22783"/>
                  </a:lnTo>
                  <a:lnTo>
                    <a:pt x="322668" y="57302"/>
                  </a:lnTo>
                  <a:lnTo>
                    <a:pt x="323557" y="63195"/>
                  </a:lnTo>
                  <a:lnTo>
                    <a:pt x="327113" y="71018"/>
                  </a:lnTo>
                  <a:lnTo>
                    <a:pt x="329819" y="74079"/>
                  </a:lnTo>
                  <a:lnTo>
                    <a:pt x="337032" y="78447"/>
                  </a:lnTo>
                  <a:lnTo>
                    <a:pt x="341541" y="79540"/>
                  </a:lnTo>
                  <a:lnTo>
                    <a:pt x="352323" y="79540"/>
                  </a:lnTo>
                  <a:lnTo>
                    <a:pt x="371081" y="57569"/>
                  </a:lnTo>
                  <a:lnTo>
                    <a:pt x="371081" y="22783"/>
                  </a:lnTo>
                  <a:close/>
                </a:path>
                <a:path extrusionOk="0" h="80009" w="682625">
                  <a:moveTo>
                    <a:pt x="451535" y="34277"/>
                  </a:moveTo>
                  <a:lnTo>
                    <a:pt x="429869" y="21361"/>
                  </a:lnTo>
                  <a:lnTo>
                    <a:pt x="420382" y="21361"/>
                  </a:lnTo>
                  <a:lnTo>
                    <a:pt x="395236" y="45554"/>
                  </a:lnTo>
                  <a:lnTo>
                    <a:pt x="395236" y="58877"/>
                  </a:lnTo>
                  <a:lnTo>
                    <a:pt x="398119" y="65633"/>
                  </a:lnTo>
                  <a:lnTo>
                    <a:pt x="409638" y="76758"/>
                  </a:lnTo>
                  <a:lnTo>
                    <a:pt x="416902" y="79540"/>
                  </a:lnTo>
                  <a:lnTo>
                    <a:pt x="431342" y="79540"/>
                  </a:lnTo>
                  <a:lnTo>
                    <a:pt x="436422" y="78447"/>
                  </a:lnTo>
                  <a:lnTo>
                    <a:pt x="445338" y="74053"/>
                  </a:lnTo>
                  <a:lnTo>
                    <a:pt x="448894" y="70967"/>
                  </a:lnTo>
                  <a:lnTo>
                    <a:pt x="451535" y="66979"/>
                  </a:lnTo>
                  <a:lnTo>
                    <a:pt x="445897" y="63271"/>
                  </a:lnTo>
                  <a:lnTo>
                    <a:pt x="440740" y="69735"/>
                  </a:lnTo>
                  <a:lnTo>
                    <a:pt x="434098" y="72974"/>
                  </a:lnTo>
                  <a:lnTo>
                    <a:pt x="421538" y="72974"/>
                  </a:lnTo>
                  <a:lnTo>
                    <a:pt x="417537" y="71996"/>
                  </a:lnTo>
                  <a:lnTo>
                    <a:pt x="410387" y="68072"/>
                  </a:lnTo>
                  <a:lnTo>
                    <a:pt x="407581" y="65303"/>
                  </a:lnTo>
                  <a:lnTo>
                    <a:pt x="403491" y="58204"/>
                  </a:lnTo>
                  <a:lnTo>
                    <a:pt x="402450" y="54406"/>
                  </a:lnTo>
                  <a:lnTo>
                    <a:pt x="402450" y="44183"/>
                  </a:lnTo>
                  <a:lnTo>
                    <a:pt x="404685" y="38912"/>
                  </a:lnTo>
                  <a:lnTo>
                    <a:pt x="413588" y="30238"/>
                  </a:lnTo>
                  <a:lnTo>
                    <a:pt x="419188" y="28067"/>
                  </a:lnTo>
                  <a:lnTo>
                    <a:pt x="434365" y="28067"/>
                  </a:lnTo>
                  <a:lnTo>
                    <a:pt x="441007" y="31318"/>
                  </a:lnTo>
                  <a:lnTo>
                    <a:pt x="445897" y="37782"/>
                  </a:lnTo>
                  <a:lnTo>
                    <a:pt x="451535" y="34277"/>
                  </a:lnTo>
                  <a:close/>
                </a:path>
                <a:path extrusionOk="0" h="80009" w="682625">
                  <a:moveTo>
                    <a:pt x="499592" y="22783"/>
                  </a:moveTo>
                  <a:lnTo>
                    <a:pt x="488302" y="22783"/>
                  </a:lnTo>
                  <a:lnTo>
                    <a:pt x="488302" y="2235"/>
                  </a:lnTo>
                  <a:lnTo>
                    <a:pt x="481177" y="2235"/>
                  </a:lnTo>
                  <a:lnTo>
                    <a:pt x="481177" y="22783"/>
                  </a:lnTo>
                  <a:lnTo>
                    <a:pt x="471462" y="22783"/>
                  </a:lnTo>
                  <a:lnTo>
                    <a:pt x="471462" y="28943"/>
                  </a:lnTo>
                  <a:lnTo>
                    <a:pt x="481177" y="28943"/>
                  </a:lnTo>
                  <a:lnTo>
                    <a:pt x="481177" y="78117"/>
                  </a:lnTo>
                  <a:lnTo>
                    <a:pt x="488302" y="78117"/>
                  </a:lnTo>
                  <a:lnTo>
                    <a:pt x="488302" y="28943"/>
                  </a:lnTo>
                  <a:lnTo>
                    <a:pt x="499592" y="28943"/>
                  </a:lnTo>
                  <a:lnTo>
                    <a:pt x="499592" y="22783"/>
                  </a:lnTo>
                  <a:close/>
                </a:path>
                <a:path extrusionOk="0" h="80009" w="682625">
                  <a:moveTo>
                    <a:pt x="527900" y="22783"/>
                  </a:moveTo>
                  <a:lnTo>
                    <a:pt x="520776" y="22783"/>
                  </a:lnTo>
                  <a:lnTo>
                    <a:pt x="520776" y="78117"/>
                  </a:lnTo>
                  <a:lnTo>
                    <a:pt x="527900" y="78117"/>
                  </a:lnTo>
                  <a:lnTo>
                    <a:pt x="527900" y="22783"/>
                  </a:lnTo>
                  <a:close/>
                </a:path>
                <a:path extrusionOk="0" h="80009" w="682625">
                  <a:moveTo>
                    <a:pt x="530186" y="4267"/>
                  </a:moveTo>
                  <a:lnTo>
                    <a:pt x="529615" y="2882"/>
                  </a:lnTo>
                  <a:lnTo>
                    <a:pt x="527329" y="571"/>
                  </a:lnTo>
                  <a:lnTo>
                    <a:pt x="525945" y="0"/>
                  </a:lnTo>
                  <a:lnTo>
                    <a:pt x="522732" y="0"/>
                  </a:lnTo>
                  <a:lnTo>
                    <a:pt x="521360" y="571"/>
                  </a:lnTo>
                  <a:lnTo>
                    <a:pt x="519074" y="2882"/>
                  </a:lnTo>
                  <a:lnTo>
                    <a:pt x="518490" y="4267"/>
                  </a:lnTo>
                  <a:lnTo>
                    <a:pt x="518490" y="7493"/>
                  </a:lnTo>
                  <a:lnTo>
                    <a:pt x="519074" y="8864"/>
                  </a:lnTo>
                  <a:lnTo>
                    <a:pt x="521360" y="11176"/>
                  </a:lnTo>
                  <a:lnTo>
                    <a:pt x="522732" y="11747"/>
                  </a:lnTo>
                  <a:lnTo>
                    <a:pt x="525945" y="11747"/>
                  </a:lnTo>
                  <a:lnTo>
                    <a:pt x="527329" y="11176"/>
                  </a:lnTo>
                  <a:lnTo>
                    <a:pt x="529615" y="8864"/>
                  </a:lnTo>
                  <a:lnTo>
                    <a:pt x="530186" y="7493"/>
                  </a:lnTo>
                  <a:lnTo>
                    <a:pt x="530186" y="4267"/>
                  </a:lnTo>
                  <a:close/>
                </a:path>
                <a:path extrusionOk="0" h="80009" w="682625">
                  <a:moveTo>
                    <a:pt x="609460" y="42913"/>
                  </a:moveTo>
                  <a:lnTo>
                    <a:pt x="606907" y="36245"/>
                  </a:lnTo>
                  <a:lnTo>
                    <a:pt x="602234" y="31102"/>
                  </a:lnTo>
                  <a:lnTo>
                    <a:pt x="602234" y="44551"/>
                  </a:lnTo>
                  <a:lnTo>
                    <a:pt x="602234" y="54762"/>
                  </a:lnTo>
                  <a:lnTo>
                    <a:pt x="584542" y="72771"/>
                  </a:lnTo>
                  <a:lnTo>
                    <a:pt x="576656" y="72771"/>
                  </a:lnTo>
                  <a:lnTo>
                    <a:pt x="558965" y="54762"/>
                  </a:lnTo>
                  <a:lnTo>
                    <a:pt x="558965" y="44551"/>
                  </a:lnTo>
                  <a:lnTo>
                    <a:pt x="561086" y="39268"/>
                  </a:lnTo>
                  <a:lnTo>
                    <a:pt x="569582" y="30518"/>
                  </a:lnTo>
                  <a:lnTo>
                    <a:pt x="574675" y="28333"/>
                  </a:lnTo>
                  <a:lnTo>
                    <a:pt x="586486" y="28333"/>
                  </a:lnTo>
                  <a:lnTo>
                    <a:pt x="591566" y="30518"/>
                  </a:lnTo>
                  <a:lnTo>
                    <a:pt x="600100" y="39268"/>
                  </a:lnTo>
                  <a:lnTo>
                    <a:pt x="602234" y="44551"/>
                  </a:lnTo>
                  <a:lnTo>
                    <a:pt x="602234" y="31102"/>
                  </a:lnTo>
                  <a:lnTo>
                    <a:pt x="599732" y="28333"/>
                  </a:lnTo>
                  <a:lnTo>
                    <a:pt x="596214" y="24447"/>
                  </a:lnTo>
                  <a:lnTo>
                    <a:pt x="589153" y="21361"/>
                  </a:lnTo>
                  <a:lnTo>
                    <a:pt x="572058" y="21361"/>
                  </a:lnTo>
                  <a:lnTo>
                    <a:pt x="564984" y="24472"/>
                  </a:lnTo>
                  <a:lnTo>
                    <a:pt x="554278" y="36296"/>
                  </a:lnTo>
                  <a:lnTo>
                    <a:pt x="551738" y="42913"/>
                  </a:lnTo>
                  <a:lnTo>
                    <a:pt x="551776" y="58483"/>
                  </a:lnTo>
                  <a:lnTo>
                    <a:pt x="554418" y="65087"/>
                  </a:lnTo>
                  <a:lnTo>
                    <a:pt x="565188" y="76657"/>
                  </a:lnTo>
                  <a:lnTo>
                    <a:pt x="572135" y="79540"/>
                  </a:lnTo>
                  <a:lnTo>
                    <a:pt x="589076" y="79540"/>
                  </a:lnTo>
                  <a:lnTo>
                    <a:pt x="595998" y="76657"/>
                  </a:lnTo>
                  <a:lnTo>
                    <a:pt x="599617" y="72771"/>
                  </a:lnTo>
                  <a:lnTo>
                    <a:pt x="606767" y="65087"/>
                  </a:lnTo>
                  <a:lnTo>
                    <a:pt x="609396" y="58483"/>
                  </a:lnTo>
                  <a:lnTo>
                    <a:pt x="609460" y="42913"/>
                  </a:lnTo>
                  <a:close/>
                </a:path>
                <a:path extrusionOk="0" h="80009" w="682625">
                  <a:moveTo>
                    <a:pt x="682421" y="42113"/>
                  </a:moveTo>
                  <a:lnTo>
                    <a:pt x="666153" y="21361"/>
                  </a:lnTo>
                  <a:lnTo>
                    <a:pt x="657948" y="21361"/>
                  </a:lnTo>
                  <a:lnTo>
                    <a:pt x="654189" y="22301"/>
                  </a:lnTo>
                  <a:lnTo>
                    <a:pt x="647268" y="26060"/>
                  </a:lnTo>
                  <a:lnTo>
                    <a:pt x="644118" y="28905"/>
                  </a:lnTo>
                  <a:lnTo>
                    <a:pt x="641273" y="32702"/>
                  </a:lnTo>
                  <a:lnTo>
                    <a:pt x="641273" y="22783"/>
                  </a:lnTo>
                  <a:lnTo>
                    <a:pt x="634149" y="22783"/>
                  </a:lnTo>
                  <a:lnTo>
                    <a:pt x="634149" y="78117"/>
                  </a:lnTo>
                  <a:lnTo>
                    <a:pt x="641273" y="78117"/>
                  </a:lnTo>
                  <a:lnTo>
                    <a:pt x="641273" y="50533"/>
                  </a:lnTo>
                  <a:lnTo>
                    <a:pt x="641604" y="45516"/>
                  </a:lnTo>
                  <a:lnTo>
                    <a:pt x="643369" y="38569"/>
                  </a:lnTo>
                  <a:lnTo>
                    <a:pt x="645617" y="35039"/>
                  </a:lnTo>
                  <a:lnTo>
                    <a:pt x="652437" y="29349"/>
                  </a:lnTo>
                  <a:lnTo>
                    <a:pt x="656285" y="27927"/>
                  </a:lnTo>
                  <a:lnTo>
                    <a:pt x="664362" y="27927"/>
                  </a:lnTo>
                  <a:lnTo>
                    <a:pt x="675297" y="45351"/>
                  </a:lnTo>
                  <a:lnTo>
                    <a:pt x="675297" y="78117"/>
                  </a:lnTo>
                  <a:lnTo>
                    <a:pt x="682421" y="78117"/>
                  </a:lnTo>
                  <a:lnTo>
                    <a:pt x="682421" y="42113"/>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92" name="Google Shape;1492;p11"/>
            <p:cNvPicPr preferRelativeResize="0"/>
            <p:nvPr/>
          </p:nvPicPr>
          <p:blipFill rotWithShape="1">
            <a:blip r:embed="rId7">
              <a:alphaModFix/>
            </a:blip>
            <a:srcRect b="0" l="0" r="0" t="0"/>
            <a:stretch/>
          </p:blipFill>
          <p:spPr>
            <a:xfrm>
              <a:off x="1962306" y="738017"/>
              <a:ext cx="215811" cy="169214"/>
            </a:xfrm>
            <a:prstGeom prst="rect">
              <a:avLst/>
            </a:prstGeom>
            <a:noFill/>
            <a:ln>
              <a:noFill/>
            </a:ln>
          </p:spPr>
        </p:pic>
        <p:sp>
          <p:nvSpPr>
            <p:cNvPr id="1493" name="Google Shape;1493;p11"/>
            <p:cNvSpPr/>
            <p:nvPr/>
          </p:nvSpPr>
          <p:spPr>
            <a:xfrm>
              <a:off x="2219364" y="731768"/>
              <a:ext cx="259079" cy="198755"/>
            </a:xfrm>
            <a:custGeom>
              <a:rect b="b" l="l" r="r" t="t"/>
              <a:pathLst>
                <a:path extrusionOk="0" h="198755" w="259080">
                  <a:moveTo>
                    <a:pt x="129565" y="0"/>
                  </a:moveTo>
                  <a:lnTo>
                    <a:pt x="65381" y="6197"/>
                  </a:lnTo>
                  <a:lnTo>
                    <a:pt x="25725" y="23644"/>
                  </a:lnTo>
                  <a:lnTo>
                    <a:pt x="5598" y="50620"/>
                  </a:lnTo>
                  <a:lnTo>
                    <a:pt x="0" y="85407"/>
                  </a:lnTo>
                  <a:lnTo>
                    <a:pt x="0" y="182714"/>
                  </a:lnTo>
                  <a:lnTo>
                    <a:pt x="70696" y="188383"/>
                  </a:lnTo>
                  <a:lnTo>
                    <a:pt x="94576" y="190055"/>
                  </a:lnTo>
                  <a:lnTo>
                    <a:pt x="94576" y="100406"/>
                  </a:lnTo>
                  <a:lnTo>
                    <a:pt x="95825" y="92841"/>
                  </a:lnTo>
                  <a:lnTo>
                    <a:pt x="100822" y="86761"/>
                  </a:lnTo>
                  <a:lnTo>
                    <a:pt x="111443" y="82712"/>
                  </a:lnTo>
                  <a:lnTo>
                    <a:pt x="129565" y="81241"/>
                  </a:lnTo>
                  <a:lnTo>
                    <a:pt x="147866" y="82712"/>
                  </a:lnTo>
                  <a:lnTo>
                    <a:pt x="158472" y="86761"/>
                  </a:lnTo>
                  <a:lnTo>
                    <a:pt x="163374" y="92841"/>
                  </a:lnTo>
                  <a:lnTo>
                    <a:pt x="164566" y="100406"/>
                  </a:lnTo>
                  <a:lnTo>
                    <a:pt x="164566" y="194246"/>
                  </a:lnTo>
                  <a:lnTo>
                    <a:pt x="234995" y="197432"/>
                  </a:lnTo>
                  <a:lnTo>
                    <a:pt x="258711" y="198285"/>
                  </a:lnTo>
                  <a:lnTo>
                    <a:pt x="258711" y="85407"/>
                  </a:lnTo>
                  <a:lnTo>
                    <a:pt x="253179" y="50620"/>
                  </a:lnTo>
                  <a:lnTo>
                    <a:pt x="233195" y="23644"/>
                  </a:lnTo>
                  <a:lnTo>
                    <a:pt x="193683" y="6197"/>
                  </a:lnTo>
                  <a:lnTo>
                    <a:pt x="129565"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94" name="Google Shape;1494;p11"/>
            <p:cNvPicPr preferRelativeResize="0"/>
            <p:nvPr/>
          </p:nvPicPr>
          <p:blipFill rotWithShape="1">
            <a:blip r:embed="rId8">
              <a:alphaModFix/>
            </a:blip>
            <a:srcRect b="0" l="0" r="0" t="0"/>
            <a:stretch/>
          </p:blipFill>
          <p:spPr>
            <a:xfrm>
              <a:off x="2844294" y="738018"/>
              <a:ext cx="219138" cy="191249"/>
            </a:xfrm>
            <a:prstGeom prst="rect">
              <a:avLst/>
            </a:prstGeom>
            <a:noFill/>
            <a:ln>
              <a:noFill/>
            </a:ln>
          </p:spPr>
        </p:pic>
        <p:pic>
          <p:nvPicPr>
            <p:cNvPr id="1495" name="Google Shape;1495;p11"/>
            <p:cNvPicPr preferRelativeResize="0"/>
            <p:nvPr/>
          </p:nvPicPr>
          <p:blipFill rotWithShape="1">
            <a:blip r:embed="rId9">
              <a:alphaModFix/>
            </a:blip>
            <a:srcRect b="0" l="0" r="0" t="0"/>
            <a:stretch/>
          </p:blipFill>
          <p:spPr>
            <a:xfrm>
              <a:off x="3114687" y="738012"/>
              <a:ext cx="223304" cy="173367"/>
            </a:xfrm>
            <a:prstGeom prst="rect">
              <a:avLst/>
            </a:prstGeom>
            <a:noFill/>
            <a:ln>
              <a:noFill/>
            </a:ln>
          </p:spPr>
        </p:pic>
        <p:sp>
          <p:nvSpPr>
            <p:cNvPr id="1496" name="Google Shape;1496;p11"/>
            <p:cNvSpPr/>
            <p:nvPr/>
          </p:nvSpPr>
          <p:spPr>
            <a:xfrm>
              <a:off x="2535166" y="738014"/>
              <a:ext cx="262890" cy="194945"/>
            </a:xfrm>
            <a:custGeom>
              <a:rect b="b" l="l" r="r" t="t"/>
              <a:pathLst>
                <a:path extrusionOk="0" h="194944" w="262889">
                  <a:moveTo>
                    <a:pt x="153733" y="0"/>
                  </a:moveTo>
                  <a:lnTo>
                    <a:pt x="4584" y="0"/>
                  </a:lnTo>
                  <a:lnTo>
                    <a:pt x="0" y="4584"/>
                  </a:lnTo>
                  <a:lnTo>
                    <a:pt x="0" y="193649"/>
                  </a:lnTo>
                  <a:lnTo>
                    <a:pt x="28533" y="194208"/>
                  </a:lnTo>
                  <a:lnTo>
                    <a:pt x="114985" y="194932"/>
                  </a:lnTo>
                  <a:lnTo>
                    <a:pt x="189342" y="194397"/>
                  </a:lnTo>
                  <a:lnTo>
                    <a:pt x="262737" y="192824"/>
                  </a:lnTo>
                  <a:lnTo>
                    <a:pt x="258399" y="170615"/>
                  </a:lnTo>
                  <a:lnTo>
                    <a:pt x="248048" y="153450"/>
                  </a:lnTo>
                  <a:lnTo>
                    <a:pt x="232474" y="141824"/>
                  </a:lnTo>
                  <a:lnTo>
                    <a:pt x="212470" y="136232"/>
                  </a:lnTo>
                  <a:lnTo>
                    <a:pt x="223499" y="128925"/>
                  </a:lnTo>
                  <a:lnTo>
                    <a:pt x="223913" y="128320"/>
                  </a:lnTo>
                  <a:lnTo>
                    <a:pt x="94157" y="128320"/>
                  </a:lnTo>
                  <a:lnTo>
                    <a:pt x="94157" y="74993"/>
                  </a:lnTo>
                  <a:lnTo>
                    <a:pt x="235800" y="74993"/>
                  </a:lnTo>
                  <a:lnTo>
                    <a:pt x="235800" y="69570"/>
                  </a:lnTo>
                  <a:lnTo>
                    <a:pt x="231764" y="41303"/>
                  </a:lnTo>
                  <a:lnTo>
                    <a:pt x="218198" y="19321"/>
                  </a:lnTo>
                  <a:lnTo>
                    <a:pt x="192916" y="5071"/>
                  </a:lnTo>
                  <a:lnTo>
                    <a:pt x="153733" y="0"/>
                  </a:lnTo>
                  <a:close/>
                </a:path>
                <a:path extrusionOk="0" h="194944" w="262889">
                  <a:moveTo>
                    <a:pt x="235800" y="74993"/>
                  </a:moveTo>
                  <a:lnTo>
                    <a:pt x="125399" y="74993"/>
                  </a:lnTo>
                  <a:lnTo>
                    <a:pt x="134416" y="76471"/>
                  </a:lnTo>
                  <a:lnTo>
                    <a:pt x="140036" y="80565"/>
                  </a:lnTo>
                  <a:lnTo>
                    <a:pt x="142923" y="86769"/>
                  </a:lnTo>
                  <a:lnTo>
                    <a:pt x="143738" y="94576"/>
                  </a:lnTo>
                  <a:lnTo>
                    <a:pt x="143738" y="108737"/>
                  </a:lnTo>
                  <a:lnTo>
                    <a:pt x="142923" y="116544"/>
                  </a:lnTo>
                  <a:lnTo>
                    <a:pt x="140036" y="122748"/>
                  </a:lnTo>
                  <a:lnTo>
                    <a:pt x="134416" y="126843"/>
                  </a:lnTo>
                  <a:lnTo>
                    <a:pt x="125399" y="128320"/>
                  </a:lnTo>
                  <a:lnTo>
                    <a:pt x="223913" y="128320"/>
                  </a:lnTo>
                  <a:lnTo>
                    <a:pt x="230698" y="118417"/>
                  </a:lnTo>
                  <a:lnTo>
                    <a:pt x="234616" y="104943"/>
                  </a:lnTo>
                  <a:lnTo>
                    <a:pt x="235800" y="88734"/>
                  </a:lnTo>
                  <a:lnTo>
                    <a:pt x="235800" y="74993"/>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97" name="Google Shape;1497;p11"/>
          <p:cNvGrpSpPr/>
          <p:nvPr/>
        </p:nvGrpSpPr>
        <p:grpSpPr>
          <a:xfrm>
            <a:off x="9273599" y="180301"/>
            <a:ext cx="1238885" cy="114904"/>
            <a:chOff x="9273599" y="180301"/>
            <a:chExt cx="1238885" cy="114904"/>
          </a:xfrm>
        </p:grpSpPr>
        <p:sp>
          <p:nvSpPr>
            <p:cNvPr id="1498" name="Google Shape;1498;p11"/>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99" name="Google Shape;1499;p11"/>
            <p:cNvPicPr preferRelativeResize="0"/>
            <p:nvPr/>
          </p:nvPicPr>
          <p:blipFill rotWithShape="1">
            <a:blip r:embed="rId10">
              <a:alphaModFix/>
            </a:blip>
            <a:srcRect b="0" l="0" r="0" t="0"/>
            <a:stretch/>
          </p:blipFill>
          <p:spPr>
            <a:xfrm>
              <a:off x="9305594" y="180305"/>
              <a:ext cx="97408" cy="81000"/>
            </a:xfrm>
            <a:prstGeom prst="rect">
              <a:avLst/>
            </a:prstGeom>
            <a:noFill/>
            <a:ln>
              <a:noFill/>
            </a:ln>
          </p:spPr>
        </p:pic>
        <p:sp>
          <p:nvSpPr>
            <p:cNvPr id="1500" name="Google Shape;1500;p11"/>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01" name="Google Shape;1501;p11"/>
            <p:cNvPicPr preferRelativeResize="0"/>
            <p:nvPr/>
          </p:nvPicPr>
          <p:blipFill rotWithShape="1">
            <a:blip r:embed="rId11">
              <a:alphaModFix/>
            </a:blip>
            <a:srcRect b="0" l="0" r="0" t="0"/>
            <a:stretch/>
          </p:blipFill>
          <p:spPr>
            <a:xfrm>
              <a:off x="9474179" y="180305"/>
              <a:ext cx="95719" cy="81000"/>
            </a:xfrm>
            <a:prstGeom prst="rect">
              <a:avLst/>
            </a:prstGeom>
            <a:noFill/>
            <a:ln>
              <a:noFill/>
            </a:ln>
          </p:spPr>
        </p:pic>
      </p:grpSp>
      <p:grpSp>
        <p:nvGrpSpPr>
          <p:cNvPr id="1502" name="Google Shape;1502;p11"/>
          <p:cNvGrpSpPr/>
          <p:nvPr/>
        </p:nvGrpSpPr>
        <p:grpSpPr>
          <a:xfrm>
            <a:off x="8639998" y="180300"/>
            <a:ext cx="573311" cy="81280"/>
            <a:chOff x="8639998" y="180300"/>
            <a:chExt cx="573311" cy="81280"/>
          </a:xfrm>
        </p:grpSpPr>
        <p:pic>
          <p:nvPicPr>
            <p:cNvPr id="1503" name="Google Shape;1503;p11"/>
            <p:cNvPicPr preferRelativeResize="0"/>
            <p:nvPr/>
          </p:nvPicPr>
          <p:blipFill rotWithShape="1">
            <a:blip r:embed="rId12">
              <a:alphaModFix/>
            </a:blip>
            <a:srcRect b="0" l="0" r="0" t="0"/>
            <a:stretch/>
          </p:blipFill>
          <p:spPr>
            <a:xfrm>
              <a:off x="8760571" y="180305"/>
              <a:ext cx="97396" cy="81000"/>
            </a:xfrm>
            <a:prstGeom prst="rect">
              <a:avLst/>
            </a:prstGeom>
            <a:noFill/>
            <a:ln>
              <a:noFill/>
            </a:ln>
          </p:spPr>
        </p:pic>
        <p:pic>
          <p:nvPicPr>
            <p:cNvPr id="1504" name="Google Shape;1504;p11"/>
            <p:cNvPicPr preferRelativeResize="0"/>
            <p:nvPr/>
          </p:nvPicPr>
          <p:blipFill rotWithShape="1">
            <a:blip r:embed="rId13">
              <a:alphaModFix/>
            </a:blip>
            <a:srcRect b="0" l="0" r="0" t="0"/>
            <a:stretch/>
          </p:blipFill>
          <p:spPr>
            <a:xfrm>
              <a:off x="8880355" y="180305"/>
              <a:ext cx="216256" cy="81000"/>
            </a:xfrm>
            <a:prstGeom prst="rect">
              <a:avLst/>
            </a:prstGeom>
            <a:noFill/>
            <a:ln>
              <a:noFill/>
            </a:ln>
          </p:spPr>
        </p:pic>
        <p:pic>
          <p:nvPicPr>
            <p:cNvPr id="1505" name="Google Shape;1505;p11"/>
            <p:cNvPicPr preferRelativeResize="0"/>
            <p:nvPr/>
          </p:nvPicPr>
          <p:blipFill rotWithShape="1">
            <a:blip r:embed="rId14">
              <a:alphaModFix/>
            </a:blip>
            <a:srcRect b="0" l="0" r="0" t="0"/>
            <a:stretch/>
          </p:blipFill>
          <p:spPr>
            <a:xfrm>
              <a:off x="9118352" y="180305"/>
              <a:ext cx="94957" cy="81000"/>
            </a:xfrm>
            <a:prstGeom prst="rect">
              <a:avLst/>
            </a:prstGeom>
            <a:noFill/>
            <a:ln>
              <a:noFill/>
            </a:ln>
          </p:spPr>
        </p:pic>
        <p:sp>
          <p:nvSpPr>
            <p:cNvPr id="1506" name="Google Shape;1506;p11"/>
            <p:cNvSpPr/>
            <p:nvPr/>
          </p:nvSpPr>
          <p:spPr>
            <a:xfrm>
              <a:off x="8639998"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07" name="Google Shape;1507;p11"/>
            <p:cNvPicPr preferRelativeResize="0"/>
            <p:nvPr/>
          </p:nvPicPr>
          <p:blipFill rotWithShape="1">
            <a:blip r:embed="rId15">
              <a:alphaModFix/>
            </a:blip>
            <a:srcRect b="0" l="0" r="0" t="0"/>
            <a:stretch/>
          </p:blipFill>
          <p:spPr>
            <a:xfrm>
              <a:off x="8640927" y="181229"/>
              <a:ext cx="18338" cy="36207"/>
            </a:xfrm>
            <a:prstGeom prst="rect">
              <a:avLst/>
            </a:prstGeom>
            <a:noFill/>
            <a:ln>
              <a:noFill/>
            </a:ln>
          </p:spPr>
        </p:pic>
        <p:sp>
          <p:nvSpPr>
            <p:cNvPr id="1508" name="Google Shape;1508;p11"/>
            <p:cNvSpPr/>
            <p:nvPr/>
          </p:nvSpPr>
          <p:spPr>
            <a:xfrm>
              <a:off x="8639998"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9" name="Google Shape;1509;p11"/>
          <p:cNvSpPr txBox="1"/>
          <p:nvPr/>
        </p:nvSpPr>
        <p:spPr>
          <a:xfrm>
            <a:off x="4199300" y="145114"/>
            <a:ext cx="6286500" cy="2369185"/>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2700" marR="0" rtl="0" algn="just">
              <a:lnSpc>
                <a:spcPct val="100000"/>
              </a:lnSpc>
              <a:spcBef>
                <a:spcPts val="0"/>
              </a:spcBef>
              <a:spcAft>
                <a:spcPts val="0"/>
              </a:spcAft>
              <a:buClr>
                <a:srgbClr val="000000"/>
              </a:buClr>
              <a:buSzPts val="1300"/>
              <a:buFont typeface="Arial"/>
              <a:buNone/>
            </a:pPr>
            <a:r>
              <a:rPr b="1" i="0" lang="en-US" sz="1300" u="none" cap="none" strike="noStrike">
                <a:solidFill>
                  <a:srgbClr val="231F20"/>
                </a:solidFill>
                <a:latin typeface="Arial"/>
                <a:ea typeface="Arial"/>
                <a:cs typeface="Arial"/>
                <a:sym typeface="Arial"/>
              </a:rPr>
              <a:t>FORCE 9 </a:t>
            </a:r>
            <a:r>
              <a:rPr b="0" i="0" lang="en-US" sz="1300" u="none" cap="none" strike="noStrike">
                <a:solidFill>
                  <a:srgbClr val="231F20"/>
                </a:solidFill>
                <a:latin typeface="Arial"/>
                <a:ea typeface="Arial"/>
                <a:cs typeface="Arial"/>
                <a:sym typeface="Arial"/>
              </a:rPr>
              <a:t>/ </a:t>
            </a:r>
            <a:r>
              <a:rPr b="1" i="0" lang="en-US" sz="1300" u="none" cap="none" strike="noStrike">
                <a:solidFill>
                  <a:srgbClr val="231F20"/>
                </a:solidFill>
                <a:latin typeface="Arial"/>
                <a:ea typeface="Arial"/>
                <a:cs typeface="Arial"/>
                <a:sym typeface="Arial"/>
              </a:rPr>
              <a:t>FIA CR-09  </a:t>
            </a:r>
            <a:r>
              <a:rPr b="0" i="0" lang="en-US" sz="1300" u="none" cap="none" strike="noStrike">
                <a:solidFill>
                  <a:srgbClr val="231F20"/>
                </a:solidFill>
                <a:latin typeface="Arial"/>
                <a:ea typeface="Arial"/>
                <a:cs typeface="Arial"/>
                <a:sym typeface="Arial"/>
              </a:rPr>
              <a:t>Far infrared catalytic reduction facility.</a:t>
            </a:r>
            <a:endParaRPr b="0" i="0" sz="1300" u="none" cap="none" strike="noStrike">
              <a:solidFill>
                <a:srgbClr val="000000"/>
              </a:solidFill>
              <a:latin typeface="Arial"/>
              <a:ea typeface="Arial"/>
              <a:cs typeface="Arial"/>
              <a:sym typeface="Arial"/>
            </a:endParaRPr>
          </a:p>
          <a:p>
            <a:pPr indent="0" lvl="0" marL="12700" marR="147955" rtl="0" algn="just">
              <a:lnSpc>
                <a:spcPct val="145800"/>
              </a:lnSpc>
              <a:spcBef>
                <a:spcPts val="85"/>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"Non-incinerated type, far infrared catalytic reduction facility" is made for the stabilization of carbide residue and the safe carbonization of toxic, hazardous waste produced by the URBAN RIG. It is a completely new patented technology to solve the problem of a conventional incinerator by detoxifing incinerated ash and carbide containing harmful substances and uses it as a recycled resource.</a:t>
            </a:r>
            <a:endParaRPr b="0" i="0" sz="800" u="none" cap="none" strike="noStrike">
              <a:solidFill>
                <a:srgbClr val="000000"/>
              </a:solidFill>
              <a:latin typeface="Arial"/>
              <a:ea typeface="Arial"/>
              <a:cs typeface="Arial"/>
              <a:sym typeface="Arial"/>
            </a:endParaRPr>
          </a:p>
          <a:p>
            <a:pPr indent="0" lvl="0" marL="12700" marR="147955" rtl="0" algn="just">
              <a:lnSpc>
                <a:spcPct val="1458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At conventional incinerator, heavy metals contained in incinerators have been converted to metal (oxides or chlorides) which are easily dissolved to water. With this new technology, those heavy metals are converted into sulfur compound (which is “non-water dissolved metal” ) by catalytic reduction and processing into a stable harmless metal by using a patented catalyst (ceramic) at a low temperature of about 400℃ . The treated waste can be used as a reclaimed resource for fertilizers, dehydrating agents, cleaning agents, soil conditioners, construction materials, etc.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rgbClr val="000000"/>
              </a:buClr>
              <a:buSzPts val="850"/>
              <a:buFont typeface="Arial"/>
              <a:buNone/>
            </a:pPr>
            <a:r>
              <a:t/>
            </a:r>
            <a:endParaRPr b="0" i="0" sz="850" u="none" cap="none" strike="noStrike">
              <a:solidFill>
                <a:srgbClr val="000000"/>
              </a:solidFill>
              <a:latin typeface="Arial"/>
              <a:ea typeface="Arial"/>
              <a:cs typeface="Arial"/>
              <a:sym typeface="Arial"/>
            </a:endParaRPr>
          </a:p>
          <a:p>
            <a:pPr indent="0" lvl="0" marL="960755"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Post-treatment measurement report of contaminated soil containing radioactive material</a:t>
            </a:r>
            <a:endParaRPr b="0" i="0" sz="900" u="none" cap="none" strike="noStrike">
              <a:solidFill>
                <a:srgbClr val="000000"/>
              </a:solidFill>
              <a:latin typeface="Arial"/>
              <a:ea typeface="Arial"/>
              <a:cs typeface="Arial"/>
              <a:sym typeface="Arial"/>
            </a:endParaRPr>
          </a:p>
        </p:txBody>
      </p:sp>
      <p:sp>
        <p:nvSpPr>
          <p:cNvPr id="1510" name="Google Shape;1510;p11"/>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11</a:t>
            </a:r>
            <a:endParaRPr b="0" i="0" sz="600" u="none" cap="none" strike="noStrike">
              <a:solidFill>
                <a:srgbClr val="000000"/>
              </a:solidFill>
              <a:latin typeface="Arial"/>
              <a:ea typeface="Arial"/>
              <a:cs typeface="Arial"/>
              <a:sym typeface="Arial"/>
            </a:endParaRPr>
          </a:p>
        </p:txBody>
      </p:sp>
      <p:sp>
        <p:nvSpPr>
          <p:cNvPr id="1511" name="Google Shape;1511;p11"/>
          <p:cNvSpPr txBox="1"/>
          <p:nvPr/>
        </p:nvSpPr>
        <p:spPr>
          <a:xfrm>
            <a:off x="6747851" y="5111861"/>
            <a:ext cx="189865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Closed space for stabilization treatment of radioactivity</a:t>
            </a:r>
            <a:endParaRPr b="0" i="0" sz="600" u="none" cap="none" strike="noStrike">
              <a:solidFill>
                <a:srgbClr val="000000"/>
              </a:solidFill>
              <a:latin typeface="Arial"/>
              <a:ea typeface="Arial"/>
              <a:cs typeface="Arial"/>
              <a:sym typeface="Arial"/>
            </a:endParaRPr>
          </a:p>
        </p:txBody>
      </p:sp>
      <p:sp>
        <p:nvSpPr>
          <p:cNvPr id="1512" name="Google Shape;1512;p11"/>
          <p:cNvSpPr txBox="1"/>
          <p:nvPr/>
        </p:nvSpPr>
        <p:spPr>
          <a:xfrm>
            <a:off x="5198952" y="4815589"/>
            <a:ext cx="2601595" cy="162560"/>
          </a:xfrm>
          <a:prstGeom prst="rect">
            <a:avLst/>
          </a:prstGeom>
          <a:noFill/>
          <a:ln>
            <a:noFill/>
          </a:ln>
        </p:spPr>
        <p:txBody>
          <a:bodyPr anchorCtr="0" anchor="t" bIns="0" lIns="0" spcFirstLastPara="1" rIns="0" wrap="square" tIns="12700">
            <a:spAutoFit/>
          </a:bodyPr>
          <a:lstStyle/>
          <a:p>
            <a:pPr indent="-142240" lvl="0" marL="154940" marR="0" rtl="0" algn="l">
              <a:lnSpc>
                <a:spcPct val="100000"/>
              </a:lnSpc>
              <a:spcBef>
                <a:spcPts val="0"/>
              </a:spcBef>
              <a:spcAft>
                <a:spcPts val="0"/>
              </a:spcAft>
              <a:buClr>
                <a:srgbClr val="231F20"/>
              </a:buClr>
              <a:buSzPts val="900"/>
              <a:buFont typeface="Arial"/>
              <a:buChar char="■"/>
            </a:pPr>
            <a:r>
              <a:rPr b="0" i="0" lang="en-US" sz="900" u="none" cap="none" strike="noStrike">
                <a:solidFill>
                  <a:srgbClr val="231F20"/>
                </a:solidFill>
                <a:latin typeface="Arial"/>
                <a:ea typeface="Arial"/>
                <a:cs typeface="Arial"/>
                <a:sym typeface="Arial"/>
              </a:rPr>
              <a:t>Automatic insert type crushing sorting crusher.</a:t>
            </a:r>
            <a:endParaRPr b="0" i="0" sz="900" u="none" cap="none" strike="noStrike">
              <a:solidFill>
                <a:srgbClr val="000000"/>
              </a:solidFill>
              <a:latin typeface="Arial"/>
              <a:ea typeface="Arial"/>
              <a:cs typeface="Arial"/>
              <a:sym typeface="Arial"/>
            </a:endParaRPr>
          </a:p>
        </p:txBody>
      </p:sp>
      <p:graphicFrame>
        <p:nvGraphicFramePr>
          <p:cNvPr id="1513" name="Google Shape;1513;p11"/>
          <p:cNvGraphicFramePr/>
          <p:nvPr/>
        </p:nvGraphicFramePr>
        <p:xfrm>
          <a:off x="5273749" y="2736002"/>
          <a:ext cx="3000000" cy="3000000"/>
        </p:xfrm>
        <a:graphic>
          <a:graphicData uri="http://schemas.openxmlformats.org/drawingml/2006/table">
            <a:tbl>
              <a:tblPr bandRow="1" firstRow="1">
                <a:noFill/>
                <a:tableStyleId>{3AFF3F20-5BB9-4406-8C45-891CA37ACD5E}</a:tableStyleId>
              </a:tblPr>
              <a:tblGrid>
                <a:gridCol w="681350"/>
                <a:gridCol w="605150"/>
                <a:gridCol w="774075"/>
              </a:tblGrid>
              <a:tr h="480050">
                <a:tc>
                  <a:txBody>
                    <a:bodyPr/>
                    <a:lstStyle/>
                    <a:p>
                      <a:pPr indent="-44448" lvl="0" marL="210184" marR="158750" rtl="0" algn="l">
                        <a:lnSpc>
                          <a:spcPct val="1042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Nuclide name</a:t>
                      </a:r>
                      <a:endParaRPr sz="800" u="none" cap="none" strike="noStrike">
                        <a:latin typeface="Arial"/>
                        <a:ea typeface="Arial"/>
                        <a:cs typeface="Arial"/>
                        <a:sym typeface="Arial"/>
                      </a:endParaRPr>
                    </a:p>
                  </a:txBody>
                  <a:tcPr marT="990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41910" lvl="0" marL="185420" marR="136525" rtl="0" algn="l">
                        <a:lnSpc>
                          <a:spcPct val="1042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Energy (keV)</a:t>
                      </a:r>
                      <a:endParaRPr sz="800" u="none" cap="none" strike="noStrike">
                        <a:latin typeface="Arial"/>
                        <a:ea typeface="Arial"/>
                        <a:cs typeface="Arial"/>
                        <a:sym typeface="Arial"/>
                      </a:endParaRPr>
                    </a:p>
                  </a:txBody>
                  <a:tcPr marT="990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635" lvl="0" marL="66675" marR="59055" rtl="0" algn="ctr">
                        <a:lnSpc>
                          <a:spcPct val="94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Radiation concentration </a:t>
                      </a:r>
                      <a:r>
                        <a:rPr lang="en-US" sz="700" u="none" cap="none" strike="noStrike">
                          <a:solidFill>
                            <a:srgbClr val="231F20"/>
                          </a:solidFill>
                          <a:latin typeface="Arial"/>
                          <a:ea typeface="Arial"/>
                          <a:cs typeface="Arial"/>
                          <a:sym typeface="Arial"/>
                        </a:rPr>
                        <a:t>(Bq/g)</a:t>
                      </a:r>
                      <a:endParaRPr sz="700" u="none" cap="none" strike="noStrike">
                        <a:latin typeface="Arial"/>
                        <a:ea typeface="Arial"/>
                        <a:cs typeface="Arial"/>
                        <a:sym typeface="Arial"/>
                      </a:endParaRPr>
                    </a:p>
                  </a:txBody>
                  <a:tcPr marT="6667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315600">
                <a:tc>
                  <a:txBody>
                    <a:bodyPr/>
                    <a:lstStyle/>
                    <a:p>
                      <a:pPr indent="0" lvl="0" marL="0" marR="158750" rtl="0" algn="r">
                        <a:lnSpc>
                          <a:spcPct val="100000"/>
                        </a:lnSpc>
                        <a:spcBef>
                          <a:spcPts val="0"/>
                        </a:spcBef>
                        <a:spcAft>
                          <a:spcPts val="0"/>
                        </a:spcAft>
                        <a:buClr>
                          <a:srgbClr val="000000"/>
                        </a:buClr>
                        <a:buSzPts val="500"/>
                        <a:buFont typeface="Arial"/>
                        <a:buNone/>
                      </a:pPr>
                      <a:r>
                        <a:rPr b="0" lang="en-US" sz="500" u="none" cap="none" strike="noStrike">
                          <a:solidFill>
                            <a:srgbClr val="231F20"/>
                          </a:solidFill>
                          <a:latin typeface="Arial"/>
                          <a:ea typeface="Arial"/>
                          <a:cs typeface="Arial"/>
                          <a:sym typeface="Arial"/>
                        </a:rPr>
                        <a:t>131 </a:t>
                      </a:r>
                      <a:r>
                        <a:rPr baseline="-25000" lang="en-US" sz="1350" u="none" cap="none" strike="noStrike">
                          <a:solidFill>
                            <a:srgbClr val="231F20"/>
                          </a:solidFill>
                          <a:latin typeface="Arial"/>
                          <a:ea typeface="Arial"/>
                          <a:cs typeface="Arial"/>
                          <a:sym typeface="Arial"/>
                        </a:rPr>
                        <a:t>I *</a:t>
                      </a:r>
                      <a:endParaRPr baseline="-25000" sz="1350" u="none" cap="none" strike="noStrike">
                        <a:latin typeface="Arial"/>
                        <a:ea typeface="Arial"/>
                        <a:cs typeface="Arial"/>
                        <a:sym typeface="Arial"/>
                      </a:endParaRPr>
                    </a:p>
                  </a:txBody>
                  <a:tcPr marT="400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rgbClr val="231F20"/>
                          </a:solidFill>
                          <a:latin typeface="Arial"/>
                          <a:ea typeface="Arial"/>
                          <a:cs typeface="Arial"/>
                          <a:sym typeface="Arial"/>
                        </a:rPr>
                        <a:t>364.5</a:t>
                      </a:r>
                      <a:endParaRPr sz="900" u="none" cap="none" strike="noStrike">
                        <a:latin typeface="Arial"/>
                        <a:ea typeface="Arial"/>
                        <a:cs typeface="Arial"/>
                        <a:sym typeface="Arial"/>
                      </a:endParaRPr>
                    </a:p>
                  </a:txBody>
                  <a:tcPr marT="978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35560" marR="0" rtl="0" algn="ctr">
                        <a:lnSpc>
                          <a:spcPct val="100000"/>
                        </a:lnSpc>
                        <a:spcBef>
                          <a:spcPts val="0"/>
                        </a:spcBef>
                        <a:spcAft>
                          <a:spcPts val="0"/>
                        </a:spcAft>
                        <a:buClr>
                          <a:srgbClr val="000000"/>
                        </a:buClr>
                        <a:buSzPts val="900"/>
                        <a:buFont typeface="Arial"/>
                        <a:buNone/>
                      </a:pPr>
                      <a:r>
                        <a:rPr lang="en-US" sz="900" u="none" cap="none" strike="noStrike">
                          <a:solidFill>
                            <a:srgbClr val="231F20"/>
                          </a:solidFill>
                          <a:latin typeface="Arial"/>
                          <a:ea typeface="Arial"/>
                          <a:cs typeface="Arial"/>
                          <a:sym typeface="Arial"/>
                        </a:rPr>
                        <a:t>&lt; 4.6 × 10</a:t>
                      </a:r>
                      <a:r>
                        <a:rPr b="0" baseline="30000" lang="en-US" sz="750" u="none" cap="none" strike="noStrike">
                          <a:solidFill>
                            <a:srgbClr val="231F20"/>
                          </a:solidFill>
                          <a:latin typeface="Arial"/>
                          <a:ea typeface="Arial"/>
                          <a:cs typeface="Arial"/>
                          <a:sym typeface="Arial"/>
                        </a:rPr>
                        <a:t>-2</a:t>
                      </a:r>
                      <a:endParaRPr baseline="30000" sz="750" u="none" cap="none" strike="noStrike">
                        <a:latin typeface="Arial"/>
                        <a:ea typeface="Arial"/>
                        <a:cs typeface="Arial"/>
                        <a:sym typeface="Arial"/>
                      </a:endParaRPr>
                    </a:p>
                  </a:txBody>
                  <a:tcPr marT="978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96550">
                <a:tc>
                  <a:txBody>
                    <a:bodyPr/>
                    <a:lstStyle/>
                    <a:p>
                      <a:pPr indent="0" lvl="0" marL="0" marR="146685" rtl="0" algn="r">
                        <a:lnSpc>
                          <a:spcPct val="100000"/>
                        </a:lnSpc>
                        <a:spcBef>
                          <a:spcPts val="0"/>
                        </a:spcBef>
                        <a:spcAft>
                          <a:spcPts val="0"/>
                        </a:spcAft>
                        <a:buClr>
                          <a:srgbClr val="000000"/>
                        </a:buClr>
                        <a:buSzPts val="500"/>
                        <a:buFont typeface="Arial"/>
                        <a:buNone/>
                      </a:pPr>
                      <a:r>
                        <a:rPr b="0" lang="en-US" sz="500" u="none" cap="none" strike="noStrike">
                          <a:solidFill>
                            <a:srgbClr val="231F20"/>
                          </a:solidFill>
                          <a:latin typeface="Arial"/>
                          <a:ea typeface="Arial"/>
                          <a:cs typeface="Arial"/>
                          <a:sym typeface="Arial"/>
                        </a:rPr>
                        <a:t>134 </a:t>
                      </a:r>
                      <a:r>
                        <a:rPr baseline="-25000" lang="en-US" sz="1350" u="none" cap="none" strike="noStrike">
                          <a:solidFill>
                            <a:srgbClr val="231F20"/>
                          </a:solidFill>
                          <a:latin typeface="Arial"/>
                          <a:ea typeface="Arial"/>
                          <a:cs typeface="Arial"/>
                          <a:sym typeface="Arial"/>
                        </a:rPr>
                        <a:t>Cs </a:t>
                      </a:r>
                      <a:endParaRPr baseline="-25000" sz="1350" u="none" cap="none" strike="noStrike">
                        <a:latin typeface="Arial"/>
                        <a:ea typeface="Arial"/>
                        <a:cs typeface="Arial"/>
                        <a:sym typeface="Arial"/>
                      </a:endParaRPr>
                    </a:p>
                  </a:txBody>
                  <a:tcPr marT="209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rgbClr val="231F20"/>
                          </a:solidFill>
                          <a:latin typeface="Arial"/>
                          <a:ea typeface="Arial"/>
                          <a:cs typeface="Arial"/>
                          <a:sym typeface="Arial"/>
                        </a:rPr>
                        <a:t>604.7</a:t>
                      </a:r>
                      <a:endParaRPr sz="900" u="none" cap="none" strike="noStrike">
                        <a:latin typeface="Arial"/>
                        <a:ea typeface="Arial"/>
                        <a:cs typeface="Arial"/>
                        <a:sym typeface="Arial"/>
                      </a:endParaRPr>
                    </a:p>
                  </a:txBody>
                  <a:tcPr marT="787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173990" marR="0" rtl="0" algn="l">
                        <a:lnSpc>
                          <a:spcPct val="100000"/>
                        </a:lnSpc>
                        <a:spcBef>
                          <a:spcPts val="0"/>
                        </a:spcBef>
                        <a:spcAft>
                          <a:spcPts val="0"/>
                        </a:spcAft>
                        <a:buClr>
                          <a:srgbClr val="000000"/>
                        </a:buClr>
                        <a:buSzPts val="900"/>
                        <a:buFont typeface="Arial"/>
                        <a:buNone/>
                      </a:pPr>
                      <a:r>
                        <a:rPr lang="en-US" sz="900" u="none" cap="none" strike="noStrike">
                          <a:solidFill>
                            <a:srgbClr val="231F20"/>
                          </a:solidFill>
                          <a:latin typeface="Arial"/>
                          <a:ea typeface="Arial"/>
                          <a:cs typeface="Arial"/>
                          <a:sym typeface="Arial"/>
                        </a:rPr>
                        <a:t>8.0 × 10</a:t>
                      </a:r>
                      <a:r>
                        <a:rPr b="0" baseline="30000" lang="en-US" sz="750" u="none" cap="none" strike="noStrike">
                          <a:solidFill>
                            <a:srgbClr val="231F20"/>
                          </a:solidFill>
                          <a:latin typeface="Arial"/>
                          <a:ea typeface="Arial"/>
                          <a:cs typeface="Arial"/>
                          <a:sym typeface="Arial"/>
                        </a:rPr>
                        <a:t>0</a:t>
                      </a:r>
                      <a:endParaRPr baseline="30000" sz="750" u="none" cap="none" strike="noStrike">
                        <a:latin typeface="Arial"/>
                        <a:ea typeface="Arial"/>
                        <a:cs typeface="Arial"/>
                        <a:sym typeface="Arial"/>
                      </a:endParaRPr>
                    </a:p>
                  </a:txBody>
                  <a:tcPr marT="787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96550">
                <a:tc>
                  <a:txBody>
                    <a:bodyPr/>
                    <a:lstStyle/>
                    <a:p>
                      <a:pPr indent="0" lvl="0" marL="0" marR="146685" rtl="0" algn="r">
                        <a:lnSpc>
                          <a:spcPct val="100000"/>
                        </a:lnSpc>
                        <a:spcBef>
                          <a:spcPts val="0"/>
                        </a:spcBef>
                        <a:spcAft>
                          <a:spcPts val="0"/>
                        </a:spcAft>
                        <a:buClr>
                          <a:srgbClr val="000000"/>
                        </a:buClr>
                        <a:buSzPts val="500"/>
                        <a:buFont typeface="Arial"/>
                        <a:buNone/>
                      </a:pPr>
                      <a:r>
                        <a:rPr b="0" lang="en-US" sz="500" u="none" cap="none" strike="noStrike">
                          <a:solidFill>
                            <a:srgbClr val="231F20"/>
                          </a:solidFill>
                          <a:latin typeface="Arial"/>
                          <a:ea typeface="Arial"/>
                          <a:cs typeface="Arial"/>
                          <a:sym typeface="Arial"/>
                        </a:rPr>
                        <a:t>137 </a:t>
                      </a:r>
                      <a:r>
                        <a:rPr baseline="-25000" lang="en-US" sz="1350" u="none" cap="none" strike="noStrike">
                          <a:solidFill>
                            <a:srgbClr val="231F20"/>
                          </a:solidFill>
                          <a:latin typeface="Arial"/>
                          <a:ea typeface="Arial"/>
                          <a:cs typeface="Arial"/>
                          <a:sym typeface="Arial"/>
                        </a:rPr>
                        <a:t>Cs </a:t>
                      </a:r>
                      <a:endParaRPr baseline="-25000" sz="1350" u="none" cap="none" strike="noStrike">
                        <a:latin typeface="Arial"/>
                        <a:ea typeface="Arial"/>
                        <a:cs typeface="Arial"/>
                        <a:sym typeface="Arial"/>
                      </a:endParaRPr>
                    </a:p>
                  </a:txBody>
                  <a:tcPr marT="209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solidFill>
                            <a:srgbClr val="231F20"/>
                          </a:solidFill>
                          <a:latin typeface="Arial"/>
                          <a:ea typeface="Arial"/>
                          <a:cs typeface="Arial"/>
                          <a:sym typeface="Arial"/>
                        </a:rPr>
                        <a:t>661.6</a:t>
                      </a:r>
                      <a:endParaRPr sz="900" u="none" cap="none" strike="noStrike">
                        <a:latin typeface="Arial"/>
                        <a:ea typeface="Arial"/>
                        <a:cs typeface="Arial"/>
                        <a:sym typeface="Arial"/>
                      </a:endParaRPr>
                    </a:p>
                  </a:txBody>
                  <a:tcPr marT="787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173990" marR="0" rtl="0" algn="l">
                        <a:lnSpc>
                          <a:spcPct val="100000"/>
                        </a:lnSpc>
                        <a:spcBef>
                          <a:spcPts val="0"/>
                        </a:spcBef>
                        <a:spcAft>
                          <a:spcPts val="0"/>
                        </a:spcAft>
                        <a:buClr>
                          <a:srgbClr val="000000"/>
                        </a:buClr>
                        <a:buSzPts val="900"/>
                        <a:buFont typeface="Arial"/>
                        <a:buNone/>
                      </a:pPr>
                      <a:r>
                        <a:rPr lang="en-US" sz="900" u="none" cap="none" strike="noStrike">
                          <a:solidFill>
                            <a:srgbClr val="231F20"/>
                          </a:solidFill>
                          <a:latin typeface="Arial"/>
                          <a:ea typeface="Arial"/>
                          <a:cs typeface="Arial"/>
                          <a:sym typeface="Arial"/>
                        </a:rPr>
                        <a:t>1.6 × 10</a:t>
                      </a:r>
                      <a:r>
                        <a:rPr b="0" baseline="30000" lang="en-US" sz="750" u="none" cap="none" strike="noStrike">
                          <a:solidFill>
                            <a:srgbClr val="231F20"/>
                          </a:solidFill>
                          <a:latin typeface="Arial"/>
                          <a:ea typeface="Arial"/>
                          <a:cs typeface="Arial"/>
                          <a:sym typeface="Arial"/>
                        </a:rPr>
                        <a:t>1</a:t>
                      </a:r>
                      <a:endParaRPr baseline="30000" sz="750" u="none" cap="none" strike="noStrike">
                        <a:latin typeface="Arial"/>
                        <a:ea typeface="Arial"/>
                        <a:cs typeface="Arial"/>
                        <a:sym typeface="Arial"/>
                      </a:endParaRPr>
                    </a:p>
                  </a:txBody>
                  <a:tcPr marT="787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bl>
          </a:graphicData>
        </a:graphic>
      </p:graphicFrame>
      <p:sp>
        <p:nvSpPr>
          <p:cNvPr id="1514" name="Google Shape;1514;p11"/>
          <p:cNvSpPr txBox="1"/>
          <p:nvPr/>
        </p:nvSpPr>
        <p:spPr>
          <a:xfrm>
            <a:off x="5266452" y="4137984"/>
            <a:ext cx="1586230" cy="203200"/>
          </a:xfrm>
          <a:prstGeom prst="rect">
            <a:avLst/>
          </a:prstGeom>
          <a:noFill/>
          <a:ln>
            <a:noFill/>
          </a:ln>
        </p:spPr>
        <p:txBody>
          <a:bodyPr anchorCtr="0" anchor="t" bIns="0" lIns="0" spcFirstLastPara="1" rIns="0" wrap="square" tIns="12700">
            <a:spAutoFit/>
          </a:bodyPr>
          <a:lstStyle/>
          <a:p>
            <a:pPr indent="-85090" lvl="0" marL="97155" marR="5080" rtl="0" algn="l">
              <a:lnSpc>
                <a:spcPct val="1167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 Since no significant radioactivity was detected, the detection limit concentration is displayed.</a:t>
            </a:r>
            <a:endParaRPr b="0" i="0" sz="500" u="none" cap="none" strike="noStrike">
              <a:solidFill>
                <a:srgbClr val="000000"/>
              </a:solidFill>
              <a:latin typeface="Arial"/>
              <a:ea typeface="Arial"/>
              <a:cs typeface="Arial"/>
              <a:sym typeface="Arial"/>
            </a:endParaRPr>
          </a:p>
        </p:txBody>
      </p:sp>
      <p:sp>
        <p:nvSpPr>
          <p:cNvPr id="1515" name="Google Shape;1515;p11"/>
          <p:cNvSpPr/>
          <p:nvPr/>
        </p:nvSpPr>
        <p:spPr>
          <a:xfrm>
            <a:off x="6655206" y="5141112"/>
            <a:ext cx="73025" cy="76200"/>
          </a:xfrm>
          <a:custGeom>
            <a:rect b="b" l="l" r="r" t="t"/>
            <a:pathLst>
              <a:path extrusionOk="0" h="76200" w="73025">
                <a:moveTo>
                  <a:pt x="0" y="76200"/>
                </a:moveTo>
                <a:lnTo>
                  <a:pt x="72948" y="76200"/>
                </a:lnTo>
                <a:lnTo>
                  <a:pt x="72948" y="0"/>
                </a:lnTo>
                <a:lnTo>
                  <a:pt x="0" y="0"/>
                </a:lnTo>
                <a:lnTo>
                  <a:pt x="0" y="76200"/>
                </a:lnTo>
                <a:close/>
              </a:path>
            </a:pathLst>
          </a:custGeom>
          <a:noFill/>
          <a:ln cap="flat" cmpd="sng" w="12575">
            <a:solidFill>
              <a:srgbClr val="8F27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11"/>
          <p:cNvSpPr txBox="1"/>
          <p:nvPr/>
        </p:nvSpPr>
        <p:spPr>
          <a:xfrm>
            <a:off x="5408214" y="6965484"/>
            <a:ext cx="406400" cy="10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Rotary feeder</a:t>
            </a:r>
            <a:endParaRPr b="0" i="0" sz="500" u="none" cap="none" strike="noStrike">
              <a:solidFill>
                <a:srgbClr val="000000"/>
              </a:solidFill>
              <a:latin typeface="Arial"/>
              <a:ea typeface="Arial"/>
              <a:cs typeface="Arial"/>
              <a:sym typeface="Arial"/>
            </a:endParaRPr>
          </a:p>
        </p:txBody>
      </p:sp>
      <p:sp>
        <p:nvSpPr>
          <p:cNvPr id="1517" name="Google Shape;1517;p11"/>
          <p:cNvSpPr txBox="1"/>
          <p:nvPr/>
        </p:nvSpPr>
        <p:spPr>
          <a:xfrm>
            <a:off x="5974381" y="6965484"/>
            <a:ext cx="497840" cy="10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Bucket conveyor</a:t>
            </a:r>
            <a:endParaRPr b="0" i="0" sz="500" u="none" cap="none" strike="noStrike">
              <a:solidFill>
                <a:srgbClr val="000000"/>
              </a:solidFill>
              <a:latin typeface="Arial"/>
              <a:ea typeface="Arial"/>
              <a:cs typeface="Arial"/>
              <a:sym typeface="Arial"/>
            </a:endParaRPr>
          </a:p>
        </p:txBody>
      </p:sp>
      <p:sp>
        <p:nvSpPr>
          <p:cNvPr id="1518" name="Google Shape;1518;p11"/>
          <p:cNvSpPr txBox="1"/>
          <p:nvPr/>
        </p:nvSpPr>
        <p:spPr>
          <a:xfrm>
            <a:off x="6643226" y="6958309"/>
            <a:ext cx="245745" cy="10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Crusher</a:t>
            </a:r>
            <a:endParaRPr b="0" i="0" sz="500" u="none" cap="none" strike="noStrike">
              <a:solidFill>
                <a:srgbClr val="000000"/>
              </a:solidFill>
              <a:latin typeface="Arial"/>
              <a:ea typeface="Arial"/>
              <a:cs typeface="Arial"/>
              <a:sym typeface="Arial"/>
            </a:endParaRPr>
          </a:p>
        </p:txBody>
      </p:sp>
      <p:sp>
        <p:nvSpPr>
          <p:cNvPr id="1519" name="Google Shape;1519;p11"/>
          <p:cNvSpPr txBox="1"/>
          <p:nvPr/>
        </p:nvSpPr>
        <p:spPr>
          <a:xfrm>
            <a:off x="7045562" y="6958309"/>
            <a:ext cx="1021715" cy="10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Belt conveyor / magnetic separator</a:t>
            </a:r>
            <a:endParaRPr b="0" i="0" sz="500" u="none" cap="none" strike="noStrike">
              <a:solidFill>
                <a:srgbClr val="000000"/>
              </a:solidFill>
              <a:latin typeface="Arial"/>
              <a:ea typeface="Arial"/>
              <a:cs typeface="Arial"/>
              <a:sym typeface="Arial"/>
            </a:endParaRPr>
          </a:p>
        </p:txBody>
      </p:sp>
      <p:sp>
        <p:nvSpPr>
          <p:cNvPr id="1520" name="Google Shape;1520;p11"/>
          <p:cNvSpPr txBox="1"/>
          <p:nvPr/>
        </p:nvSpPr>
        <p:spPr>
          <a:xfrm>
            <a:off x="8371251" y="6958309"/>
            <a:ext cx="245745" cy="10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Crusher</a:t>
            </a:r>
            <a:endParaRPr b="0" i="0" sz="500" u="none" cap="none" strike="noStrike">
              <a:solidFill>
                <a:srgbClr val="000000"/>
              </a:solidFill>
              <a:latin typeface="Arial"/>
              <a:ea typeface="Arial"/>
              <a:cs typeface="Arial"/>
              <a:sym typeface="Arial"/>
            </a:endParaRPr>
          </a:p>
        </p:txBody>
      </p:sp>
      <p:sp>
        <p:nvSpPr>
          <p:cNvPr id="1521" name="Google Shape;1521;p11"/>
          <p:cNvSpPr txBox="1"/>
          <p:nvPr/>
        </p:nvSpPr>
        <p:spPr>
          <a:xfrm>
            <a:off x="5266451" y="2589952"/>
            <a:ext cx="49847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Test result</a:t>
            </a:r>
            <a:endParaRPr b="0" i="0" sz="800" u="none" cap="none" strike="noStrike">
              <a:solidFill>
                <a:srgbClr val="000000"/>
              </a:solidFill>
              <a:latin typeface="Arial"/>
              <a:ea typeface="Arial"/>
              <a:cs typeface="Arial"/>
              <a:sym typeface="Arial"/>
            </a:endParaRPr>
          </a:p>
        </p:txBody>
      </p:sp>
      <p:sp>
        <p:nvSpPr>
          <p:cNvPr id="1522" name="Google Shape;1522;p11"/>
          <p:cNvSpPr txBox="1"/>
          <p:nvPr/>
        </p:nvSpPr>
        <p:spPr>
          <a:xfrm>
            <a:off x="7439979" y="2636079"/>
            <a:ext cx="2268855" cy="1639570"/>
          </a:xfrm>
          <a:prstGeom prst="rect">
            <a:avLst/>
          </a:prstGeom>
          <a:noFill/>
          <a:ln>
            <a:noFill/>
          </a:ln>
        </p:spPr>
        <p:txBody>
          <a:bodyPr anchorCtr="0" anchor="t" bIns="0" lIns="0" spcFirstLastPara="1" rIns="0" wrap="square" tIns="60325">
            <a:spAutoFit/>
          </a:bodyPr>
          <a:lstStyle/>
          <a:p>
            <a:pPr indent="0" lvl="0" marL="36449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Sample : Radioactively contaminated soil.</a:t>
            </a:r>
            <a:endParaRPr b="0" i="0" sz="800" u="none" cap="none" strike="noStrike">
              <a:solidFill>
                <a:srgbClr val="000000"/>
              </a:solidFill>
              <a:latin typeface="Arial"/>
              <a:ea typeface="Arial"/>
              <a:cs typeface="Arial"/>
              <a:sym typeface="Arial"/>
            </a:endParaRPr>
          </a:p>
          <a:p>
            <a:pPr indent="-400685" lvl="0" marL="471805" marR="257175" rtl="0" algn="l">
              <a:lnSpc>
                <a:spcPct val="104200"/>
              </a:lnSpc>
              <a:spcBef>
                <a:spcPts val="34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Measurement : Radiation concentration of item  γ-ray emitting nuclides.</a:t>
            </a:r>
            <a:endParaRPr b="0" i="0" sz="800" u="none" cap="none" strike="noStrike">
              <a:solidFill>
                <a:srgbClr val="000000"/>
              </a:solidFill>
              <a:latin typeface="Arial"/>
              <a:ea typeface="Arial"/>
              <a:cs typeface="Arial"/>
              <a:sym typeface="Arial"/>
            </a:endParaRPr>
          </a:p>
          <a:p>
            <a:pPr indent="-255270" lvl="0" marL="326390" marR="223520" rtl="0" algn="l">
              <a:lnSpc>
                <a:spcPct val="104200"/>
              </a:lnSpc>
              <a:spcBef>
                <a:spcPts val="34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Measurement : γ-ray spectrometry using method  Ge semiconductor detector.</a:t>
            </a:r>
            <a:endParaRPr b="0" i="0" sz="800" u="none" cap="none" strike="noStrike">
              <a:solidFill>
                <a:srgbClr val="000000"/>
              </a:solidFill>
              <a:latin typeface="Arial"/>
              <a:ea typeface="Arial"/>
              <a:cs typeface="Arial"/>
              <a:sym typeface="Arial"/>
            </a:endParaRPr>
          </a:p>
          <a:p>
            <a:pPr indent="0" lvl="0" marL="170180" marR="0" rtl="0" algn="l">
              <a:lnSpc>
                <a:spcPct val="100000"/>
              </a:lnSpc>
              <a:spcBef>
                <a:spcPts val="375"/>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Test weight : 100g</a:t>
            </a:r>
            <a:endParaRPr b="0" i="0" sz="800" u="none" cap="none" strike="noStrike">
              <a:solidFill>
                <a:srgbClr val="000000"/>
              </a:solidFill>
              <a:latin typeface="Arial"/>
              <a:ea typeface="Arial"/>
              <a:cs typeface="Arial"/>
              <a:sym typeface="Arial"/>
            </a:endParaRPr>
          </a:p>
          <a:p>
            <a:pPr indent="6350" lvl="0" marL="274320" marR="626745" rtl="0" algn="l">
              <a:lnSpc>
                <a:spcPct val="1394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Test date : January 22, 2013. Test time : 2,000 seconds.</a:t>
            </a:r>
            <a:endParaRPr b="0" i="0" sz="800" u="none" cap="none" strike="noStrike">
              <a:solidFill>
                <a:srgbClr val="000000"/>
              </a:solidFill>
              <a:latin typeface="Arial"/>
              <a:ea typeface="Arial"/>
              <a:cs typeface="Arial"/>
              <a:sym typeface="Arial"/>
            </a:endParaRPr>
          </a:p>
          <a:p>
            <a:pPr indent="0" lvl="0" marL="255904" marR="0" rtl="0" algn="l">
              <a:lnSpc>
                <a:spcPct val="100000"/>
              </a:lnSpc>
              <a:spcBef>
                <a:spcPts val="38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Tested by : Sawahata Tadahiro.</a:t>
            </a:r>
            <a:endParaRPr b="0" i="0" sz="800" u="none" cap="none" strike="noStrike">
              <a:solidFill>
                <a:srgbClr val="000000"/>
              </a:solidFill>
              <a:latin typeface="Arial"/>
              <a:ea typeface="Arial"/>
              <a:cs typeface="Arial"/>
              <a:sym typeface="Arial"/>
            </a:endParaRPr>
          </a:p>
          <a:p>
            <a:pPr indent="0" lvl="0" marL="12700" marR="0" rtl="0" algn="l">
              <a:lnSpc>
                <a:spcPct val="100000"/>
              </a:lnSpc>
              <a:spcBef>
                <a:spcPts val="38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Test Equipment: EG &amp; G ORTEC GMX-40195-S</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26" name="Shape 1526"/>
        <p:cNvGrpSpPr/>
        <p:nvPr/>
      </p:nvGrpSpPr>
      <p:grpSpPr>
        <a:xfrm>
          <a:off x="0" y="0"/>
          <a:ext cx="0" cy="0"/>
          <a:chOff x="0" y="0"/>
          <a:chExt cx="0" cy="0"/>
        </a:xfrm>
      </p:grpSpPr>
      <p:grpSp>
        <p:nvGrpSpPr>
          <p:cNvPr id="1527" name="Google Shape;1527;p12"/>
          <p:cNvGrpSpPr/>
          <p:nvPr/>
        </p:nvGrpSpPr>
        <p:grpSpPr>
          <a:xfrm>
            <a:off x="407413" y="553628"/>
            <a:ext cx="9798826" cy="6497154"/>
            <a:chOff x="407413" y="553628"/>
            <a:chExt cx="9798826" cy="6497154"/>
          </a:xfrm>
        </p:grpSpPr>
        <p:pic>
          <p:nvPicPr>
            <p:cNvPr id="1528" name="Google Shape;1528;p12"/>
            <p:cNvPicPr preferRelativeResize="0"/>
            <p:nvPr/>
          </p:nvPicPr>
          <p:blipFill rotWithShape="1">
            <a:blip r:embed="rId3">
              <a:alphaModFix/>
            </a:blip>
            <a:srcRect b="0" l="0" r="0" t="0"/>
            <a:stretch/>
          </p:blipFill>
          <p:spPr>
            <a:xfrm>
              <a:off x="407413" y="553628"/>
              <a:ext cx="9798826" cy="6497154"/>
            </a:xfrm>
            <a:prstGeom prst="rect">
              <a:avLst/>
            </a:prstGeom>
            <a:noFill/>
            <a:ln>
              <a:noFill/>
            </a:ln>
          </p:spPr>
        </p:pic>
        <p:sp>
          <p:nvSpPr>
            <p:cNvPr id="1529" name="Google Shape;1529;p12"/>
            <p:cNvSpPr/>
            <p:nvPr/>
          </p:nvSpPr>
          <p:spPr>
            <a:xfrm>
              <a:off x="656996" y="571881"/>
              <a:ext cx="73025" cy="352425"/>
            </a:xfrm>
            <a:custGeom>
              <a:rect b="b" l="l" r="r" t="t"/>
              <a:pathLst>
                <a:path extrusionOk="0" h="352425" w="73025">
                  <a:moveTo>
                    <a:pt x="72948" y="0"/>
                  </a:moveTo>
                  <a:lnTo>
                    <a:pt x="0" y="0"/>
                  </a:lnTo>
                  <a:lnTo>
                    <a:pt x="0" y="352298"/>
                  </a:lnTo>
                  <a:lnTo>
                    <a:pt x="72948" y="352298"/>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30" name="Google Shape;1530;p12"/>
          <p:cNvSpPr txBox="1"/>
          <p:nvPr/>
        </p:nvSpPr>
        <p:spPr>
          <a:xfrm>
            <a:off x="257299" y="7267585"/>
            <a:ext cx="357505"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12</a:t>
            </a:r>
            <a:endParaRPr b="0" i="0" sz="600" u="none" cap="none" strike="noStrike">
              <a:solidFill>
                <a:srgbClr val="000000"/>
              </a:solidFill>
              <a:latin typeface="Arial"/>
              <a:ea typeface="Arial"/>
              <a:cs typeface="Arial"/>
              <a:sym typeface="Arial"/>
            </a:endParaRPr>
          </a:p>
        </p:txBody>
      </p:sp>
      <p:sp>
        <p:nvSpPr>
          <p:cNvPr id="1531" name="Google Shape;1531;p12"/>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1532" name="Google Shape;1532;p12"/>
          <p:cNvSpPr txBox="1"/>
          <p:nvPr/>
        </p:nvSpPr>
        <p:spPr>
          <a:xfrm>
            <a:off x="788300" y="561985"/>
            <a:ext cx="4021454" cy="1075055"/>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OPTION</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105"/>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PRIMO /Exhaust Gas Purification Facility</a:t>
            </a:r>
            <a:endParaRPr b="0" i="0" sz="1300" u="none" cap="none" strike="noStrike">
              <a:solidFill>
                <a:srgbClr val="000000"/>
              </a:solidFill>
              <a:latin typeface="Arial"/>
              <a:ea typeface="Arial"/>
              <a:cs typeface="Arial"/>
              <a:sym typeface="Arial"/>
            </a:endParaRPr>
          </a:p>
          <a:p>
            <a:pPr indent="0" lvl="0" marL="12700" marR="5080" rtl="0" algn="just">
              <a:lnSpc>
                <a:spcPct val="145800"/>
              </a:lnSpc>
              <a:spcBef>
                <a:spcPts val="229"/>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PRIMO is standard equipment installed at thermal power plants and oil/coal-burning petroleum facilities all over the world. It adopts the same principle as the NOx removal system which operates with ammonia mist shower. Desulfurizer for sulfur oxides sox (SOx) removal. PRIMO is dedicated for Urban Rig equipped with a deodorizer.</a:t>
            </a:r>
            <a:endParaRPr b="0" i="0" sz="800" u="none" cap="none" strike="noStrike">
              <a:solidFill>
                <a:srgbClr val="000000"/>
              </a:solidFill>
              <a:latin typeface="Arial"/>
              <a:ea typeface="Arial"/>
              <a:cs typeface="Arial"/>
              <a:sym typeface="Arial"/>
            </a:endParaRPr>
          </a:p>
        </p:txBody>
      </p:sp>
      <p:grpSp>
        <p:nvGrpSpPr>
          <p:cNvPr id="1533" name="Google Shape;1533;p12"/>
          <p:cNvGrpSpPr/>
          <p:nvPr/>
        </p:nvGrpSpPr>
        <p:grpSpPr>
          <a:xfrm>
            <a:off x="801471" y="1951558"/>
            <a:ext cx="5274657" cy="707717"/>
            <a:chOff x="801471" y="1951558"/>
            <a:chExt cx="5274657" cy="707717"/>
          </a:xfrm>
        </p:grpSpPr>
        <p:sp>
          <p:nvSpPr>
            <p:cNvPr id="1534" name="Google Shape;1534;p12"/>
            <p:cNvSpPr/>
            <p:nvPr/>
          </p:nvSpPr>
          <p:spPr>
            <a:xfrm>
              <a:off x="6076128" y="2593235"/>
              <a:ext cx="0" cy="66040"/>
            </a:xfrm>
            <a:custGeom>
              <a:rect b="b" l="l" r="r" t="t"/>
              <a:pathLst>
                <a:path extrusionOk="0" h="66039" w="120000">
                  <a:moveTo>
                    <a:pt x="0" y="0"/>
                  </a:moveTo>
                  <a:lnTo>
                    <a:pt x="0" y="65468"/>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35" name="Google Shape;1535;p12"/>
            <p:cNvPicPr preferRelativeResize="0"/>
            <p:nvPr/>
          </p:nvPicPr>
          <p:blipFill rotWithShape="1">
            <a:blip r:embed="rId4">
              <a:alphaModFix/>
            </a:blip>
            <a:srcRect b="0" l="0" r="0" t="0"/>
            <a:stretch/>
          </p:blipFill>
          <p:spPr>
            <a:xfrm>
              <a:off x="801471" y="1951558"/>
              <a:ext cx="339293" cy="222796"/>
            </a:xfrm>
            <a:prstGeom prst="rect">
              <a:avLst/>
            </a:prstGeom>
            <a:noFill/>
            <a:ln>
              <a:noFill/>
            </a:ln>
          </p:spPr>
        </p:pic>
      </p:grpSp>
      <p:sp>
        <p:nvSpPr>
          <p:cNvPr id="1536" name="Google Shape;1536;p12"/>
          <p:cNvSpPr txBox="1"/>
          <p:nvPr/>
        </p:nvSpPr>
        <p:spPr>
          <a:xfrm>
            <a:off x="1181554" y="1981145"/>
            <a:ext cx="972185" cy="150495"/>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231F20"/>
                </a:solidFill>
                <a:latin typeface="Arial"/>
                <a:ea typeface="Arial"/>
                <a:cs typeface="Arial"/>
                <a:sym typeface="Arial"/>
              </a:rPr>
              <a:t>NOx decomposition</a:t>
            </a:r>
            <a:endParaRPr b="0" i="0" sz="800" u="none" cap="none" strike="noStrike">
              <a:solidFill>
                <a:srgbClr val="000000"/>
              </a:solidFill>
              <a:latin typeface="Arial"/>
              <a:ea typeface="Arial"/>
              <a:cs typeface="Arial"/>
              <a:sym typeface="Arial"/>
            </a:endParaRPr>
          </a:p>
        </p:txBody>
      </p:sp>
      <p:sp>
        <p:nvSpPr>
          <p:cNvPr id="1537" name="Google Shape;1537;p12"/>
          <p:cNvSpPr txBox="1"/>
          <p:nvPr/>
        </p:nvSpPr>
        <p:spPr>
          <a:xfrm>
            <a:off x="1181554" y="2292963"/>
            <a:ext cx="955040" cy="150495"/>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231F20"/>
                </a:solidFill>
                <a:latin typeface="Arial"/>
                <a:ea typeface="Arial"/>
                <a:cs typeface="Arial"/>
                <a:sym typeface="Arial"/>
              </a:rPr>
              <a:t>SOx decomposition</a:t>
            </a:r>
            <a:endParaRPr b="0" i="0" sz="800" u="none" cap="none" strike="noStrike">
              <a:solidFill>
                <a:srgbClr val="000000"/>
              </a:solidFill>
              <a:latin typeface="Arial"/>
              <a:ea typeface="Arial"/>
              <a:cs typeface="Arial"/>
              <a:sym typeface="Arial"/>
            </a:endParaRPr>
          </a:p>
        </p:txBody>
      </p:sp>
      <p:sp>
        <p:nvSpPr>
          <p:cNvPr id="1538" name="Google Shape;1538;p12"/>
          <p:cNvSpPr txBox="1"/>
          <p:nvPr/>
        </p:nvSpPr>
        <p:spPr>
          <a:xfrm>
            <a:off x="1181554" y="2604781"/>
            <a:ext cx="665480" cy="150495"/>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231F20"/>
                </a:solidFill>
                <a:latin typeface="Arial"/>
                <a:ea typeface="Arial"/>
                <a:cs typeface="Arial"/>
                <a:sym typeface="Arial"/>
              </a:rPr>
              <a:t>Dust removal</a:t>
            </a:r>
            <a:endParaRPr b="0" i="0" sz="800" u="none" cap="none" strike="noStrike">
              <a:solidFill>
                <a:srgbClr val="000000"/>
              </a:solidFill>
              <a:latin typeface="Arial"/>
              <a:ea typeface="Arial"/>
              <a:cs typeface="Arial"/>
              <a:sym typeface="Arial"/>
            </a:endParaRPr>
          </a:p>
        </p:txBody>
      </p:sp>
      <p:sp>
        <p:nvSpPr>
          <p:cNvPr id="1539" name="Google Shape;1539;p12"/>
          <p:cNvSpPr txBox="1"/>
          <p:nvPr/>
        </p:nvSpPr>
        <p:spPr>
          <a:xfrm>
            <a:off x="1181554" y="2916599"/>
            <a:ext cx="683260" cy="150495"/>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231F20"/>
                </a:solidFill>
                <a:latin typeface="Arial"/>
                <a:ea typeface="Arial"/>
                <a:cs typeface="Arial"/>
                <a:sym typeface="Arial"/>
              </a:rPr>
              <a:t>Odor removal</a:t>
            </a:r>
            <a:endParaRPr b="0" i="0" sz="800" u="none" cap="none" strike="noStrike">
              <a:solidFill>
                <a:srgbClr val="000000"/>
              </a:solidFill>
              <a:latin typeface="Arial"/>
              <a:ea typeface="Arial"/>
              <a:cs typeface="Arial"/>
              <a:sym typeface="Arial"/>
            </a:endParaRPr>
          </a:p>
        </p:txBody>
      </p:sp>
      <p:sp>
        <p:nvSpPr>
          <p:cNvPr id="1540" name="Google Shape;1540;p12"/>
          <p:cNvSpPr txBox="1"/>
          <p:nvPr/>
        </p:nvSpPr>
        <p:spPr>
          <a:xfrm>
            <a:off x="801471" y="1951558"/>
            <a:ext cx="339725" cy="222885"/>
          </a:xfrm>
          <a:prstGeom prst="rect">
            <a:avLst/>
          </a:prstGeom>
          <a:noFill/>
          <a:ln>
            <a:noFill/>
          </a:ln>
        </p:spPr>
        <p:txBody>
          <a:bodyPr anchorCtr="0" anchor="t" bIns="0" lIns="0" spcFirstLastPara="1" rIns="0" wrap="square" tIns="56500">
            <a:spAutoFit/>
          </a:bodyPr>
          <a:lstStyle/>
          <a:p>
            <a:pPr indent="0" lvl="0" marL="36830" marR="0" rtl="0" algn="l">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DeNOx</a:t>
            </a:r>
            <a:endParaRPr b="0" i="0" sz="700" u="none" cap="none" strike="noStrike">
              <a:solidFill>
                <a:srgbClr val="000000"/>
              </a:solidFill>
              <a:latin typeface="Arial"/>
              <a:ea typeface="Arial"/>
              <a:cs typeface="Arial"/>
              <a:sym typeface="Arial"/>
            </a:endParaRPr>
          </a:p>
        </p:txBody>
      </p:sp>
      <p:pic>
        <p:nvPicPr>
          <p:cNvPr id="1541" name="Google Shape;1541;p12"/>
          <p:cNvPicPr preferRelativeResize="0"/>
          <p:nvPr/>
        </p:nvPicPr>
        <p:blipFill rotWithShape="1">
          <a:blip r:embed="rId4">
            <a:alphaModFix/>
          </a:blip>
          <a:srcRect b="0" l="0" r="0" t="0"/>
          <a:stretch/>
        </p:blipFill>
        <p:spPr>
          <a:xfrm>
            <a:off x="801471" y="2261476"/>
            <a:ext cx="339293" cy="222796"/>
          </a:xfrm>
          <a:prstGeom prst="rect">
            <a:avLst/>
          </a:prstGeom>
          <a:noFill/>
          <a:ln>
            <a:noFill/>
          </a:ln>
        </p:spPr>
      </p:pic>
      <p:sp>
        <p:nvSpPr>
          <p:cNvPr id="1542" name="Google Shape;1542;p12"/>
          <p:cNvSpPr txBox="1"/>
          <p:nvPr/>
        </p:nvSpPr>
        <p:spPr>
          <a:xfrm>
            <a:off x="801471" y="2261476"/>
            <a:ext cx="339725" cy="222885"/>
          </a:xfrm>
          <a:prstGeom prst="rect">
            <a:avLst/>
          </a:prstGeom>
          <a:noFill/>
          <a:ln>
            <a:noFill/>
          </a:ln>
        </p:spPr>
        <p:txBody>
          <a:bodyPr anchorCtr="0" anchor="t" bIns="0" lIns="0" spcFirstLastPara="1" rIns="0" wrap="square" tIns="56500">
            <a:spAutoFit/>
          </a:bodyPr>
          <a:lstStyle/>
          <a:p>
            <a:pPr indent="0" lvl="0" marL="43815" marR="0" rtl="0" algn="l">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DeSOx</a:t>
            </a:r>
            <a:endParaRPr b="0" i="0" sz="700" u="none" cap="none" strike="noStrike">
              <a:solidFill>
                <a:srgbClr val="000000"/>
              </a:solidFill>
              <a:latin typeface="Arial"/>
              <a:ea typeface="Arial"/>
              <a:cs typeface="Arial"/>
              <a:sym typeface="Arial"/>
            </a:endParaRPr>
          </a:p>
        </p:txBody>
      </p:sp>
      <p:pic>
        <p:nvPicPr>
          <p:cNvPr id="1543" name="Google Shape;1543;p12"/>
          <p:cNvPicPr preferRelativeResize="0"/>
          <p:nvPr/>
        </p:nvPicPr>
        <p:blipFill rotWithShape="1">
          <a:blip r:embed="rId5">
            <a:alphaModFix/>
          </a:blip>
          <a:srcRect b="0" l="0" r="0" t="0"/>
          <a:stretch/>
        </p:blipFill>
        <p:spPr>
          <a:xfrm>
            <a:off x="801471" y="2571419"/>
            <a:ext cx="339293" cy="222796"/>
          </a:xfrm>
          <a:prstGeom prst="rect">
            <a:avLst/>
          </a:prstGeom>
          <a:noFill/>
          <a:ln>
            <a:noFill/>
          </a:ln>
        </p:spPr>
      </p:pic>
      <p:sp>
        <p:nvSpPr>
          <p:cNvPr id="1544" name="Google Shape;1544;p12"/>
          <p:cNvSpPr txBox="1"/>
          <p:nvPr/>
        </p:nvSpPr>
        <p:spPr>
          <a:xfrm>
            <a:off x="801471" y="2571419"/>
            <a:ext cx="339725" cy="222885"/>
          </a:xfrm>
          <a:prstGeom prst="rect">
            <a:avLst/>
          </a:prstGeom>
          <a:noFill/>
          <a:ln>
            <a:noFill/>
          </a:ln>
        </p:spPr>
        <p:txBody>
          <a:bodyPr anchorCtr="0" anchor="t" bIns="0" lIns="0" spcFirstLastPara="1" rIns="0" wrap="square" tIns="56500">
            <a:spAutoFit/>
          </a:bodyPr>
          <a:lstStyle/>
          <a:p>
            <a:pPr indent="0" lvl="0" marL="81915" marR="0" rtl="0" algn="l">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Dust</a:t>
            </a:r>
            <a:endParaRPr b="0" i="0" sz="700" u="none" cap="none" strike="noStrike">
              <a:solidFill>
                <a:srgbClr val="000000"/>
              </a:solidFill>
              <a:latin typeface="Arial"/>
              <a:ea typeface="Arial"/>
              <a:cs typeface="Arial"/>
              <a:sym typeface="Arial"/>
            </a:endParaRPr>
          </a:p>
        </p:txBody>
      </p:sp>
      <p:pic>
        <p:nvPicPr>
          <p:cNvPr id="1545" name="Google Shape;1545;p12"/>
          <p:cNvPicPr preferRelativeResize="0"/>
          <p:nvPr/>
        </p:nvPicPr>
        <p:blipFill rotWithShape="1">
          <a:blip r:embed="rId5">
            <a:alphaModFix/>
          </a:blip>
          <a:srcRect b="0" l="0" r="0" t="0"/>
          <a:stretch/>
        </p:blipFill>
        <p:spPr>
          <a:xfrm>
            <a:off x="801471" y="2881350"/>
            <a:ext cx="339293" cy="222783"/>
          </a:xfrm>
          <a:prstGeom prst="rect">
            <a:avLst/>
          </a:prstGeom>
          <a:noFill/>
          <a:ln>
            <a:noFill/>
          </a:ln>
        </p:spPr>
      </p:pic>
      <p:sp>
        <p:nvSpPr>
          <p:cNvPr id="1546" name="Google Shape;1546;p12"/>
          <p:cNvSpPr txBox="1"/>
          <p:nvPr/>
        </p:nvSpPr>
        <p:spPr>
          <a:xfrm>
            <a:off x="801471" y="2881350"/>
            <a:ext cx="339725" cy="117475"/>
          </a:xfrm>
          <a:prstGeom prst="rect">
            <a:avLst/>
          </a:prstGeom>
          <a:noFill/>
          <a:ln>
            <a:noFill/>
          </a:ln>
        </p:spPr>
        <p:txBody>
          <a:bodyPr anchorCtr="0" anchor="t" bIns="0" lIns="0" spcFirstLastPara="1" rIns="0" wrap="square" tIns="17775">
            <a:spAutoFit/>
          </a:bodyPr>
          <a:lstStyle/>
          <a:p>
            <a:pPr indent="0" lvl="0" marL="29209" marR="0" rtl="0" algn="l">
              <a:lnSpc>
                <a:spcPct val="111428"/>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Deodo-</a:t>
            </a:r>
            <a:endParaRPr b="0" i="0" sz="700" u="none" cap="none" strike="noStrike">
              <a:solidFill>
                <a:srgbClr val="000000"/>
              </a:solidFill>
              <a:latin typeface="Arial"/>
              <a:ea typeface="Arial"/>
              <a:cs typeface="Arial"/>
              <a:sym typeface="Arial"/>
            </a:endParaRPr>
          </a:p>
        </p:txBody>
      </p:sp>
      <p:sp>
        <p:nvSpPr>
          <p:cNvPr id="1547" name="Google Shape;1547;p12"/>
          <p:cNvSpPr txBox="1"/>
          <p:nvPr/>
        </p:nvSpPr>
        <p:spPr>
          <a:xfrm>
            <a:off x="801471" y="2998551"/>
            <a:ext cx="339725" cy="106045"/>
          </a:xfrm>
          <a:prstGeom prst="rect">
            <a:avLst/>
          </a:prstGeom>
          <a:noFill/>
          <a:ln>
            <a:noFill/>
          </a:ln>
        </p:spPr>
        <p:txBody>
          <a:bodyPr anchorCtr="0" anchor="t" bIns="0" lIns="0" spcFirstLastPara="1" rIns="0" wrap="square" tIns="0">
            <a:spAutoFit/>
          </a:bodyPr>
          <a:lstStyle/>
          <a:p>
            <a:pPr indent="0" lvl="0" marL="85725" marR="0" rtl="0" algn="l">
              <a:lnSpc>
                <a:spcPct val="95714"/>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rizer</a:t>
            </a:r>
            <a:endParaRPr b="0" i="0" sz="700" u="none" cap="none" strike="noStrike">
              <a:solidFill>
                <a:srgbClr val="000000"/>
              </a:solidFill>
              <a:latin typeface="Arial"/>
              <a:ea typeface="Arial"/>
              <a:cs typeface="Arial"/>
              <a:sym typeface="Arial"/>
            </a:endParaRPr>
          </a:p>
        </p:txBody>
      </p:sp>
      <p:grpSp>
        <p:nvGrpSpPr>
          <p:cNvPr id="1548" name="Google Shape;1548;p12"/>
          <p:cNvGrpSpPr/>
          <p:nvPr/>
        </p:nvGrpSpPr>
        <p:grpSpPr>
          <a:xfrm>
            <a:off x="2295588" y="2059876"/>
            <a:ext cx="3190494" cy="2363470"/>
            <a:chOff x="2295588" y="2059876"/>
            <a:chExt cx="3190494" cy="2363470"/>
          </a:xfrm>
        </p:grpSpPr>
        <p:pic>
          <p:nvPicPr>
            <p:cNvPr id="1549" name="Google Shape;1549;p12"/>
            <p:cNvPicPr preferRelativeResize="0"/>
            <p:nvPr/>
          </p:nvPicPr>
          <p:blipFill rotWithShape="1">
            <a:blip r:embed="rId6">
              <a:alphaModFix/>
            </a:blip>
            <a:srcRect b="0" l="0" r="0" t="0"/>
            <a:stretch/>
          </p:blipFill>
          <p:spPr>
            <a:xfrm>
              <a:off x="2295588" y="2426106"/>
              <a:ext cx="178841" cy="146151"/>
            </a:xfrm>
            <a:prstGeom prst="rect">
              <a:avLst/>
            </a:prstGeom>
            <a:noFill/>
            <a:ln>
              <a:noFill/>
            </a:ln>
          </p:spPr>
        </p:pic>
        <p:pic>
          <p:nvPicPr>
            <p:cNvPr id="1550" name="Google Shape;1550;p12"/>
            <p:cNvPicPr preferRelativeResize="0"/>
            <p:nvPr/>
          </p:nvPicPr>
          <p:blipFill rotWithShape="1">
            <a:blip r:embed="rId7">
              <a:alphaModFix/>
            </a:blip>
            <a:srcRect b="0" l="0" r="0" t="0"/>
            <a:stretch/>
          </p:blipFill>
          <p:spPr>
            <a:xfrm>
              <a:off x="2493048" y="2423845"/>
              <a:ext cx="188353" cy="150685"/>
            </a:xfrm>
            <a:prstGeom prst="rect">
              <a:avLst/>
            </a:prstGeom>
            <a:noFill/>
            <a:ln>
              <a:noFill/>
            </a:ln>
          </p:spPr>
        </p:pic>
        <p:pic>
          <p:nvPicPr>
            <p:cNvPr id="1551" name="Google Shape;1551;p12"/>
            <p:cNvPicPr preferRelativeResize="0"/>
            <p:nvPr/>
          </p:nvPicPr>
          <p:blipFill rotWithShape="1">
            <a:blip r:embed="rId8">
              <a:alphaModFix/>
            </a:blip>
            <a:srcRect b="0" l="0" r="0" t="0"/>
            <a:stretch/>
          </p:blipFill>
          <p:spPr>
            <a:xfrm>
              <a:off x="2706446" y="2419578"/>
              <a:ext cx="167690" cy="157962"/>
            </a:xfrm>
            <a:prstGeom prst="rect">
              <a:avLst/>
            </a:prstGeom>
            <a:noFill/>
            <a:ln>
              <a:noFill/>
            </a:ln>
          </p:spPr>
        </p:pic>
        <p:pic>
          <p:nvPicPr>
            <p:cNvPr id="1552" name="Google Shape;1552;p12"/>
            <p:cNvPicPr preferRelativeResize="0"/>
            <p:nvPr/>
          </p:nvPicPr>
          <p:blipFill rotWithShape="1">
            <a:blip r:embed="rId9">
              <a:alphaModFix/>
            </a:blip>
            <a:srcRect b="0" l="0" r="0" t="0"/>
            <a:stretch/>
          </p:blipFill>
          <p:spPr>
            <a:xfrm>
              <a:off x="2317826" y="3770579"/>
              <a:ext cx="170192" cy="136029"/>
            </a:xfrm>
            <a:prstGeom prst="rect">
              <a:avLst/>
            </a:prstGeom>
            <a:noFill/>
            <a:ln>
              <a:noFill/>
            </a:ln>
          </p:spPr>
        </p:pic>
        <p:pic>
          <p:nvPicPr>
            <p:cNvPr id="1553" name="Google Shape;1553;p12"/>
            <p:cNvPicPr preferRelativeResize="0"/>
            <p:nvPr/>
          </p:nvPicPr>
          <p:blipFill rotWithShape="1">
            <a:blip r:embed="rId10">
              <a:alphaModFix/>
            </a:blip>
            <a:srcRect b="0" l="0" r="0" t="0"/>
            <a:stretch/>
          </p:blipFill>
          <p:spPr>
            <a:xfrm>
              <a:off x="2499639" y="3767290"/>
              <a:ext cx="184124" cy="137464"/>
            </a:xfrm>
            <a:prstGeom prst="rect">
              <a:avLst/>
            </a:prstGeom>
            <a:noFill/>
            <a:ln>
              <a:noFill/>
            </a:ln>
          </p:spPr>
        </p:pic>
        <p:pic>
          <p:nvPicPr>
            <p:cNvPr id="1554" name="Google Shape;1554;p12"/>
            <p:cNvPicPr preferRelativeResize="0"/>
            <p:nvPr/>
          </p:nvPicPr>
          <p:blipFill rotWithShape="1">
            <a:blip r:embed="rId11">
              <a:alphaModFix/>
            </a:blip>
            <a:srcRect b="0" l="0" r="0" t="0"/>
            <a:stretch/>
          </p:blipFill>
          <p:spPr>
            <a:xfrm>
              <a:off x="2708097" y="3758768"/>
              <a:ext cx="173520" cy="148945"/>
            </a:xfrm>
            <a:prstGeom prst="rect">
              <a:avLst/>
            </a:prstGeom>
            <a:noFill/>
            <a:ln>
              <a:noFill/>
            </a:ln>
          </p:spPr>
        </p:pic>
        <p:sp>
          <p:nvSpPr>
            <p:cNvPr id="1555" name="Google Shape;1555;p12"/>
            <p:cNvSpPr/>
            <p:nvPr/>
          </p:nvSpPr>
          <p:spPr>
            <a:xfrm>
              <a:off x="3144837" y="2092299"/>
              <a:ext cx="2341245" cy="1025525"/>
            </a:xfrm>
            <a:custGeom>
              <a:rect b="b" l="l" r="r" t="t"/>
              <a:pathLst>
                <a:path extrusionOk="0" h="1025525" w="2341245">
                  <a:moveTo>
                    <a:pt x="2341219" y="1023150"/>
                  </a:moveTo>
                  <a:lnTo>
                    <a:pt x="0" y="1023150"/>
                  </a:lnTo>
                  <a:lnTo>
                    <a:pt x="0" y="1024915"/>
                  </a:lnTo>
                  <a:lnTo>
                    <a:pt x="2341219" y="1024915"/>
                  </a:lnTo>
                  <a:lnTo>
                    <a:pt x="2341219" y="1023150"/>
                  </a:lnTo>
                  <a:close/>
                </a:path>
                <a:path extrusionOk="0" h="1025525" w="2341245">
                  <a:moveTo>
                    <a:pt x="2341219" y="895261"/>
                  </a:moveTo>
                  <a:lnTo>
                    <a:pt x="0" y="895261"/>
                  </a:lnTo>
                  <a:lnTo>
                    <a:pt x="0" y="897026"/>
                  </a:lnTo>
                  <a:lnTo>
                    <a:pt x="2341219" y="897026"/>
                  </a:lnTo>
                  <a:lnTo>
                    <a:pt x="2341219" y="895261"/>
                  </a:lnTo>
                  <a:close/>
                </a:path>
                <a:path extrusionOk="0" h="1025525" w="2341245">
                  <a:moveTo>
                    <a:pt x="2341219" y="767359"/>
                  </a:moveTo>
                  <a:lnTo>
                    <a:pt x="0" y="767359"/>
                  </a:lnTo>
                  <a:lnTo>
                    <a:pt x="0" y="769124"/>
                  </a:lnTo>
                  <a:lnTo>
                    <a:pt x="2341219" y="769124"/>
                  </a:lnTo>
                  <a:lnTo>
                    <a:pt x="2341219" y="767359"/>
                  </a:lnTo>
                  <a:close/>
                </a:path>
                <a:path extrusionOk="0" h="1025525" w="2341245">
                  <a:moveTo>
                    <a:pt x="2341219" y="639470"/>
                  </a:moveTo>
                  <a:lnTo>
                    <a:pt x="0" y="639470"/>
                  </a:lnTo>
                  <a:lnTo>
                    <a:pt x="0" y="641235"/>
                  </a:lnTo>
                  <a:lnTo>
                    <a:pt x="2341219" y="641235"/>
                  </a:lnTo>
                  <a:lnTo>
                    <a:pt x="2341219" y="639470"/>
                  </a:lnTo>
                  <a:close/>
                </a:path>
                <a:path extrusionOk="0" h="1025525" w="2341245">
                  <a:moveTo>
                    <a:pt x="2341219" y="511568"/>
                  </a:moveTo>
                  <a:lnTo>
                    <a:pt x="0" y="511568"/>
                  </a:lnTo>
                  <a:lnTo>
                    <a:pt x="0" y="513334"/>
                  </a:lnTo>
                  <a:lnTo>
                    <a:pt x="2341219" y="513334"/>
                  </a:lnTo>
                  <a:lnTo>
                    <a:pt x="2341219" y="511568"/>
                  </a:lnTo>
                  <a:close/>
                </a:path>
                <a:path extrusionOk="0" h="1025525" w="2341245">
                  <a:moveTo>
                    <a:pt x="2341219" y="383679"/>
                  </a:moveTo>
                  <a:lnTo>
                    <a:pt x="0" y="383679"/>
                  </a:lnTo>
                  <a:lnTo>
                    <a:pt x="0" y="385445"/>
                  </a:lnTo>
                  <a:lnTo>
                    <a:pt x="2341219" y="385445"/>
                  </a:lnTo>
                  <a:lnTo>
                    <a:pt x="2341219" y="383679"/>
                  </a:lnTo>
                  <a:close/>
                </a:path>
                <a:path extrusionOk="0" h="1025525" w="2341245">
                  <a:moveTo>
                    <a:pt x="2341219" y="255778"/>
                  </a:moveTo>
                  <a:lnTo>
                    <a:pt x="0" y="255778"/>
                  </a:lnTo>
                  <a:lnTo>
                    <a:pt x="0" y="257556"/>
                  </a:lnTo>
                  <a:lnTo>
                    <a:pt x="2341219" y="257556"/>
                  </a:lnTo>
                  <a:lnTo>
                    <a:pt x="2341219" y="255778"/>
                  </a:lnTo>
                  <a:close/>
                </a:path>
                <a:path extrusionOk="0" h="1025525" w="2341245">
                  <a:moveTo>
                    <a:pt x="2341219" y="127889"/>
                  </a:moveTo>
                  <a:lnTo>
                    <a:pt x="0" y="127889"/>
                  </a:lnTo>
                  <a:lnTo>
                    <a:pt x="0" y="129654"/>
                  </a:lnTo>
                  <a:lnTo>
                    <a:pt x="2341219" y="129654"/>
                  </a:lnTo>
                  <a:lnTo>
                    <a:pt x="2341219" y="127889"/>
                  </a:lnTo>
                  <a:close/>
                </a:path>
                <a:path extrusionOk="0" h="1025525" w="2341245">
                  <a:moveTo>
                    <a:pt x="2341219" y="0"/>
                  </a:moveTo>
                  <a:lnTo>
                    <a:pt x="0" y="0"/>
                  </a:lnTo>
                  <a:lnTo>
                    <a:pt x="0" y="1765"/>
                  </a:lnTo>
                  <a:lnTo>
                    <a:pt x="2341219" y="1765"/>
                  </a:lnTo>
                  <a:lnTo>
                    <a:pt x="234121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12"/>
            <p:cNvSpPr/>
            <p:nvPr/>
          </p:nvSpPr>
          <p:spPr>
            <a:xfrm>
              <a:off x="3520097" y="2059876"/>
              <a:ext cx="38100" cy="2363470"/>
            </a:xfrm>
            <a:custGeom>
              <a:rect b="b" l="l" r="r" t="t"/>
              <a:pathLst>
                <a:path extrusionOk="0" h="2363470" w="38100">
                  <a:moveTo>
                    <a:pt x="1765" y="0"/>
                  </a:moveTo>
                  <a:lnTo>
                    <a:pt x="0" y="0"/>
                  </a:lnTo>
                  <a:lnTo>
                    <a:pt x="0" y="14287"/>
                  </a:lnTo>
                  <a:lnTo>
                    <a:pt x="1765" y="14287"/>
                  </a:lnTo>
                  <a:lnTo>
                    <a:pt x="1765" y="0"/>
                  </a:lnTo>
                  <a:close/>
                </a:path>
                <a:path extrusionOk="0" h="2363470" w="38100">
                  <a:moveTo>
                    <a:pt x="37769" y="2356180"/>
                  </a:moveTo>
                  <a:lnTo>
                    <a:pt x="36004" y="2356180"/>
                  </a:lnTo>
                  <a:lnTo>
                    <a:pt x="36004" y="2363254"/>
                  </a:lnTo>
                  <a:lnTo>
                    <a:pt x="37769" y="2363254"/>
                  </a:lnTo>
                  <a:lnTo>
                    <a:pt x="37769" y="2356180"/>
                  </a:lnTo>
                  <a:close/>
                </a:path>
              </a:pathLst>
            </a:custGeom>
            <a:solidFill>
              <a:srgbClr val="6D6E7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12"/>
            <p:cNvSpPr/>
            <p:nvPr/>
          </p:nvSpPr>
          <p:spPr>
            <a:xfrm>
              <a:off x="3520979" y="2095588"/>
              <a:ext cx="0" cy="1049655"/>
            </a:xfrm>
            <a:custGeom>
              <a:rect b="b" l="l" r="r" t="t"/>
              <a:pathLst>
                <a:path extrusionOk="0" h="1049655" w="120000">
                  <a:moveTo>
                    <a:pt x="0" y="0"/>
                  </a:moveTo>
                  <a:lnTo>
                    <a:pt x="0" y="1049553"/>
                  </a:lnTo>
                </a:path>
              </a:pathLst>
            </a:custGeom>
            <a:noFill/>
            <a:ln cap="flat" cmpd="sng" w="9525">
              <a:solidFill>
                <a:srgbClr val="6D6E71"/>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12"/>
            <p:cNvSpPr/>
            <p:nvPr/>
          </p:nvSpPr>
          <p:spPr>
            <a:xfrm>
              <a:off x="3520097" y="3166567"/>
              <a:ext cx="1905" cy="121920"/>
            </a:xfrm>
            <a:custGeom>
              <a:rect b="b" l="l" r="r" t="t"/>
              <a:pathLst>
                <a:path extrusionOk="0" h="121920" w="1904">
                  <a:moveTo>
                    <a:pt x="1765" y="117043"/>
                  </a:moveTo>
                  <a:lnTo>
                    <a:pt x="0" y="117043"/>
                  </a:lnTo>
                  <a:lnTo>
                    <a:pt x="0" y="121373"/>
                  </a:lnTo>
                  <a:lnTo>
                    <a:pt x="1765" y="121373"/>
                  </a:lnTo>
                  <a:lnTo>
                    <a:pt x="1765" y="117043"/>
                  </a:lnTo>
                  <a:close/>
                </a:path>
                <a:path extrusionOk="0" h="121920" w="1904">
                  <a:moveTo>
                    <a:pt x="1765" y="0"/>
                  </a:moveTo>
                  <a:lnTo>
                    <a:pt x="0" y="0"/>
                  </a:lnTo>
                  <a:lnTo>
                    <a:pt x="0" y="1193"/>
                  </a:lnTo>
                  <a:lnTo>
                    <a:pt x="1765" y="1193"/>
                  </a:lnTo>
                  <a:lnTo>
                    <a:pt x="1765" y="0"/>
                  </a:lnTo>
                  <a:close/>
                </a:path>
              </a:pathLst>
            </a:custGeom>
            <a:solidFill>
              <a:srgbClr val="6D6E7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12"/>
            <p:cNvSpPr/>
            <p:nvPr/>
          </p:nvSpPr>
          <p:spPr>
            <a:xfrm>
              <a:off x="3520979" y="3309366"/>
              <a:ext cx="0" cy="1085850"/>
            </a:xfrm>
            <a:custGeom>
              <a:rect b="b" l="l" r="r" t="t"/>
              <a:pathLst>
                <a:path extrusionOk="0" h="1085850" w="120000">
                  <a:moveTo>
                    <a:pt x="0" y="0"/>
                  </a:moveTo>
                  <a:lnTo>
                    <a:pt x="0" y="1085265"/>
                  </a:lnTo>
                </a:path>
              </a:pathLst>
            </a:custGeom>
            <a:noFill/>
            <a:ln cap="flat" cmpd="sng" w="9525">
              <a:solidFill>
                <a:srgbClr val="6D6E71"/>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12"/>
            <p:cNvSpPr/>
            <p:nvPr/>
          </p:nvSpPr>
          <p:spPr>
            <a:xfrm>
              <a:off x="4085958" y="2059876"/>
              <a:ext cx="606425" cy="2363470"/>
            </a:xfrm>
            <a:custGeom>
              <a:rect b="b" l="l" r="r" t="t"/>
              <a:pathLst>
                <a:path extrusionOk="0" h="2363470" w="606425">
                  <a:moveTo>
                    <a:pt x="1778" y="2320467"/>
                  </a:moveTo>
                  <a:lnTo>
                    <a:pt x="0" y="2320467"/>
                  </a:lnTo>
                  <a:lnTo>
                    <a:pt x="0" y="2334755"/>
                  </a:lnTo>
                  <a:lnTo>
                    <a:pt x="1778" y="2334755"/>
                  </a:lnTo>
                  <a:lnTo>
                    <a:pt x="1778" y="2320467"/>
                  </a:lnTo>
                  <a:close/>
                </a:path>
                <a:path extrusionOk="0" h="2363470" w="606425">
                  <a:moveTo>
                    <a:pt x="1778" y="2284768"/>
                  </a:moveTo>
                  <a:lnTo>
                    <a:pt x="0" y="2284768"/>
                  </a:lnTo>
                  <a:lnTo>
                    <a:pt x="0" y="2299043"/>
                  </a:lnTo>
                  <a:lnTo>
                    <a:pt x="1778" y="2299043"/>
                  </a:lnTo>
                  <a:lnTo>
                    <a:pt x="1778" y="2284768"/>
                  </a:lnTo>
                  <a:close/>
                </a:path>
                <a:path extrusionOk="0" h="2363470" w="606425">
                  <a:moveTo>
                    <a:pt x="1778" y="2249068"/>
                  </a:moveTo>
                  <a:lnTo>
                    <a:pt x="0" y="2249068"/>
                  </a:lnTo>
                  <a:lnTo>
                    <a:pt x="0" y="2263343"/>
                  </a:lnTo>
                  <a:lnTo>
                    <a:pt x="1778" y="2263343"/>
                  </a:lnTo>
                  <a:lnTo>
                    <a:pt x="1778" y="2249068"/>
                  </a:lnTo>
                  <a:close/>
                </a:path>
                <a:path extrusionOk="0" h="2363470" w="606425">
                  <a:moveTo>
                    <a:pt x="1778" y="2213368"/>
                  </a:moveTo>
                  <a:lnTo>
                    <a:pt x="0" y="2213368"/>
                  </a:lnTo>
                  <a:lnTo>
                    <a:pt x="0" y="2227656"/>
                  </a:lnTo>
                  <a:lnTo>
                    <a:pt x="1778" y="2227656"/>
                  </a:lnTo>
                  <a:lnTo>
                    <a:pt x="1778" y="2213368"/>
                  </a:lnTo>
                  <a:close/>
                </a:path>
                <a:path extrusionOk="0" h="2363470" w="606425">
                  <a:moveTo>
                    <a:pt x="1778" y="2177669"/>
                  </a:moveTo>
                  <a:lnTo>
                    <a:pt x="0" y="2177669"/>
                  </a:lnTo>
                  <a:lnTo>
                    <a:pt x="0" y="2191943"/>
                  </a:lnTo>
                  <a:lnTo>
                    <a:pt x="1778" y="2191943"/>
                  </a:lnTo>
                  <a:lnTo>
                    <a:pt x="1778" y="2177669"/>
                  </a:lnTo>
                  <a:close/>
                </a:path>
                <a:path extrusionOk="0" h="2363470" w="606425">
                  <a:moveTo>
                    <a:pt x="1778" y="2141969"/>
                  </a:moveTo>
                  <a:lnTo>
                    <a:pt x="0" y="2141969"/>
                  </a:lnTo>
                  <a:lnTo>
                    <a:pt x="0" y="2156244"/>
                  </a:lnTo>
                  <a:lnTo>
                    <a:pt x="1778" y="2156244"/>
                  </a:lnTo>
                  <a:lnTo>
                    <a:pt x="1778" y="2141969"/>
                  </a:lnTo>
                  <a:close/>
                </a:path>
                <a:path extrusionOk="0" h="2363470" w="606425">
                  <a:moveTo>
                    <a:pt x="1778" y="2106269"/>
                  </a:moveTo>
                  <a:lnTo>
                    <a:pt x="0" y="2106269"/>
                  </a:lnTo>
                  <a:lnTo>
                    <a:pt x="0" y="2120557"/>
                  </a:lnTo>
                  <a:lnTo>
                    <a:pt x="1778" y="2120557"/>
                  </a:lnTo>
                  <a:lnTo>
                    <a:pt x="1778" y="2106269"/>
                  </a:lnTo>
                  <a:close/>
                </a:path>
                <a:path extrusionOk="0" h="2363470" w="606425">
                  <a:moveTo>
                    <a:pt x="1778" y="2070569"/>
                  </a:moveTo>
                  <a:lnTo>
                    <a:pt x="0" y="2070569"/>
                  </a:lnTo>
                  <a:lnTo>
                    <a:pt x="0" y="2084844"/>
                  </a:lnTo>
                  <a:lnTo>
                    <a:pt x="1778" y="2084844"/>
                  </a:lnTo>
                  <a:lnTo>
                    <a:pt x="1778" y="2070569"/>
                  </a:lnTo>
                  <a:close/>
                </a:path>
                <a:path extrusionOk="0" h="2363470" w="606425">
                  <a:moveTo>
                    <a:pt x="1778" y="2034870"/>
                  </a:moveTo>
                  <a:lnTo>
                    <a:pt x="0" y="2034870"/>
                  </a:lnTo>
                  <a:lnTo>
                    <a:pt x="0" y="2049145"/>
                  </a:lnTo>
                  <a:lnTo>
                    <a:pt x="1778" y="2049145"/>
                  </a:lnTo>
                  <a:lnTo>
                    <a:pt x="1778" y="2034870"/>
                  </a:lnTo>
                  <a:close/>
                </a:path>
                <a:path extrusionOk="0" h="2363470" w="606425">
                  <a:moveTo>
                    <a:pt x="1778" y="1999170"/>
                  </a:moveTo>
                  <a:lnTo>
                    <a:pt x="0" y="1999170"/>
                  </a:lnTo>
                  <a:lnTo>
                    <a:pt x="0" y="2013458"/>
                  </a:lnTo>
                  <a:lnTo>
                    <a:pt x="1778" y="2013458"/>
                  </a:lnTo>
                  <a:lnTo>
                    <a:pt x="1778" y="1999170"/>
                  </a:lnTo>
                  <a:close/>
                </a:path>
                <a:path extrusionOk="0" h="2363470" w="606425">
                  <a:moveTo>
                    <a:pt x="1778" y="1963470"/>
                  </a:moveTo>
                  <a:lnTo>
                    <a:pt x="0" y="1963470"/>
                  </a:lnTo>
                  <a:lnTo>
                    <a:pt x="0" y="1977745"/>
                  </a:lnTo>
                  <a:lnTo>
                    <a:pt x="1778" y="1977745"/>
                  </a:lnTo>
                  <a:lnTo>
                    <a:pt x="1778" y="1963470"/>
                  </a:lnTo>
                  <a:close/>
                </a:path>
                <a:path extrusionOk="0" h="2363470" w="606425">
                  <a:moveTo>
                    <a:pt x="1778" y="1927771"/>
                  </a:moveTo>
                  <a:lnTo>
                    <a:pt x="0" y="1927771"/>
                  </a:lnTo>
                  <a:lnTo>
                    <a:pt x="0" y="1942045"/>
                  </a:lnTo>
                  <a:lnTo>
                    <a:pt x="1778" y="1942045"/>
                  </a:lnTo>
                  <a:lnTo>
                    <a:pt x="1778" y="1927771"/>
                  </a:lnTo>
                  <a:close/>
                </a:path>
                <a:path extrusionOk="0" h="2363470" w="606425">
                  <a:moveTo>
                    <a:pt x="1778" y="1892071"/>
                  </a:moveTo>
                  <a:lnTo>
                    <a:pt x="0" y="1892071"/>
                  </a:lnTo>
                  <a:lnTo>
                    <a:pt x="0" y="1906358"/>
                  </a:lnTo>
                  <a:lnTo>
                    <a:pt x="1778" y="1906358"/>
                  </a:lnTo>
                  <a:lnTo>
                    <a:pt x="1778" y="1892071"/>
                  </a:lnTo>
                  <a:close/>
                </a:path>
                <a:path extrusionOk="0" h="2363470" w="606425">
                  <a:moveTo>
                    <a:pt x="1778" y="1856371"/>
                  </a:moveTo>
                  <a:lnTo>
                    <a:pt x="0" y="1856371"/>
                  </a:lnTo>
                  <a:lnTo>
                    <a:pt x="0" y="1870646"/>
                  </a:lnTo>
                  <a:lnTo>
                    <a:pt x="1778" y="1870646"/>
                  </a:lnTo>
                  <a:lnTo>
                    <a:pt x="1778" y="1856371"/>
                  </a:lnTo>
                  <a:close/>
                </a:path>
                <a:path extrusionOk="0" h="2363470" w="606425">
                  <a:moveTo>
                    <a:pt x="1778" y="1820672"/>
                  </a:moveTo>
                  <a:lnTo>
                    <a:pt x="0" y="1820672"/>
                  </a:lnTo>
                  <a:lnTo>
                    <a:pt x="0" y="1834946"/>
                  </a:lnTo>
                  <a:lnTo>
                    <a:pt x="1778" y="1834946"/>
                  </a:lnTo>
                  <a:lnTo>
                    <a:pt x="1778" y="1820672"/>
                  </a:lnTo>
                  <a:close/>
                </a:path>
                <a:path extrusionOk="0" h="2363470" w="606425">
                  <a:moveTo>
                    <a:pt x="1778" y="1784985"/>
                  </a:moveTo>
                  <a:lnTo>
                    <a:pt x="0" y="1784985"/>
                  </a:lnTo>
                  <a:lnTo>
                    <a:pt x="0" y="1799259"/>
                  </a:lnTo>
                  <a:lnTo>
                    <a:pt x="1778" y="1799259"/>
                  </a:lnTo>
                  <a:lnTo>
                    <a:pt x="1778" y="1784985"/>
                  </a:lnTo>
                  <a:close/>
                </a:path>
                <a:path extrusionOk="0" h="2363470" w="606425">
                  <a:moveTo>
                    <a:pt x="1778" y="1749272"/>
                  </a:moveTo>
                  <a:lnTo>
                    <a:pt x="0" y="1749272"/>
                  </a:lnTo>
                  <a:lnTo>
                    <a:pt x="0" y="1763560"/>
                  </a:lnTo>
                  <a:lnTo>
                    <a:pt x="1778" y="1763560"/>
                  </a:lnTo>
                  <a:lnTo>
                    <a:pt x="1778" y="1749272"/>
                  </a:lnTo>
                  <a:close/>
                </a:path>
                <a:path extrusionOk="0" h="2363470" w="606425">
                  <a:moveTo>
                    <a:pt x="1778" y="1713572"/>
                  </a:moveTo>
                  <a:lnTo>
                    <a:pt x="0" y="1713572"/>
                  </a:lnTo>
                  <a:lnTo>
                    <a:pt x="0" y="1727847"/>
                  </a:lnTo>
                  <a:lnTo>
                    <a:pt x="1778" y="1727847"/>
                  </a:lnTo>
                  <a:lnTo>
                    <a:pt x="1778" y="1713572"/>
                  </a:lnTo>
                  <a:close/>
                </a:path>
                <a:path extrusionOk="0" h="2363470" w="606425">
                  <a:moveTo>
                    <a:pt x="1778" y="1677885"/>
                  </a:moveTo>
                  <a:lnTo>
                    <a:pt x="0" y="1677885"/>
                  </a:lnTo>
                  <a:lnTo>
                    <a:pt x="0" y="1692160"/>
                  </a:lnTo>
                  <a:lnTo>
                    <a:pt x="1778" y="1692160"/>
                  </a:lnTo>
                  <a:lnTo>
                    <a:pt x="1778" y="1677885"/>
                  </a:lnTo>
                  <a:close/>
                </a:path>
                <a:path extrusionOk="0" h="2363470" w="606425">
                  <a:moveTo>
                    <a:pt x="1778" y="1642173"/>
                  </a:moveTo>
                  <a:lnTo>
                    <a:pt x="0" y="1642173"/>
                  </a:lnTo>
                  <a:lnTo>
                    <a:pt x="0" y="1656461"/>
                  </a:lnTo>
                  <a:lnTo>
                    <a:pt x="1778" y="1656461"/>
                  </a:lnTo>
                  <a:lnTo>
                    <a:pt x="1778" y="1642173"/>
                  </a:lnTo>
                  <a:close/>
                </a:path>
                <a:path extrusionOk="0" h="2363470" w="606425">
                  <a:moveTo>
                    <a:pt x="1778" y="1606473"/>
                  </a:moveTo>
                  <a:lnTo>
                    <a:pt x="0" y="1606473"/>
                  </a:lnTo>
                  <a:lnTo>
                    <a:pt x="0" y="1620748"/>
                  </a:lnTo>
                  <a:lnTo>
                    <a:pt x="1778" y="1620748"/>
                  </a:lnTo>
                  <a:lnTo>
                    <a:pt x="1778" y="1606473"/>
                  </a:lnTo>
                  <a:close/>
                </a:path>
                <a:path extrusionOk="0" h="2363470" w="606425">
                  <a:moveTo>
                    <a:pt x="1778" y="1570786"/>
                  </a:moveTo>
                  <a:lnTo>
                    <a:pt x="0" y="1570786"/>
                  </a:lnTo>
                  <a:lnTo>
                    <a:pt x="0" y="1585061"/>
                  </a:lnTo>
                  <a:lnTo>
                    <a:pt x="1778" y="1585061"/>
                  </a:lnTo>
                  <a:lnTo>
                    <a:pt x="1778" y="1570786"/>
                  </a:lnTo>
                  <a:close/>
                </a:path>
                <a:path extrusionOk="0" h="2363470" w="606425">
                  <a:moveTo>
                    <a:pt x="1778" y="1535074"/>
                  </a:moveTo>
                  <a:lnTo>
                    <a:pt x="0" y="1535074"/>
                  </a:lnTo>
                  <a:lnTo>
                    <a:pt x="0" y="1549361"/>
                  </a:lnTo>
                  <a:lnTo>
                    <a:pt x="1778" y="1549361"/>
                  </a:lnTo>
                  <a:lnTo>
                    <a:pt x="1778" y="1535074"/>
                  </a:lnTo>
                  <a:close/>
                </a:path>
                <a:path extrusionOk="0" h="2363470" w="606425">
                  <a:moveTo>
                    <a:pt x="1778" y="1499374"/>
                  </a:moveTo>
                  <a:lnTo>
                    <a:pt x="0" y="1499374"/>
                  </a:lnTo>
                  <a:lnTo>
                    <a:pt x="0" y="1513649"/>
                  </a:lnTo>
                  <a:lnTo>
                    <a:pt x="1778" y="1513649"/>
                  </a:lnTo>
                  <a:lnTo>
                    <a:pt x="1778" y="1499374"/>
                  </a:lnTo>
                  <a:close/>
                </a:path>
                <a:path extrusionOk="0" h="2363470" w="606425">
                  <a:moveTo>
                    <a:pt x="1778" y="1463687"/>
                  </a:moveTo>
                  <a:lnTo>
                    <a:pt x="0" y="1463687"/>
                  </a:lnTo>
                  <a:lnTo>
                    <a:pt x="0" y="1477962"/>
                  </a:lnTo>
                  <a:lnTo>
                    <a:pt x="1778" y="1477962"/>
                  </a:lnTo>
                  <a:lnTo>
                    <a:pt x="1778" y="1463687"/>
                  </a:lnTo>
                  <a:close/>
                </a:path>
                <a:path extrusionOk="0" h="2363470" w="606425">
                  <a:moveTo>
                    <a:pt x="1778" y="1427975"/>
                  </a:moveTo>
                  <a:lnTo>
                    <a:pt x="0" y="1427975"/>
                  </a:lnTo>
                  <a:lnTo>
                    <a:pt x="0" y="1442262"/>
                  </a:lnTo>
                  <a:lnTo>
                    <a:pt x="1778" y="1442262"/>
                  </a:lnTo>
                  <a:lnTo>
                    <a:pt x="1778" y="1427975"/>
                  </a:lnTo>
                  <a:close/>
                </a:path>
                <a:path extrusionOk="0" h="2363470" w="606425">
                  <a:moveTo>
                    <a:pt x="1778" y="1392275"/>
                  </a:moveTo>
                  <a:lnTo>
                    <a:pt x="0" y="1392275"/>
                  </a:lnTo>
                  <a:lnTo>
                    <a:pt x="0" y="1406550"/>
                  </a:lnTo>
                  <a:lnTo>
                    <a:pt x="1778" y="1406550"/>
                  </a:lnTo>
                  <a:lnTo>
                    <a:pt x="1778" y="1392275"/>
                  </a:lnTo>
                  <a:close/>
                </a:path>
                <a:path extrusionOk="0" h="2363470" w="606425">
                  <a:moveTo>
                    <a:pt x="1778" y="1356588"/>
                  </a:moveTo>
                  <a:lnTo>
                    <a:pt x="0" y="1356588"/>
                  </a:lnTo>
                  <a:lnTo>
                    <a:pt x="0" y="1370863"/>
                  </a:lnTo>
                  <a:lnTo>
                    <a:pt x="1778" y="1370863"/>
                  </a:lnTo>
                  <a:lnTo>
                    <a:pt x="1778" y="1356588"/>
                  </a:lnTo>
                  <a:close/>
                </a:path>
                <a:path extrusionOk="0" h="2363470" w="606425">
                  <a:moveTo>
                    <a:pt x="1778" y="1320888"/>
                  </a:moveTo>
                  <a:lnTo>
                    <a:pt x="0" y="1320888"/>
                  </a:lnTo>
                  <a:lnTo>
                    <a:pt x="0" y="1335163"/>
                  </a:lnTo>
                  <a:lnTo>
                    <a:pt x="1778" y="1335163"/>
                  </a:lnTo>
                  <a:lnTo>
                    <a:pt x="1778" y="1320888"/>
                  </a:lnTo>
                  <a:close/>
                </a:path>
                <a:path extrusionOk="0" h="2363470" w="606425">
                  <a:moveTo>
                    <a:pt x="1778" y="1285176"/>
                  </a:moveTo>
                  <a:lnTo>
                    <a:pt x="0" y="1285176"/>
                  </a:lnTo>
                  <a:lnTo>
                    <a:pt x="0" y="1299451"/>
                  </a:lnTo>
                  <a:lnTo>
                    <a:pt x="1778" y="1299451"/>
                  </a:lnTo>
                  <a:lnTo>
                    <a:pt x="1778" y="1285176"/>
                  </a:lnTo>
                  <a:close/>
                </a:path>
                <a:path extrusionOk="0" h="2363470" w="606425">
                  <a:moveTo>
                    <a:pt x="1778" y="1249489"/>
                  </a:moveTo>
                  <a:lnTo>
                    <a:pt x="0" y="1249489"/>
                  </a:lnTo>
                  <a:lnTo>
                    <a:pt x="0" y="1263764"/>
                  </a:lnTo>
                  <a:lnTo>
                    <a:pt x="1778" y="1263764"/>
                  </a:lnTo>
                  <a:lnTo>
                    <a:pt x="1778" y="1249489"/>
                  </a:lnTo>
                  <a:close/>
                </a:path>
                <a:path extrusionOk="0" h="2363470" w="606425">
                  <a:moveTo>
                    <a:pt x="1778" y="1223733"/>
                  </a:moveTo>
                  <a:lnTo>
                    <a:pt x="0" y="1223733"/>
                  </a:lnTo>
                  <a:lnTo>
                    <a:pt x="0" y="1228064"/>
                  </a:lnTo>
                  <a:lnTo>
                    <a:pt x="1778" y="1228064"/>
                  </a:lnTo>
                  <a:lnTo>
                    <a:pt x="1778" y="1223733"/>
                  </a:lnTo>
                  <a:close/>
                </a:path>
                <a:path extrusionOk="0" h="2363470" w="606425">
                  <a:moveTo>
                    <a:pt x="1778" y="1106690"/>
                  </a:moveTo>
                  <a:lnTo>
                    <a:pt x="0" y="1106690"/>
                  </a:lnTo>
                  <a:lnTo>
                    <a:pt x="0" y="1107884"/>
                  </a:lnTo>
                  <a:lnTo>
                    <a:pt x="1778" y="1107884"/>
                  </a:lnTo>
                  <a:lnTo>
                    <a:pt x="1778" y="1106690"/>
                  </a:lnTo>
                  <a:close/>
                </a:path>
                <a:path extrusionOk="0" h="2363470" w="606425">
                  <a:moveTo>
                    <a:pt x="1778" y="1070978"/>
                  </a:moveTo>
                  <a:lnTo>
                    <a:pt x="0" y="1070978"/>
                  </a:lnTo>
                  <a:lnTo>
                    <a:pt x="0" y="1085265"/>
                  </a:lnTo>
                  <a:lnTo>
                    <a:pt x="1778" y="1085265"/>
                  </a:lnTo>
                  <a:lnTo>
                    <a:pt x="1778" y="1070978"/>
                  </a:lnTo>
                  <a:close/>
                </a:path>
                <a:path extrusionOk="0" h="2363470" w="606425">
                  <a:moveTo>
                    <a:pt x="1778" y="1035291"/>
                  </a:moveTo>
                  <a:lnTo>
                    <a:pt x="0" y="1035291"/>
                  </a:lnTo>
                  <a:lnTo>
                    <a:pt x="0" y="1049566"/>
                  </a:lnTo>
                  <a:lnTo>
                    <a:pt x="1778" y="1049566"/>
                  </a:lnTo>
                  <a:lnTo>
                    <a:pt x="1778" y="1035291"/>
                  </a:lnTo>
                  <a:close/>
                </a:path>
                <a:path extrusionOk="0" h="2363470" w="606425">
                  <a:moveTo>
                    <a:pt x="1778" y="999591"/>
                  </a:moveTo>
                  <a:lnTo>
                    <a:pt x="0" y="999591"/>
                  </a:lnTo>
                  <a:lnTo>
                    <a:pt x="0" y="1013866"/>
                  </a:lnTo>
                  <a:lnTo>
                    <a:pt x="1778" y="1013866"/>
                  </a:lnTo>
                  <a:lnTo>
                    <a:pt x="1778" y="999591"/>
                  </a:lnTo>
                  <a:close/>
                </a:path>
                <a:path extrusionOk="0" h="2363470" w="606425">
                  <a:moveTo>
                    <a:pt x="1778" y="963879"/>
                  </a:moveTo>
                  <a:lnTo>
                    <a:pt x="0" y="963879"/>
                  </a:lnTo>
                  <a:lnTo>
                    <a:pt x="0" y="978166"/>
                  </a:lnTo>
                  <a:lnTo>
                    <a:pt x="1778" y="978166"/>
                  </a:lnTo>
                  <a:lnTo>
                    <a:pt x="1778" y="963879"/>
                  </a:lnTo>
                  <a:close/>
                </a:path>
                <a:path extrusionOk="0" h="2363470" w="606425">
                  <a:moveTo>
                    <a:pt x="1778" y="928192"/>
                  </a:moveTo>
                  <a:lnTo>
                    <a:pt x="0" y="928192"/>
                  </a:lnTo>
                  <a:lnTo>
                    <a:pt x="0" y="942467"/>
                  </a:lnTo>
                  <a:lnTo>
                    <a:pt x="1778" y="942467"/>
                  </a:lnTo>
                  <a:lnTo>
                    <a:pt x="1778" y="928192"/>
                  </a:lnTo>
                  <a:close/>
                </a:path>
                <a:path extrusionOk="0" h="2363470" w="606425">
                  <a:moveTo>
                    <a:pt x="1778" y="892492"/>
                  </a:moveTo>
                  <a:lnTo>
                    <a:pt x="0" y="892492"/>
                  </a:lnTo>
                  <a:lnTo>
                    <a:pt x="0" y="906767"/>
                  </a:lnTo>
                  <a:lnTo>
                    <a:pt x="1778" y="906767"/>
                  </a:lnTo>
                  <a:lnTo>
                    <a:pt x="1778" y="892492"/>
                  </a:lnTo>
                  <a:close/>
                </a:path>
                <a:path extrusionOk="0" h="2363470" w="606425">
                  <a:moveTo>
                    <a:pt x="1778" y="856792"/>
                  </a:moveTo>
                  <a:lnTo>
                    <a:pt x="0" y="856792"/>
                  </a:lnTo>
                  <a:lnTo>
                    <a:pt x="0" y="871067"/>
                  </a:lnTo>
                  <a:lnTo>
                    <a:pt x="1778" y="871067"/>
                  </a:lnTo>
                  <a:lnTo>
                    <a:pt x="1778" y="856792"/>
                  </a:lnTo>
                  <a:close/>
                </a:path>
                <a:path extrusionOk="0" h="2363470" w="606425">
                  <a:moveTo>
                    <a:pt x="1778" y="821093"/>
                  </a:moveTo>
                  <a:lnTo>
                    <a:pt x="0" y="821093"/>
                  </a:lnTo>
                  <a:lnTo>
                    <a:pt x="0" y="835380"/>
                  </a:lnTo>
                  <a:lnTo>
                    <a:pt x="1778" y="835380"/>
                  </a:lnTo>
                  <a:lnTo>
                    <a:pt x="1778" y="821093"/>
                  </a:lnTo>
                  <a:close/>
                </a:path>
                <a:path extrusionOk="0" h="2363470" w="606425">
                  <a:moveTo>
                    <a:pt x="1778" y="785393"/>
                  </a:moveTo>
                  <a:lnTo>
                    <a:pt x="0" y="785393"/>
                  </a:lnTo>
                  <a:lnTo>
                    <a:pt x="0" y="799668"/>
                  </a:lnTo>
                  <a:lnTo>
                    <a:pt x="1778" y="799668"/>
                  </a:lnTo>
                  <a:lnTo>
                    <a:pt x="1778" y="785393"/>
                  </a:lnTo>
                  <a:close/>
                </a:path>
                <a:path extrusionOk="0" h="2363470" w="606425">
                  <a:moveTo>
                    <a:pt x="1778" y="749693"/>
                  </a:moveTo>
                  <a:lnTo>
                    <a:pt x="0" y="749693"/>
                  </a:lnTo>
                  <a:lnTo>
                    <a:pt x="0" y="763968"/>
                  </a:lnTo>
                  <a:lnTo>
                    <a:pt x="1778" y="763968"/>
                  </a:lnTo>
                  <a:lnTo>
                    <a:pt x="1778" y="749693"/>
                  </a:lnTo>
                  <a:close/>
                </a:path>
                <a:path extrusionOk="0" h="2363470" w="606425">
                  <a:moveTo>
                    <a:pt x="1778" y="713994"/>
                  </a:moveTo>
                  <a:lnTo>
                    <a:pt x="0" y="713994"/>
                  </a:lnTo>
                  <a:lnTo>
                    <a:pt x="0" y="728281"/>
                  </a:lnTo>
                  <a:lnTo>
                    <a:pt x="1778" y="728281"/>
                  </a:lnTo>
                  <a:lnTo>
                    <a:pt x="1778" y="713994"/>
                  </a:lnTo>
                  <a:close/>
                </a:path>
                <a:path extrusionOk="0" h="2363470" w="606425">
                  <a:moveTo>
                    <a:pt x="1778" y="678294"/>
                  </a:moveTo>
                  <a:lnTo>
                    <a:pt x="0" y="678294"/>
                  </a:lnTo>
                  <a:lnTo>
                    <a:pt x="0" y="692569"/>
                  </a:lnTo>
                  <a:lnTo>
                    <a:pt x="1778" y="692569"/>
                  </a:lnTo>
                  <a:lnTo>
                    <a:pt x="1778" y="678294"/>
                  </a:lnTo>
                  <a:close/>
                </a:path>
                <a:path extrusionOk="0" h="2363470" w="606425">
                  <a:moveTo>
                    <a:pt x="1778" y="642594"/>
                  </a:moveTo>
                  <a:lnTo>
                    <a:pt x="0" y="642594"/>
                  </a:lnTo>
                  <a:lnTo>
                    <a:pt x="0" y="656869"/>
                  </a:lnTo>
                  <a:lnTo>
                    <a:pt x="1778" y="656869"/>
                  </a:lnTo>
                  <a:lnTo>
                    <a:pt x="1778" y="642594"/>
                  </a:lnTo>
                  <a:close/>
                </a:path>
                <a:path extrusionOk="0" h="2363470" w="606425">
                  <a:moveTo>
                    <a:pt x="1778" y="606894"/>
                  </a:moveTo>
                  <a:lnTo>
                    <a:pt x="0" y="606894"/>
                  </a:lnTo>
                  <a:lnTo>
                    <a:pt x="0" y="621182"/>
                  </a:lnTo>
                  <a:lnTo>
                    <a:pt x="1778" y="621182"/>
                  </a:lnTo>
                  <a:lnTo>
                    <a:pt x="1778" y="606894"/>
                  </a:lnTo>
                  <a:close/>
                </a:path>
                <a:path extrusionOk="0" h="2363470" w="606425">
                  <a:moveTo>
                    <a:pt x="1778" y="571195"/>
                  </a:moveTo>
                  <a:lnTo>
                    <a:pt x="0" y="571195"/>
                  </a:lnTo>
                  <a:lnTo>
                    <a:pt x="0" y="585470"/>
                  </a:lnTo>
                  <a:lnTo>
                    <a:pt x="1778" y="585470"/>
                  </a:lnTo>
                  <a:lnTo>
                    <a:pt x="1778" y="571195"/>
                  </a:lnTo>
                  <a:close/>
                </a:path>
                <a:path extrusionOk="0" h="2363470" w="606425">
                  <a:moveTo>
                    <a:pt x="1778" y="535495"/>
                  </a:moveTo>
                  <a:lnTo>
                    <a:pt x="0" y="535495"/>
                  </a:lnTo>
                  <a:lnTo>
                    <a:pt x="0" y="549770"/>
                  </a:lnTo>
                  <a:lnTo>
                    <a:pt x="1778" y="549770"/>
                  </a:lnTo>
                  <a:lnTo>
                    <a:pt x="1778" y="535495"/>
                  </a:lnTo>
                  <a:close/>
                </a:path>
                <a:path extrusionOk="0" h="2363470" w="606425">
                  <a:moveTo>
                    <a:pt x="1778" y="499795"/>
                  </a:moveTo>
                  <a:lnTo>
                    <a:pt x="0" y="499795"/>
                  </a:lnTo>
                  <a:lnTo>
                    <a:pt x="0" y="514070"/>
                  </a:lnTo>
                  <a:lnTo>
                    <a:pt x="1778" y="514070"/>
                  </a:lnTo>
                  <a:lnTo>
                    <a:pt x="1778" y="499795"/>
                  </a:lnTo>
                  <a:close/>
                </a:path>
                <a:path extrusionOk="0" h="2363470" w="606425">
                  <a:moveTo>
                    <a:pt x="1778" y="464096"/>
                  </a:moveTo>
                  <a:lnTo>
                    <a:pt x="0" y="464096"/>
                  </a:lnTo>
                  <a:lnTo>
                    <a:pt x="0" y="478383"/>
                  </a:lnTo>
                  <a:lnTo>
                    <a:pt x="1778" y="478383"/>
                  </a:lnTo>
                  <a:lnTo>
                    <a:pt x="1778" y="464096"/>
                  </a:lnTo>
                  <a:close/>
                </a:path>
                <a:path extrusionOk="0" h="2363470" w="606425">
                  <a:moveTo>
                    <a:pt x="1778" y="428396"/>
                  </a:moveTo>
                  <a:lnTo>
                    <a:pt x="0" y="428396"/>
                  </a:lnTo>
                  <a:lnTo>
                    <a:pt x="0" y="442671"/>
                  </a:lnTo>
                  <a:lnTo>
                    <a:pt x="1778" y="442671"/>
                  </a:lnTo>
                  <a:lnTo>
                    <a:pt x="1778" y="428396"/>
                  </a:lnTo>
                  <a:close/>
                </a:path>
                <a:path extrusionOk="0" h="2363470" w="606425">
                  <a:moveTo>
                    <a:pt x="1778" y="392709"/>
                  </a:moveTo>
                  <a:lnTo>
                    <a:pt x="0" y="392709"/>
                  </a:lnTo>
                  <a:lnTo>
                    <a:pt x="0" y="406984"/>
                  </a:lnTo>
                  <a:lnTo>
                    <a:pt x="1778" y="406984"/>
                  </a:lnTo>
                  <a:lnTo>
                    <a:pt x="1778" y="392709"/>
                  </a:lnTo>
                  <a:close/>
                </a:path>
                <a:path extrusionOk="0" h="2363470" w="606425">
                  <a:moveTo>
                    <a:pt x="1778" y="356997"/>
                  </a:moveTo>
                  <a:lnTo>
                    <a:pt x="0" y="356997"/>
                  </a:lnTo>
                  <a:lnTo>
                    <a:pt x="0" y="371284"/>
                  </a:lnTo>
                  <a:lnTo>
                    <a:pt x="1778" y="371284"/>
                  </a:lnTo>
                  <a:lnTo>
                    <a:pt x="1778" y="356997"/>
                  </a:lnTo>
                  <a:close/>
                </a:path>
                <a:path extrusionOk="0" h="2363470" w="606425">
                  <a:moveTo>
                    <a:pt x="1778" y="321297"/>
                  </a:moveTo>
                  <a:lnTo>
                    <a:pt x="0" y="321297"/>
                  </a:lnTo>
                  <a:lnTo>
                    <a:pt x="0" y="335572"/>
                  </a:lnTo>
                  <a:lnTo>
                    <a:pt x="1778" y="335572"/>
                  </a:lnTo>
                  <a:lnTo>
                    <a:pt x="1778" y="321297"/>
                  </a:lnTo>
                  <a:close/>
                </a:path>
                <a:path extrusionOk="0" h="2363470" w="606425">
                  <a:moveTo>
                    <a:pt x="1778" y="285597"/>
                  </a:moveTo>
                  <a:lnTo>
                    <a:pt x="0" y="285597"/>
                  </a:lnTo>
                  <a:lnTo>
                    <a:pt x="0" y="299872"/>
                  </a:lnTo>
                  <a:lnTo>
                    <a:pt x="1778" y="299872"/>
                  </a:lnTo>
                  <a:lnTo>
                    <a:pt x="1778" y="285597"/>
                  </a:lnTo>
                  <a:close/>
                </a:path>
                <a:path extrusionOk="0" h="2363470" w="606425">
                  <a:moveTo>
                    <a:pt x="1778" y="249897"/>
                  </a:moveTo>
                  <a:lnTo>
                    <a:pt x="0" y="249897"/>
                  </a:lnTo>
                  <a:lnTo>
                    <a:pt x="0" y="264185"/>
                  </a:lnTo>
                  <a:lnTo>
                    <a:pt x="1778" y="264185"/>
                  </a:lnTo>
                  <a:lnTo>
                    <a:pt x="1778" y="249897"/>
                  </a:lnTo>
                  <a:close/>
                </a:path>
                <a:path extrusionOk="0" h="2363470" w="606425">
                  <a:moveTo>
                    <a:pt x="1778" y="214198"/>
                  </a:moveTo>
                  <a:lnTo>
                    <a:pt x="0" y="214198"/>
                  </a:lnTo>
                  <a:lnTo>
                    <a:pt x="0" y="228473"/>
                  </a:lnTo>
                  <a:lnTo>
                    <a:pt x="1778" y="228473"/>
                  </a:lnTo>
                  <a:lnTo>
                    <a:pt x="1778" y="214198"/>
                  </a:lnTo>
                  <a:close/>
                </a:path>
                <a:path extrusionOk="0" h="2363470" w="606425">
                  <a:moveTo>
                    <a:pt x="1778" y="178511"/>
                  </a:moveTo>
                  <a:lnTo>
                    <a:pt x="0" y="178511"/>
                  </a:lnTo>
                  <a:lnTo>
                    <a:pt x="0" y="192786"/>
                  </a:lnTo>
                  <a:lnTo>
                    <a:pt x="1778" y="192786"/>
                  </a:lnTo>
                  <a:lnTo>
                    <a:pt x="1778" y="178511"/>
                  </a:lnTo>
                  <a:close/>
                </a:path>
                <a:path extrusionOk="0" h="2363470" w="606425">
                  <a:moveTo>
                    <a:pt x="1778" y="142798"/>
                  </a:moveTo>
                  <a:lnTo>
                    <a:pt x="0" y="142798"/>
                  </a:lnTo>
                  <a:lnTo>
                    <a:pt x="0" y="157086"/>
                  </a:lnTo>
                  <a:lnTo>
                    <a:pt x="1778" y="157086"/>
                  </a:lnTo>
                  <a:lnTo>
                    <a:pt x="1778" y="142798"/>
                  </a:lnTo>
                  <a:close/>
                </a:path>
                <a:path extrusionOk="0" h="2363470" w="606425">
                  <a:moveTo>
                    <a:pt x="1778" y="107099"/>
                  </a:moveTo>
                  <a:lnTo>
                    <a:pt x="0" y="107099"/>
                  </a:lnTo>
                  <a:lnTo>
                    <a:pt x="0" y="121373"/>
                  </a:lnTo>
                  <a:lnTo>
                    <a:pt x="1778" y="121373"/>
                  </a:lnTo>
                  <a:lnTo>
                    <a:pt x="1778" y="107099"/>
                  </a:lnTo>
                  <a:close/>
                </a:path>
                <a:path extrusionOk="0" h="2363470" w="606425">
                  <a:moveTo>
                    <a:pt x="1778" y="71399"/>
                  </a:moveTo>
                  <a:lnTo>
                    <a:pt x="0" y="71399"/>
                  </a:lnTo>
                  <a:lnTo>
                    <a:pt x="0" y="85674"/>
                  </a:lnTo>
                  <a:lnTo>
                    <a:pt x="1778" y="85674"/>
                  </a:lnTo>
                  <a:lnTo>
                    <a:pt x="1778" y="71399"/>
                  </a:lnTo>
                  <a:close/>
                </a:path>
                <a:path extrusionOk="0" h="2363470" w="606425">
                  <a:moveTo>
                    <a:pt x="1778" y="35712"/>
                  </a:moveTo>
                  <a:lnTo>
                    <a:pt x="0" y="35712"/>
                  </a:lnTo>
                  <a:lnTo>
                    <a:pt x="0" y="49987"/>
                  </a:lnTo>
                  <a:lnTo>
                    <a:pt x="1778" y="49987"/>
                  </a:lnTo>
                  <a:lnTo>
                    <a:pt x="1778" y="35712"/>
                  </a:lnTo>
                  <a:close/>
                </a:path>
                <a:path extrusionOk="0" h="2363470" w="606425">
                  <a:moveTo>
                    <a:pt x="1778" y="0"/>
                  </a:moveTo>
                  <a:lnTo>
                    <a:pt x="0" y="0"/>
                  </a:lnTo>
                  <a:lnTo>
                    <a:pt x="0" y="14287"/>
                  </a:lnTo>
                  <a:lnTo>
                    <a:pt x="1778" y="14287"/>
                  </a:lnTo>
                  <a:lnTo>
                    <a:pt x="1778" y="0"/>
                  </a:lnTo>
                  <a:close/>
                </a:path>
                <a:path extrusionOk="0" h="2363470" w="606425">
                  <a:moveTo>
                    <a:pt x="37757" y="2356180"/>
                  </a:moveTo>
                  <a:lnTo>
                    <a:pt x="35991" y="2356180"/>
                  </a:lnTo>
                  <a:lnTo>
                    <a:pt x="35991" y="2363254"/>
                  </a:lnTo>
                  <a:lnTo>
                    <a:pt x="37757" y="2363254"/>
                  </a:lnTo>
                  <a:lnTo>
                    <a:pt x="37757" y="2356180"/>
                  </a:lnTo>
                  <a:close/>
                </a:path>
                <a:path extrusionOk="0" h="2363470" w="606425">
                  <a:moveTo>
                    <a:pt x="570204" y="142798"/>
                  </a:moveTo>
                  <a:lnTo>
                    <a:pt x="568439" y="142798"/>
                  </a:lnTo>
                  <a:lnTo>
                    <a:pt x="568439" y="157086"/>
                  </a:lnTo>
                  <a:lnTo>
                    <a:pt x="570204" y="157086"/>
                  </a:lnTo>
                  <a:lnTo>
                    <a:pt x="570204" y="142798"/>
                  </a:lnTo>
                  <a:close/>
                </a:path>
                <a:path extrusionOk="0" h="2363470" w="606425">
                  <a:moveTo>
                    <a:pt x="570204" y="107099"/>
                  </a:moveTo>
                  <a:lnTo>
                    <a:pt x="568439" y="107099"/>
                  </a:lnTo>
                  <a:lnTo>
                    <a:pt x="568439" y="121373"/>
                  </a:lnTo>
                  <a:lnTo>
                    <a:pt x="570204" y="121373"/>
                  </a:lnTo>
                  <a:lnTo>
                    <a:pt x="570204" y="107099"/>
                  </a:lnTo>
                  <a:close/>
                </a:path>
                <a:path extrusionOk="0" h="2363470" w="606425">
                  <a:moveTo>
                    <a:pt x="570204" y="71399"/>
                  </a:moveTo>
                  <a:lnTo>
                    <a:pt x="568439" y="71399"/>
                  </a:lnTo>
                  <a:lnTo>
                    <a:pt x="568439" y="85674"/>
                  </a:lnTo>
                  <a:lnTo>
                    <a:pt x="570204" y="85674"/>
                  </a:lnTo>
                  <a:lnTo>
                    <a:pt x="570204" y="71399"/>
                  </a:lnTo>
                  <a:close/>
                </a:path>
                <a:path extrusionOk="0" h="2363470" w="606425">
                  <a:moveTo>
                    <a:pt x="570204" y="35712"/>
                  </a:moveTo>
                  <a:lnTo>
                    <a:pt x="568439" y="35712"/>
                  </a:lnTo>
                  <a:lnTo>
                    <a:pt x="568439" y="49987"/>
                  </a:lnTo>
                  <a:lnTo>
                    <a:pt x="570204" y="49987"/>
                  </a:lnTo>
                  <a:lnTo>
                    <a:pt x="570204" y="35712"/>
                  </a:lnTo>
                  <a:close/>
                </a:path>
                <a:path extrusionOk="0" h="2363470" w="606425">
                  <a:moveTo>
                    <a:pt x="570204" y="0"/>
                  </a:moveTo>
                  <a:lnTo>
                    <a:pt x="568439" y="0"/>
                  </a:lnTo>
                  <a:lnTo>
                    <a:pt x="568439" y="14287"/>
                  </a:lnTo>
                  <a:lnTo>
                    <a:pt x="570204" y="14287"/>
                  </a:lnTo>
                  <a:lnTo>
                    <a:pt x="570204" y="0"/>
                  </a:lnTo>
                  <a:close/>
                </a:path>
                <a:path extrusionOk="0" h="2363470" w="606425">
                  <a:moveTo>
                    <a:pt x="606196" y="2356180"/>
                  </a:moveTo>
                  <a:lnTo>
                    <a:pt x="604431" y="2356180"/>
                  </a:lnTo>
                  <a:lnTo>
                    <a:pt x="604431" y="2363254"/>
                  </a:lnTo>
                  <a:lnTo>
                    <a:pt x="606196" y="2363254"/>
                  </a:lnTo>
                  <a:lnTo>
                    <a:pt x="606196" y="2356180"/>
                  </a:lnTo>
                  <a:close/>
                </a:path>
              </a:pathLst>
            </a:custGeom>
            <a:solidFill>
              <a:srgbClr val="6D6E7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12"/>
            <p:cNvSpPr/>
            <p:nvPr/>
          </p:nvSpPr>
          <p:spPr>
            <a:xfrm>
              <a:off x="4654397" y="2059876"/>
              <a:ext cx="603885" cy="2363470"/>
            </a:xfrm>
            <a:custGeom>
              <a:rect b="b" l="l" r="r" t="t"/>
              <a:pathLst>
                <a:path extrusionOk="0" h="2363470" w="603885">
                  <a:moveTo>
                    <a:pt x="1765" y="2320467"/>
                  </a:moveTo>
                  <a:lnTo>
                    <a:pt x="0" y="2320467"/>
                  </a:lnTo>
                  <a:lnTo>
                    <a:pt x="0" y="2334755"/>
                  </a:lnTo>
                  <a:lnTo>
                    <a:pt x="1765" y="2334755"/>
                  </a:lnTo>
                  <a:lnTo>
                    <a:pt x="1765" y="2320467"/>
                  </a:lnTo>
                  <a:close/>
                </a:path>
                <a:path extrusionOk="0" h="2363470" w="603885">
                  <a:moveTo>
                    <a:pt x="1765" y="2284768"/>
                  </a:moveTo>
                  <a:lnTo>
                    <a:pt x="0" y="2284768"/>
                  </a:lnTo>
                  <a:lnTo>
                    <a:pt x="0" y="2299043"/>
                  </a:lnTo>
                  <a:lnTo>
                    <a:pt x="1765" y="2299043"/>
                  </a:lnTo>
                  <a:lnTo>
                    <a:pt x="1765" y="2284768"/>
                  </a:lnTo>
                  <a:close/>
                </a:path>
                <a:path extrusionOk="0" h="2363470" w="603885">
                  <a:moveTo>
                    <a:pt x="1765" y="2249068"/>
                  </a:moveTo>
                  <a:lnTo>
                    <a:pt x="0" y="2249068"/>
                  </a:lnTo>
                  <a:lnTo>
                    <a:pt x="0" y="2263343"/>
                  </a:lnTo>
                  <a:lnTo>
                    <a:pt x="1765" y="2263343"/>
                  </a:lnTo>
                  <a:lnTo>
                    <a:pt x="1765" y="2249068"/>
                  </a:lnTo>
                  <a:close/>
                </a:path>
                <a:path extrusionOk="0" h="2363470" w="603885">
                  <a:moveTo>
                    <a:pt x="1765" y="2213368"/>
                  </a:moveTo>
                  <a:lnTo>
                    <a:pt x="0" y="2213368"/>
                  </a:lnTo>
                  <a:lnTo>
                    <a:pt x="0" y="2227656"/>
                  </a:lnTo>
                  <a:lnTo>
                    <a:pt x="1765" y="2227656"/>
                  </a:lnTo>
                  <a:lnTo>
                    <a:pt x="1765" y="2213368"/>
                  </a:lnTo>
                  <a:close/>
                </a:path>
                <a:path extrusionOk="0" h="2363470" w="603885">
                  <a:moveTo>
                    <a:pt x="1765" y="2177669"/>
                  </a:moveTo>
                  <a:lnTo>
                    <a:pt x="0" y="2177669"/>
                  </a:lnTo>
                  <a:lnTo>
                    <a:pt x="0" y="2191943"/>
                  </a:lnTo>
                  <a:lnTo>
                    <a:pt x="1765" y="2191943"/>
                  </a:lnTo>
                  <a:lnTo>
                    <a:pt x="1765" y="2177669"/>
                  </a:lnTo>
                  <a:close/>
                </a:path>
                <a:path extrusionOk="0" h="2363470" w="603885">
                  <a:moveTo>
                    <a:pt x="1765" y="2141969"/>
                  </a:moveTo>
                  <a:lnTo>
                    <a:pt x="0" y="2141969"/>
                  </a:lnTo>
                  <a:lnTo>
                    <a:pt x="0" y="2156244"/>
                  </a:lnTo>
                  <a:lnTo>
                    <a:pt x="1765" y="2156244"/>
                  </a:lnTo>
                  <a:lnTo>
                    <a:pt x="1765" y="2141969"/>
                  </a:lnTo>
                  <a:close/>
                </a:path>
                <a:path extrusionOk="0" h="2363470" w="603885">
                  <a:moveTo>
                    <a:pt x="1765" y="2106269"/>
                  </a:moveTo>
                  <a:lnTo>
                    <a:pt x="0" y="2106269"/>
                  </a:lnTo>
                  <a:lnTo>
                    <a:pt x="0" y="2120557"/>
                  </a:lnTo>
                  <a:lnTo>
                    <a:pt x="1765" y="2120557"/>
                  </a:lnTo>
                  <a:lnTo>
                    <a:pt x="1765" y="2106269"/>
                  </a:lnTo>
                  <a:close/>
                </a:path>
                <a:path extrusionOk="0" h="2363470" w="603885">
                  <a:moveTo>
                    <a:pt x="1765" y="2070569"/>
                  </a:moveTo>
                  <a:lnTo>
                    <a:pt x="0" y="2070569"/>
                  </a:lnTo>
                  <a:lnTo>
                    <a:pt x="0" y="2084844"/>
                  </a:lnTo>
                  <a:lnTo>
                    <a:pt x="1765" y="2084844"/>
                  </a:lnTo>
                  <a:lnTo>
                    <a:pt x="1765" y="2070569"/>
                  </a:lnTo>
                  <a:close/>
                </a:path>
                <a:path extrusionOk="0" h="2363470" w="603885">
                  <a:moveTo>
                    <a:pt x="1765" y="2034870"/>
                  </a:moveTo>
                  <a:lnTo>
                    <a:pt x="0" y="2034870"/>
                  </a:lnTo>
                  <a:lnTo>
                    <a:pt x="0" y="2049145"/>
                  </a:lnTo>
                  <a:lnTo>
                    <a:pt x="1765" y="2049145"/>
                  </a:lnTo>
                  <a:lnTo>
                    <a:pt x="1765" y="2034870"/>
                  </a:lnTo>
                  <a:close/>
                </a:path>
                <a:path extrusionOk="0" h="2363470" w="603885">
                  <a:moveTo>
                    <a:pt x="1765" y="1999170"/>
                  </a:moveTo>
                  <a:lnTo>
                    <a:pt x="0" y="1999170"/>
                  </a:lnTo>
                  <a:lnTo>
                    <a:pt x="0" y="2013458"/>
                  </a:lnTo>
                  <a:lnTo>
                    <a:pt x="1765" y="2013458"/>
                  </a:lnTo>
                  <a:lnTo>
                    <a:pt x="1765" y="1999170"/>
                  </a:lnTo>
                  <a:close/>
                </a:path>
                <a:path extrusionOk="0" h="2363470" w="603885">
                  <a:moveTo>
                    <a:pt x="1765" y="1963470"/>
                  </a:moveTo>
                  <a:lnTo>
                    <a:pt x="0" y="1963470"/>
                  </a:lnTo>
                  <a:lnTo>
                    <a:pt x="0" y="1977745"/>
                  </a:lnTo>
                  <a:lnTo>
                    <a:pt x="1765" y="1977745"/>
                  </a:lnTo>
                  <a:lnTo>
                    <a:pt x="1765" y="1963470"/>
                  </a:lnTo>
                  <a:close/>
                </a:path>
                <a:path extrusionOk="0" h="2363470" w="603885">
                  <a:moveTo>
                    <a:pt x="1765" y="1927771"/>
                  </a:moveTo>
                  <a:lnTo>
                    <a:pt x="0" y="1927771"/>
                  </a:lnTo>
                  <a:lnTo>
                    <a:pt x="0" y="1942045"/>
                  </a:lnTo>
                  <a:lnTo>
                    <a:pt x="1765" y="1942045"/>
                  </a:lnTo>
                  <a:lnTo>
                    <a:pt x="1765" y="1927771"/>
                  </a:lnTo>
                  <a:close/>
                </a:path>
                <a:path extrusionOk="0" h="2363470" w="603885">
                  <a:moveTo>
                    <a:pt x="1765" y="1892071"/>
                  </a:moveTo>
                  <a:lnTo>
                    <a:pt x="0" y="1892071"/>
                  </a:lnTo>
                  <a:lnTo>
                    <a:pt x="0" y="1906358"/>
                  </a:lnTo>
                  <a:lnTo>
                    <a:pt x="1765" y="1906358"/>
                  </a:lnTo>
                  <a:lnTo>
                    <a:pt x="1765" y="1892071"/>
                  </a:lnTo>
                  <a:close/>
                </a:path>
                <a:path extrusionOk="0" h="2363470" w="603885">
                  <a:moveTo>
                    <a:pt x="1765" y="1856371"/>
                  </a:moveTo>
                  <a:lnTo>
                    <a:pt x="0" y="1856371"/>
                  </a:lnTo>
                  <a:lnTo>
                    <a:pt x="0" y="1870646"/>
                  </a:lnTo>
                  <a:lnTo>
                    <a:pt x="1765" y="1870646"/>
                  </a:lnTo>
                  <a:lnTo>
                    <a:pt x="1765" y="1856371"/>
                  </a:lnTo>
                  <a:close/>
                </a:path>
                <a:path extrusionOk="0" h="2363470" w="603885">
                  <a:moveTo>
                    <a:pt x="1765" y="1820672"/>
                  </a:moveTo>
                  <a:lnTo>
                    <a:pt x="0" y="1820672"/>
                  </a:lnTo>
                  <a:lnTo>
                    <a:pt x="0" y="1834946"/>
                  </a:lnTo>
                  <a:lnTo>
                    <a:pt x="1765" y="1834946"/>
                  </a:lnTo>
                  <a:lnTo>
                    <a:pt x="1765" y="1820672"/>
                  </a:lnTo>
                  <a:close/>
                </a:path>
                <a:path extrusionOk="0" h="2363470" w="603885">
                  <a:moveTo>
                    <a:pt x="1765" y="1784985"/>
                  </a:moveTo>
                  <a:lnTo>
                    <a:pt x="0" y="1784985"/>
                  </a:lnTo>
                  <a:lnTo>
                    <a:pt x="0" y="1799259"/>
                  </a:lnTo>
                  <a:lnTo>
                    <a:pt x="1765" y="1799259"/>
                  </a:lnTo>
                  <a:lnTo>
                    <a:pt x="1765" y="1784985"/>
                  </a:lnTo>
                  <a:close/>
                </a:path>
                <a:path extrusionOk="0" h="2363470" w="603885">
                  <a:moveTo>
                    <a:pt x="1765" y="1749272"/>
                  </a:moveTo>
                  <a:lnTo>
                    <a:pt x="0" y="1749272"/>
                  </a:lnTo>
                  <a:lnTo>
                    <a:pt x="0" y="1763560"/>
                  </a:lnTo>
                  <a:lnTo>
                    <a:pt x="1765" y="1763560"/>
                  </a:lnTo>
                  <a:lnTo>
                    <a:pt x="1765" y="1749272"/>
                  </a:lnTo>
                  <a:close/>
                </a:path>
                <a:path extrusionOk="0" h="2363470" w="603885">
                  <a:moveTo>
                    <a:pt x="1765" y="1713572"/>
                  </a:moveTo>
                  <a:lnTo>
                    <a:pt x="0" y="1713572"/>
                  </a:lnTo>
                  <a:lnTo>
                    <a:pt x="0" y="1727847"/>
                  </a:lnTo>
                  <a:lnTo>
                    <a:pt x="1765" y="1727847"/>
                  </a:lnTo>
                  <a:lnTo>
                    <a:pt x="1765" y="1713572"/>
                  </a:lnTo>
                  <a:close/>
                </a:path>
                <a:path extrusionOk="0" h="2363470" w="603885">
                  <a:moveTo>
                    <a:pt x="1765" y="1677885"/>
                  </a:moveTo>
                  <a:lnTo>
                    <a:pt x="0" y="1677885"/>
                  </a:lnTo>
                  <a:lnTo>
                    <a:pt x="0" y="1692160"/>
                  </a:lnTo>
                  <a:lnTo>
                    <a:pt x="1765" y="1692160"/>
                  </a:lnTo>
                  <a:lnTo>
                    <a:pt x="1765" y="1677885"/>
                  </a:lnTo>
                  <a:close/>
                </a:path>
                <a:path extrusionOk="0" h="2363470" w="603885">
                  <a:moveTo>
                    <a:pt x="1765" y="1642173"/>
                  </a:moveTo>
                  <a:lnTo>
                    <a:pt x="0" y="1642173"/>
                  </a:lnTo>
                  <a:lnTo>
                    <a:pt x="0" y="1656461"/>
                  </a:lnTo>
                  <a:lnTo>
                    <a:pt x="1765" y="1656461"/>
                  </a:lnTo>
                  <a:lnTo>
                    <a:pt x="1765" y="1642173"/>
                  </a:lnTo>
                  <a:close/>
                </a:path>
                <a:path extrusionOk="0" h="2363470" w="603885">
                  <a:moveTo>
                    <a:pt x="1765" y="1606473"/>
                  </a:moveTo>
                  <a:lnTo>
                    <a:pt x="0" y="1606473"/>
                  </a:lnTo>
                  <a:lnTo>
                    <a:pt x="0" y="1620748"/>
                  </a:lnTo>
                  <a:lnTo>
                    <a:pt x="1765" y="1620748"/>
                  </a:lnTo>
                  <a:lnTo>
                    <a:pt x="1765" y="1606473"/>
                  </a:lnTo>
                  <a:close/>
                </a:path>
                <a:path extrusionOk="0" h="2363470" w="603885">
                  <a:moveTo>
                    <a:pt x="1765" y="1570786"/>
                  </a:moveTo>
                  <a:lnTo>
                    <a:pt x="0" y="1570786"/>
                  </a:lnTo>
                  <a:lnTo>
                    <a:pt x="0" y="1585061"/>
                  </a:lnTo>
                  <a:lnTo>
                    <a:pt x="1765" y="1585061"/>
                  </a:lnTo>
                  <a:lnTo>
                    <a:pt x="1765" y="1570786"/>
                  </a:lnTo>
                  <a:close/>
                </a:path>
                <a:path extrusionOk="0" h="2363470" w="603885">
                  <a:moveTo>
                    <a:pt x="1765" y="1535074"/>
                  </a:moveTo>
                  <a:lnTo>
                    <a:pt x="0" y="1535074"/>
                  </a:lnTo>
                  <a:lnTo>
                    <a:pt x="0" y="1549361"/>
                  </a:lnTo>
                  <a:lnTo>
                    <a:pt x="1765" y="1549361"/>
                  </a:lnTo>
                  <a:lnTo>
                    <a:pt x="1765" y="1535074"/>
                  </a:lnTo>
                  <a:close/>
                </a:path>
                <a:path extrusionOk="0" h="2363470" w="603885">
                  <a:moveTo>
                    <a:pt x="1765" y="1499374"/>
                  </a:moveTo>
                  <a:lnTo>
                    <a:pt x="0" y="1499374"/>
                  </a:lnTo>
                  <a:lnTo>
                    <a:pt x="0" y="1513649"/>
                  </a:lnTo>
                  <a:lnTo>
                    <a:pt x="1765" y="1513649"/>
                  </a:lnTo>
                  <a:lnTo>
                    <a:pt x="1765" y="1499374"/>
                  </a:lnTo>
                  <a:close/>
                </a:path>
                <a:path extrusionOk="0" h="2363470" w="603885">
                  <a:moveTo>
                    <a:pt x="1765" y="1463687"/>
                  </a:moveTo>
                  <a:lnTo>
                    <a:pt x="0" y="1463687"/>
                  </a:lnTo>
                  <a:lnTo>
                    <a:pt x="0" y="1477962"/>
                  </a:lnTo>
                  <a:lnTo>
                    <a:pt x="1765" y="1477962"/>
                  </a:lnTo>
                  <a:lnTo>
                    <a:pt x="1765" y="1463687"/>
                  </a:lnTo>
                  <a:close/>
                </a:path>
                <a:path extrusionOk="0" h="2363470" w="603885">
                  <a:moveTo>
                    <a:pt x="1765" y="1427975"/>
                  </a:moveTo>
                  <a:lnTo>
                    <a:pt x="0" y="1427975"/>
                  </a:lnTo>
                  <a:lnTo>
                    <a:pt x="0" y="1442262"/>
                  </a:lnTo>
                  <a:lnTo>
                    <a:pt x="1765" y="1442262"/>
                  </a:lnTo>
                  <a:lnTo>
                    <a:pt x="1765" y="1427975"/>
                  </a:lnTo>
                  <a:close/>
                </a:path>
                <a:path extrusionOk="0" h="2363470" w="603885">
                  <a:moveTo>
                    <a:pt x="1765" y="1392275"/>
                  </a:moveTo>
                  <a:lnTo>
                    <a:pt x="0" y="1392275"/>
                  </a:lnTo>
                  <a:lnTo>
                    <a:pt x="0" y="1406550"/>
                  </a:lnTo>
                  <a:lnTo>
                    <a:pt x="1765" y="1406550"/>
                  </a:lnTo>
                  <a:lnTo>
                    <a:pt x="1765" y="1392275"/>
                  </a:lnTo>
                  <a:close/>
                </a:path>
                <a:path extrusionOk="0" h="2363470" w="603885">
                  <a:moveTo>
                    <a:pt x="1765" y="1356588"/>
                  </a:moveTo>
                  <a:lnTo>
                    <a:pt x="0" y="1356588"/>
                  </a:lnTo>
                  <a:lnTo>
                    <a:pt x="0" y="1370863"/>
                  </a:lnTo>
                  <a:lnTo>
                    <a:pt x="1765" y="1370863"/>
                  </a:lnTo>
                  <a:lnTo>
                    <a:pt x="1765" y="1356588"/>
                  </a:lnTo>
                  <a:close/>
                </a:path>
                <a:path extrusionOk="0" h="2363470" w="603885">
                  <a:moveTo>
                    <a:pt x="1765" y="1320888"/>
                  </a:moveTo>
                  <a:lnTo>
                    <a:pt x="0" y="1320888"/>
                  </a:lnTo>
                  <a:lnTo>
                    <a:pt x="0" y="1335163"/>
                  </a:lnTo>
                  <a:lnTo>
                    <a:pt x="1765" y="1335163"/>
                  </a:lnTo>
                  <a:lnTo>
                    <a:pt x="1765" y="1320888"/>
                  </a:lnTo>
                  <a:close/>
                </a:path>
                <a:path extrusionOk="0" h="2363470" w="603885">
                  <a:moveTo>
                    <a:pt x="1765" y="1285176"/>
                  </a:moveTo>
                  <a:lnTo>
                    <a:pt x="0" y="1285176"/>
                  </a:lnTo>
                  <a:lnTo>
                    <a:pt x="0" y="1299451"/>
                  </a:lnTo>
                  <a:lnTo>
                    <a:pt x="1765" y="1299451"/>
                  </a:lnTo>
                  <a:lnTo>
                    <a:pt x="1765" y="1285176"/>
                  </a:lnTo>
                  <a:close/>
                </a:path>
                <a:path extrusionOk="0" h="2363470" w="603885">
                  <a:moveTo>
                    <a:pt x="1765" y="1249489"/>
                  </a:moveTo>
                  <a:lnTo>
                    <a:pt x="0" y="1249489"/>
                  </a:lnTo>
                  <a:lnTo>
                    <a:pt x="0" y="1263764"/>
                  </a:lnTo>
                  <a:lnTo>
                    <a:pt x="1765" y="1263764"/>
                  </a:lnTo>
                  <a:lnTo>
                    <a:pt x="1765" y="1249489"/>
                  </a:lnTo>
                  <a:close/>
                </a:path>
                <a:path extrusionOk="0" h="2363470" w="603885">
                  <a:moveTo>
                    <a:pt x="1765" y="1223733"/>
                  </a:moveTo>
                  <a:lnTo>
                    <a:pt x="0" y="1223733"/>
                  </a:lnTo>
                  <a:lnTo>
                    <a:pt x="0" y="1228064"/>
                  </a:lnTo>
                  <a:lnTo>
                    <a:pt x="1765" y="1228064"/>
                  </a:lnTo>
                  <a:lnTo>
                    <a:pt x="1765" y="1223733"/>
                  </a:lnTo>
                  <a:close/>
                </a:path>
                <a:path extrusionOk="0" h="2363470" w="603885">
                  <a:moveTo>
                    <a:pt x="1765" y="1106690"/>
                  </a:moveTo>
                  <a:lnTo>
                    <a:pt x="0" y="1106690"/>
                  </a:lnTo>
                  <a:lnTo>
                    <a:pt x="0" y="1107884"/>
                  </a:lnTo>
                  <a:lnTo>
                    <a:pt x="1765" y="1107884"/>
                  </a:lnTo>
                  <a:lnTo>
                    <a:pt x="1765" y="1106690"/>
                  </a:lnTo>
                  <a:close/>
                </a:path>
                <a:path extrusionOk="0" h="2363470" w="603885">
                  <a:moveTo>
                    <a:pt x="1765" y="1070978"/>
                  </a:moveTo>
                  <a:lnTo>
                    <a:pt x="0" y="1070978"/>
                  </a:lnTo>
                  <a:lnTo>
                    <a:pt x="0" y="1085265"/>
                  </a:lnTo>
                  <a:lnTo>
                    <a:pt x="1765" y="1085265"/>
                  </a:lnTo>
                  <a:lnTo>
                    <a:pt x="1765" y="1070978"/>
                  </a:lnTo>
                  <a:close/>
                </a:path>
                <a:path extrusionOk="0" h="2363470" w="603885">
                  <a:moveTo>
                    <a:pt x="1765" y="1035291"/>
                  </a:moveTo>
                  <a:lnTo>
                    <a:pt x="0" y="1035291"/>
                  </a:lnTo>
                  <a:lnTo>
                    <a:pt x="0" y="1049566"/>
                  </a:lnTo>
                  <a:lnTo>
                    <a:pt x="1765" y="1049566"/>
                  </a:lnTo>
                  <a:lnTo>
                    <a:pt x="1765" y="1035291"/>
                  </a:lnTo>
                  <a:close/>
                </a:path>
                <a:path extrusionOk="0" h="2363470" w="603885">
                  <a:moveTo>
                    <a:pt x="1765" y="999591"/>
                  </a:moveTo>
                  <a:lnTo>
                    <a:pt x="0" y="999591"/>
                  </a:lnTo>
                  <a:lnTo>
                    <a:pt x="0" y="1013866"/>
                  </a:lnTo>
                  <a:lnTo>
                    <a:pt x="1765" y="1013866"/>
                  </a:lnTo>
                  <a:lnTo>
                    <a:pt x="1765" y="999591"/>
                  </a:lnTo>
                  <a:close/>
                </a:path>
                <a:path extrusionOk="0" h="2363470" w="603885">
                  <a:moveTo>
                    <a:pt x="1765" y="963879"/>
                  </a:moveTo>
                  <a:lnTo>
                    <a:pt x="0" y="963879"/>
                  </a:lnTo>
                  <a:lnTo>
                    <a:pt x="0" y="978166"/>
                  </a:lnTo>
                  <a:lnTo>
                    <a:pt x="1765" y="978166"/>
                  </a:lnTo>
                  <a:lnTo>
                    <a:pt x="1765" y="963879"/>
                  </a:lnTo>
                  <a:close/>
                </a:path>
                <a:path extrusionOk="0" h="2363470" w="603885">
                  <a:moveTo>
                    <a:pt x="1765" y="928192"/>
                  </a:moveTo>
                  <a:lnTo>
                    <a:pt x="0" y="928192"/>
                  </a:lnTo>
                  <a:lnTo>
                    <a:pt x="0" y="942467"/>
                  </a:lnTo>
                  <a:lnTo>
                    <a:pt x="1765" y="942467"/>
                  </a:lnTo>
                  <a:lnTo>
                    <a:pt x="1765" y="928192"/>
                  </a:lnTo>
                  <a:close/>
                </a:path>
                <a:path extrusionOk="0" h="2363470" w="603885">
                  <a:moveTo>
                    <a:pt x="1765" y="892492"/>
                  </a:moveTo>
                  <a:lnTo>
                    <a:pt x="0" y="892492"/>
                  </a:lnTo>
                  <a:lnTo>
                    <a:pt x="0" y="906767"/>
                  </a:lnTo>
                  <a:lnTo>
                    <a:pt x="1765" y="906767"/>
                  </a:lnTo>
                  <a:lnTo>
                    <a:pt x="1765" y="892492"/>
                  </a:lnTo>
                  <a:close/>
                </a:path>
                <a:path extrusionOk="0" h="2363470" w="603885">
                  <a:moveTo>
                    <a:pt x="1765" y="856792"/>
                  </a:moveTo>
                  <a:lnTo>
                    <a:pt x="0" y="856792"/>
                  </a:lnTo>
                  <a:lnTo>
                    <a:pt x="0" y="871067"/>
                  </a:lnTo>
                  <a:lnTo>
                    <a:pt x="1765" y="871067"/>
                  </a:lnTo>
                  <a:lnTo>
                    <a:pt x="1765" y="856792"/>
                  </a:lnTo>
                  <a:close/>
                </a:path>
                <a:path extrusionOk="0" h="2363470" w="603885">
                  <a:moveTo>
                    <a:pt x="1765" y="821093"/>
                  </a:moveTo>
                  <a:lnTo>
                    <a:pt x="0" y="821093"/>
                  </a:lnTo>
                  <a:lnTo>
                    <a:pt x="0" y="835380"/>
                  </a:lnTo>
                  <a:lnTo>
                    <a:pt x="1765" y="835380"/>
                  </a:lnTo>
                  <a:lnTo>
                    <a:pt x="1765" y="821093"/>
                  </a:lnTo>
                  <a:close/>
                </a:path>
                <a:path extrusionOk="0" h="2363470" w="603885">
                  <a:moveTo>
                    <a:pt x="1765" y="785393"/>
                  </a:moveTo>
                  <a:lnTo>
                    <a:pt x="0" y="785393"/>
                  </a:lnTo>
                  <a:lnTo>
                    <a:pt x="0" y="799668"/>
                  </a:lnTo>
                  <a:lnTo>
                    <a:pt x="1765" y="799668"/>
                  </a:lnTo>
                  <a:lnTo>
                    <a:pt x="1765" y="785393"/>
                  </a:lnTo>
                  <a:close/>
                </a:path>
                <a:path extrusionOk="0" h="2363470" w="603885">
                  <a:moveTo>
                    <a:pt x="1765" y="749693"/>
                  </a:moveTo>
                  <a:lnTo>
                    <a:pt x="0" y="749693"/>
                  </a:lnTo>
                  <a:lnTo>
                    <a:pt x="0" y="763968"/>
                  </a:lnTo>
                  <a:lnTo>
                    <a:pt x="1765" y="763968"/>
                  </a:lnTo>
                  <a:lnTo>
                    <a:pt x="1765" y="749693"/>
                  </a:lnTo>
                  <a:close/>
                </a:path>
                <a:path extrusionOk="0" h="2363470" w="603885">
                  <a:moveTo>
                    <a:pt x="1765" y="713994"/>
                  </a:moveTo>
                  <a:lnTo>
                    <a:pt x="0" y="713994"/>
                  </a:lnTo>
                  <a:lnTo>
                    <a:pt x="0" y="728281"/>
                  </a:lnTo>
                  <a:lnTo>
                    <a:pt x="1765" y="728281"/>
                  </a:lnTo>
                  <a:lnTo>
                    <a:pt x="1765" y="713994"/>
                  </a:lnTo>
                  <a:close/>
                </a:path>
                <a:path extrusionOk="0" h="2363470" w="603885">
                  <a:moveTo>
                    <a:pt x="1765" y="678294"/>
                  </a:moveTo>
                  <a:lnTo>
                    <a:pt x="0" y="678294"/>
                  </a:lnTo>
                  <a:lnTo>
                    <a:pt x="0" y="692569"/>
                  </a:lnTo>
                  <a:lnTo>
                    <a:pt x="1765" y="692569"/>
                  </a:lnTo>
                  <a:lnTo>
                    <a:pt x="1765" y="678294"/>
                  </a:lnTo>
                  <a:close/>
                </a:path>
                <a:path extrusionOk="0" h="2363470" w="603885">
                  <a:moveTo>
                    <a:pt x="1765" y="642594"/>
                  </a:moveTo>
                  <a:lnTo>
                    <a:pt x="0" y="642594"/>
                  </a:lnTo>
                  <a:lnTo>
                    <a:pt x="0" y="656869"/>
                  </a:lnTo>
                  <a:lnTo>
                    <a:pt x="1765" y="656869"/>
                  </a:lnTo>
                  <a:lnTo>
                    <a:pt x="1765" y="642594"/>
                  </a:lnTo>
                  <a:close/>
                </a:path>
                <a:path extrusionOk="0" h="2363470" w="603885">
                  <a:moveTo>
                    <a:pt x="1765" y="606894"/>
                  </a:moveTo>
                  <a:lnTo>
                    <a:pt x="0" y="606894"/>
                  </a:lnTo>
                  <a:lnTo>
                    <a:pt x="0" y="621182"/>
                  </a:lnTo>
                  <a:lnTo>
                    <a:pt x="1765" y="621182"/>
                  </a:lnTo>
                  <a:lnTo>
                    <a:pt x="1765" y="606894"/>
                  </a:lnTo>
                  <a:close/>
                </a:path>
                <a:path extrusionOk="0" h="2363470" w="603885">
                  <a:moveTo>
                    <a:pt x="1765" y="571195"/>
                  </a:moveTo>
                  <a:lnTo>
                    <a:pt x="0" y="571195"/>
                  </a:lnTo>
                  <a:lnTo>
                    <a:pt x="0" y="585470"/>
                  </a:lnTo>
                  <a:lnTo>
                    <a:pt x="1765" y="585470"/>
                  </a:lnTo>
                  <a:lnTo>
                    <a:pt x="1765" y="571195"/>
                  </a:lnTo>
                  <a:close/>
                </a:path>
                <a:path extrusionOk="0" h="2363470" w="603885">
                  <a:moveTo>
                    <a:pt x="1765" y="535495"/>
                  </a:moveTo>
                  <a:lnTo>
                    <a:pt x="0" y="535495"/>
                  </a:lnTo>
                  <a:lnTo>
                    <a:pt x="0" y="549770"/>
                  </a:lnTo>
                  <a:lnTo>
                    <a:pt x="1765" y="549770"/>
                  </a:lnTo>
                  <a:lnTo>
                    <a:pt x="1765" y="535495"/>
                  </a:lnTo>
                  <a:close/>
                </a:path>
                <a:path extrusionOk="0" h="2363470" w="603885">
                  <a:moveTo>
                    <a:pt x="1765" y="499795"/>
                  </a:moveTo>
                  <a:lnTo>
                    <a:pt x="0" y="499795"/>
                  </a:lnTo>
                  <a:lnTo>
                    <a:pt x="0" y="514070"/>
                  </a:lnTo>
                  <a:lnTo>
                    <a:pt x="1765" y="514070"/>
                  </a:lnTo>
                  <a:lnTo>
                    <a:pt x="1765" y="499795"/>
                  </a:lnTo>
                  <a:close/>
                </a:path>
                <a:path extrusionOk="0" h="2363470" w="603885">
                  <a:moveTo>
                    <a:pt x="1765" y="464096"/>
                  </a:moveTo>
                  <a:lnTo>
                    <a:pt x="0" y="464096"/>
                  </a:lnTo>
                  <a:lnTo>
                    <a:pt x="0" y="478383"/>
                  </a:lnTo>
                  <a:lnTo>
                    <a:pt x="1765" y="478383"/>
                  </a:lnTo>
                  <a:lnTo>
                    <a:pt x="1765" y="464096"/>
                  </a:lnTo>
                  <a:close/>
                </a:path>
                <a:path extrusionOk="0" h="2363470" w="603885">
                  <a:moveTo>
                    <a:pt x="1765" y="428396"/>
                  </a:moveTo>
                  <a:lnTo>
                    <a:pt x="0" y="428396"/>
                  </a:lnTo>
                  <a:lnTo>
                    <a:pt x="0" y="442671"/>
                  </a:lnTo>
                  <a:lnTo>
                    <a:pt x="1765" y="442671"/>
                  </a:lnTo>
                  <a:lnTo>
                    <a:pt x="1765" y="428396"/>
                  </a:lnTo>
                  <a:close/>
                </a:path>
                <a:path extrusionOk="0" h="2363470" w="603885">
                  <a:moveTo>
                    <a:pt x="1765" y="392709"/>
                  </a:moveTo>
                  <a:lnTo>
                    <a:pt x="0" y="392709"/>
                  </a:lnTo>
                  <a:lnTo>
                    <a:pt x="0" y="406984"/>
                  </a:lnTo>
                  <a:lnTo>
                    <a:pt x="1765" y="406984"/>
                  </a:lnTo>
                  <a:lnTo>
                    <a:pt x="1765" y="392709"/>
                  </a:lnTo>
                  <a:close/>
                </a:path>
                <a:path extrusionOk="0" h="2363470" w="603885">
                  <a:moveTo>
                    <a:pt x="1765" y="356997"/>
                  </a:moveTo>
                  <a:lnTo>
                    <a:pt x="0" y="356997"/>
                  </a:lnTo>
                  <a:lnTo>
                    <a:pt x="0" y="371284"/>
                  </a:lnTo>
                  <a:lnTo>
                    <a:pt x="1765" y="371284"/>
                  </a:lnTo>
                  <a:lnTo>
                    <a:pt x="1765" y="356997"/>
                  </a:lnTo>
                  <a:close/>
                </a:path>
                <a:path extrusionOk="0" h="2363470" w="603885">
                  <a:moveTo>
                    <a:pt x="1765" y="321297"/>
                  </a:moveTo>
                  <a:lnTo>
                    <a:pt x="0" y="321297"/>
                  </a:lnTo>
                  <a:lnTo>
                    <a:pt x="0" y="335572"/>
                  </a:lnTo>
                  <a:lnTo>
                    <a:pt x="1765" y="335572"/>
                  </a:lnTo>
                  <a:lnTo>
                    <a:pt x="1765" y="321297"/>
                  </a:lnTo>
                  <a:close/>
                </a:path>
                <a:path extrusionOk="0" h="2363470" w="603885">
                  <a:moveTo>
                    <a:pt x="1765" y="285597"/>
                  </a:moveTo>
                  <a:lnTo>
                    <a:pt x="0" y="285597"/>
                  </a:lnTo>
                  <a:lnTo>
                    <a:pt x="0" y="299872"/>
                  </a:lnTo>
                  <a:lnTo>
                    <a:pt x="1765" y="299872"/>
                  </a:lnTo>
                  <a:lnTo>
                    <a:pt x="1765" y="285597"/>
                  </a:lnTo>
                  <a:close/>
                </a:path>
                <a:path extrusionOk="0" h="2363470" w="603885">
                  <a:moveTo>
                    <a:pt x="1765" y="249897"/>
                  </a:moveTo>
                  <a:lnTo>
                    <a:pt x="0" y="249897"/>
                  </a:lnTo>
                  <a:lnTo>
                    <a:pt x="0" y="264185"/>
                  </a:lnTo>
                  <a:lnTo>
                    <a:pt x="1765" y="264185"/>
                  </a:lnTo>
                  <a:lnTo>
                    <a:pt x="1765" y="249897"/>
                  </a:lnTo>
                  <a:close/>
                </a:path>
                <a:path extrusionOk="0" h="2363470" w="603885">
                  <a:moveTo>
                    <a:pt x="1765" y="214198"/>
                  </a:moveTo>
                  <a:lnTo>
                    <a:pt x="0" y="214198"/>
                  </a:lnTo>
                  <a:lnTo>
                    <a:pt x="0" y="228473"/>
                  </a:lnTo>
                  <a:lnTo>
                    <a:pt x="1765" y="228473"/>
                  </a:lnTo>
                  <a:lnTo>
                    <a:pt x="1765" y="214198"/>
                  </a:lnTo>
                  <a:close/>
                </a:path>
                <a:path extrusionOk="0" h="2363470" w="603885">
                  <a:moveTo>
                    <a:pt x="1765" y="178511"/>
                  </a:moveTo>
                  <a:lnTo>
                    <a:pt x="0" y="178511"/>
                  </a:lnTo>
                  <a:lnTo>
                    <a:pt x="0" y="192786"/>
                  </a:lnTo>
                  <a:lnTo>
                    <a:pt x="1765" y="192786"/>
                  </a:lnTo>
                  <a:lnTo>
                    <a:pt x="1765" y="178511"/>
                  </a:lnTo>
                  <a:close/>
                </a:path>
                <a:path extrusionOk="0" h="2363470" w="603885">
                  <a:moveTo>
                    <a:pt x="1765" y="142798"/>
                  </a:moveTo>
                  <a:lnTo>
                    <a:pt x="0" y="142798"/>
                  </a:lnTo>
                  <a:lnTo>
                    <a:pt x="0" y="157086"/>
                  </a:lnTo>
                  <a:lnTo>
                    <a:pt x="1765" y="157086"/>
                  </a:lnTo>
                  <a:lnTo>
                    <a:pt x="1765" y="142798"/>
                  </a:lnTo>
                  <a:close/>
                </a:path>
                <a:path extrusionOk="0" h="2363470" w="603885">
                  <a:moveTo>
                    <a:pt x="567613" y="0"/>
                  </a:moveTo>
                  <a:lnTo>
                    <a:pt x="565848" y="0"/>
                  </a:lnTo>
                  <a:lnTo>
                    <a:pt x="565848" y="14287"/>
                  </a:lnTo>
                  <a:lnTo>
                    <a:pt x="567613" y="14287"/>
                  </a:lnTo>
                  <a:lnTo>
                    <a:pt x="567613" y="0"/>
                  </a:lnTo>
                  <a:close/>
                </a:path>
                <a:path extrusionOk="0" h="2363470" w="603885">
                  <a:moveTo>
                    <a:pt x="603631" y="2356180"/>
                  </a:moveTo>
                  <a:lnTo>
                    <a:pt x="601865" y="2356180"/>
                  </a:lnTo>
                  <a:lnTo>
                    <a:pt x="601865" y="2363254"/>
                  </a:lnTo>
                  <a:lnTo>
                    <a:pt x="603631" y="2363254"/>
                  </a:lnTo>
                  <a:lnTo>
                    <a:pt x="603631" y="2356180"/>
                  </a:lnTo>
                  <a:close/>
                </a:path>
              </a:pathLst>
            </a:custGeom>
            <a:solidFill>
              <a:srgbClr val="6D6E7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2"/>
            <p:cNvSpPr/>
            <p:nvPr/>
          </p:nvSpPr>
          <p:spPr>
            <a:xfrm>
              <a:off x="5221128" y="2095588"/>
              <a:ext cx="0" cy="1049655"/>
            </a:xfrm>
            <a:custGeom>
              <a:rect b="b" l="l" r="r" t="t"/>
              <a:pathLst>
                <a:path extrusionOk="0" h="1049655" w="120000">
                  <a:moveTo>
                    <a:pt x="0" y="0"/>
                  </a:moveTo>
                  <a:lnTo>
                    <a:pt x="0" y="1049553"/>
                  </a:lnTo>
                </a:path>
              </a:pathLst>
            </a:custGeom>
            <a:noFill/>
            <a:ln cap="flat" cmpd="sng" w="9525">
              <a:solidFill>
                <a:srgbClr val="6D6E71"/>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12"/>
            <p:cNvSpPr/>
            <p:nvPr/>
          </p:nvSpPr>
          <p:spPr>
            <a:xfrm>
              <a:off x="5220246" y="3166567"/>
              <a:ext cx="1905" cy="121920"/>
            </a:xfrm>
            <a:custGeom>
              <a:rect b="b" l="l" r="r" t="t"/>
              <a:pathLst>
                <a:path extrusionOk="0" h="121920" w="1904">
                  <a:moveTo>
                    <a:pt x="1765" y="117043"/>
                  </a:moveTo>
                  <a:lnTo>
                    <a:pt x="0" y="117043"/>
                  </a:lnTo>
                  <a:lnTo>
                    <a:pt x="0" y="121373"/>
                  </a:lnTo>
                  <a:lnTo>
                    <a:pt x="1765" y="121373"/>
                  </a:lnTo>
                  <a:lnTo>
                    <a:pt x="1765" y="117043"/>
                  </a:lnTo>
                  <a:close/>
                </a:path>
                <a:path extrusionOk="0" h="121920" w="1904">
                  <a:moveTo>
                    <a:pt x="1765" y="0"/>
                  </a:moveTo>
                  <a:lnTo>
                    <a:pt x="0" y="0"/>
                  </a:lnTo>
                  <a:lnTo>
                    <a:pt x="0" y="1193"/>
                  </a:lnTo>
                  <a:lnTo>
                    <a:pt x="1765" y="1193"/>
                  </a:lnTo>
                  <a:lnTo>
                    <a:pt x="1765" y="0"/>
                  </a:lnTo>
                  <a:close/>
                </a:path>
              </a:pathLst>
            </a:custGeom>
            <a:solidFill>
              <a:srgbClr val="6D6E7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12"/>
            <p:cNvSpPr/>
            <p:nvPr/>
          </p:nvSpPr>
          <p:spPr>
            <a:xfrm>
              <a:off x="5221128" y="3309366"/>
              <a:ext cx="0" cy="1085850"/>
            </a:xfrm>
            <a:custGeom>
              <a:rect b="b" l="l" r="r" t="t"/>
              <a:pathLst>
                <a:path extrusionOk="0" h="1085850" w="120000">
                  <a:moveTo>
                    <a:pt x="0" y="0"/>
                  </a:moveTo>
                  <a:lnTo>
                    <a:pt x="0" y="1085265"/>
                  </a:lnTo>
                </a:path>
              </a:pathLst>
            </a:custGeom>
            <a:noFill/>
            <a:ln cap="flat" cmpd="sng" w="9525">
              <a:solidFill>
                <a:srgbClr val="6D6E71"/>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65" name="Google Shape;1565;p12"/>
          <p:cNvSpPr txBox="1"/>
          <p:nvPr/>
        </p:nvSpPr>
        <p:spPr>
          <a:xfrm>
            <a:off x="3020647" y="2053295"/>
            <a:ext cx="110489"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400 0</a:t>
            </a:r>
            <a:endParaRPr b="0" i="0" sz="250" u="none" cap="none" strike="noStrike">
              <a:solidFill>
                <a:srgbClr val="000000"/>
              </a:solidFill>
              <a:latin typeface="Arial"/>
              <a:ea typeface="Arial"/>
              <a:cs typeface="Arial"/>
              <a:sym typeface="Arial"/>
            </a:endParaRPr>
          </a:p>
        </p:txBody>
      </p:sp>
      <p:sp>
        <p:nvSpPr>
          <p:cNvPr id="1566" name="Google Shape;1566;p12"/>
          <p:cNvSpPr txBox="1"/>
          <p:nvPr/>
        </p:nvSpPr>
        <p:spPr>
          <a:xfrm>
            <a:off x="3020647" y="2180968"/>
            <a:ext cx="110489"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350 0</a:t>
            </a:r>
            <a:endParaRPr b="0" i="0" sz="250" u="none" cap="none" strike="noStrike">
              <a:solidFill>
                <a:srgbClr val="000000"/>
              </a:solidFill>
              <a:latin typeface="Arial"/>
              <a:ea typeface="Arial"/>
              <a:cs typeface="Arial"/>
              <a:sym typeface="Arial"/>
            </a:endParaRPr>
          </a:p>
        </p:txBody>
      </p:sp>
      <p:sp>
        <p:nvSpPr>
          <p:cNvPr id="1567" name="Google Shape;1567;p12"/>
          <p:cNvSpPr txBox="1"/>
          <p:nvPr/>
        </p:nvSpPr>
        <p:spPr>
          <a:xfrm>
            <a:off x="3020647" y="2308641"/>
            <a:ext cx="110489"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300 0</a:t>
            </a:r>
            <a:endParaRPr b="0" i="0" sz="250" u="none" cap="none" strike="noStrike">
              <a:solidFill>
                <a:srgbClr val="000000"/>
              </a:solidFill>
              <a:latin typeface="Arial"/>
              <a:ea typeface="Arial"/>
              <a:cs typeface="Arial"/>
              <a:sym typeface="Arial"/>
            </a:endParaRPr>
          </a:p>
        </p:txBody>
      </p:sp>
      <p:sp>
        <p:nvSpPr>
          <p:cNvPr id="1568" name="Google Shape;1568;p12"/>
          <p:cNvSpPr txBox="1"/>
          <p:nvPr/>
        </p:nvSpPr>
        <p:spPr>
          <a:xfrm>
            <a:off x="3020647" y="2436314"/>
            <a:ext cx="110489"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250 0</a:t>
            </a:r>
            <a:endParaRPr b="0" i="0" sz="250" u="none" cap="none" strike="noStrike">
              <a:solidFill>
                <a:srgbClr val="000000"/>
              </a:solidFill>
              <a:latin typeface="Arial"/>
              <a:ea typeface="Arial"/>
              <a:cs typeface="Arial"/>
              <a:sym typeface="Arial"/>
            </a:endParaRPr>
          </a:p>
        </p:txBody>
      </p:sp>
      <p:sp>
        <p:nvSpPr>
          <p:cNvPr id="1569" name="Google Shape;1569;p12"/>
          <p:cNvSpPr txBox="1"/>
          <p:nvPr/>
        </p:nvSpPr>
        <p:spPr>
          <a:xfrm>
            <a:off x="3020647" y="2563987"/>
            <a:ext cx="110489"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200 0</a:t>
            </a:r>
            <a:endParaRPr b="0" i="0" sz="250" u="none" cap="none" strike="noStrike">
              <a:solidFill>
                <a:srgbClr val="000000"/>
              </a:solidFill>
              <a:latin typeface="Arial"/>
              <a:ea typeface="Arial"/>
              <a:cs typeface="Arial"/>
              <a:sym typeface="Arial"/>
            </a:endParaRPr>
          </a:p>
        </p:txBody>
      </p:sp>
      <p:sp>
        <p:nvSpPr>
          <p:cNvPr id="1570" name="Google Shape;1570;p12"/>
          <p:cNvSpPr txBox="1"/>
          <p:nvPr/>
        </p:nvSpPr>
        <p:spPr>
          <a:xfrm>
            <a:off x="3020647" y="2691661"/>
            <a:ext cx="110489"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150 0</a:t>
            </a:r>
            <a:endParaRPr b="0" i="0" sz="250" u="none" cap="none" strike="noStrike">
              <a:solidFill>
                <a:srgbClr val="000000"/>
              </a:solidFill>
              <a:latin typeface="Arial"/>
              <a:ea typeface="Arial"/>
              <a:cs typeface="Arial"/>
              <a:sym typeface="Arial"/>
            </a:endParaRPr>
          </a:p>
        </p:txBody>
      </p:sp>
      <p:sp>
        <p:nvSpPr>
          <p:cNvPr id="1571" name="Google Shape;1571;p12"/>
          <p:cNvSpPr txBox="1"/>
          <p:nvPr/>
        </p:nvSpPr>
        <p:spPr>
          <a:xfrm>
            <a:off x="3020647" y="2819333"/>
            <a:ext cx="110489"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100 0</a:t>
            </a:r>
            <a:endParaRPr b="0" i="0" sz="250" u="none" cap="none" strike="noStrike">
              <a:solidFill>
                <a:srgbClr val="000000"/>
              </a:solidFill>
              <a:latin typeface="Arial"/>
              <a:ea typeface="Arial"/>
              <a:cs typeface="Arial"/>
              <a:sym typeface="Arial"/>
            </a:endParaRPr>
          </a:p>
        </p:txBody>
      </p:sp>
      <p:sp>
        <p:nvSpPr>
          <p:cNvPr id="1572" name="Google Shape;1572;p12"/>
          <p:cNvSpPr txBox="1"/>
          <p:nvPr/>
        </p:nvSpPr>
        <p:spPr>
          <a:xfrm>
            <a:off x="3042352" y="2947007"/>
            <a:ext cx="88900"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500</a:t>
            </a:r>
            <a:endParaRPr b="0" i="0" sz="250" u="none" cap="none" strike="noStrike">
              <a:solidFill>
                <a:srgbClr val="000000"/>
              </a:solidFill>
              <a:latin typeface="Arial"/>
              <a:ea typeface="Arial"/>
              <a:cs typeface="Arial"/>
              <a:sym typeface="Arial"/>
            </a:endParaRPr>
          </a:p>
        </p:txBody>
      </p:sp>
      <p:sp>
        <p:nvSpPr>
          <p:cNvPr id="1573" name="Google Shape;1573;p12"/>
          <p:cNvSpPr txBox="1"/>
          <p:nvPr/>
        </p:nvSpPr>
        <p:spPr>
          <a:xfrm>
            <a:off x="3085761" y="3074680"/>
            <a:ext cx="45720"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0</a:t>
            </a:r>
            <a:endParaRPr b="0" i="0" sz="250" u="none" cap="none" strike="noStrike">
              <a:solidFill>
                <a:srgbClr val="000000"/>
              </a:solidFill>
              <a:latin typeface="Arial"/>
              <a:ea typeface="Arial"/>
              <a:cs typeface="Arial"/>
              <a:sym typeface="Arial"/>
            </a:endParaRPr>
          </a:p>
        </p:txBody>
      </p:sp>
      <p:sp>
        <p:nvSpPr>
          <p:cNvPr id="1574" name="Google Shape;1574;p12"/>
          <p:cNvSpPr/>
          <p:nvPr/>
        </p:nvSpPr>
        <p:spPr>
          <a:xfrm>
            <a:off x="3144837" y="3341877"/>
            <a:ext cx="2341245" cy="1028065"/>
          </a:xfrm>
          <a:custGeom>
            <a:rect b="b" l="l" r="r" t="t"/>
            <a:pathLst>
              <a:path extrusionOk="0" h="1028064" w="2341245">
                <a:moveTo>
                  <a:pt x="2341219" y="1025715"/>
                </a:moveTo>
                <a:lnTo>
                  <a:pt x="0" y="1025715"/>
                </a:lnTo>
                <a:lnTo>
                  <a:pt x="0" y="1027480"/>
                </a:lnTo>
                <a:lnTo>
                  <a:pt x="2341219" y="1027480"/>
                </a:lnTo>
                <a:lnTo>
                  <a:pt x="2341219" y="1025715"/>
                </a:lnTo>
                <a:close/>
              </a:path>
              <a:path extrusionOk="0" h="1028064" w="2341245">
                <a:moveTo>
                  <a:pt x="2341219" y="854748"/>
                </a:moveTo>
                <a:lnTo>
                  <a:pt x="0" y="854748"/>
                </a:lnTo>
                <a:lnTo>
                  <a:pt x="0" y="856513"/>
                </a:lnTo>
                <a:lnTo>
                  <a:pt x="2341219" y="856513"/>
                </a:lnTo>
                <a:lnTo>
                  <a:pt x="2341219" y="854748"/>
                </a:lnTo>
                <a:close/>
              </a:path>
              <a:path extrusionOk="0" h="1028064" w="2341245">
                <a:moveTo>
                  <a:pt x="2341219" y="683806"/>
                </a:moveTo>
                <a:lnTo>
                  <a:pt x="0" y="683806"/>
                </a:lnTo>
                <a:lnTo>
                  <a:pt x="0" y="685571"/>
                </a:lnTo>
                <a:lnTo>
                  <a:pt x="2341219" y="685571"/>
                </a:lnTo>
                <a:lnTo>
                  <a:pt x="2341219" y="683806"/>
                </a:lnTo>
                <a:close/>
              </a:path>
              <a:path extrusionOk="0" h="1028064" w="2341245">
                <a:moveTo>
                  <a:pt x="2341219" y="512864"/>
                </a:moveTo>
                <a:lnTo>
                  <a:pt x="0" y="512864"/>
                </a:lnTo>
                <a:lnTo>
                  <a:pt x="0" y="514629"/>
                </a:lnTo>
                <a:lnTo>
                  <a:pt x="2341219" y="514629"/>
                </a:lnTo>
                <a:lnTo>
                  <a:pt x="2341219" y="512864"/>
                </a:lnTo>
                <a:close/>
              </a:path>
              <a:path extrusionOk="0" h="1028064" w="2341245">
                <a:moveTo>
                  <a:pt x="2341219" y="341884"/>
                </a:moveTo>
                <a:lnTo>
                  <a:pt x="0" y="341884"/>
                </a:lnTo>
                <a:lnTo>
                  <a:pt x="0" y="343662"/>
                </a:lnTo>
                <a:lnTo>
                  <a:pt x="2341219" y="343662"/>
                </a:lnTo>
                <a:lnTo>
                  <a:pt x="2341219" y="341884"/>
                </a:lnTo>
                <a:close/>
              </a:path>
              <a:path extrusionOk="0" h="1028064" w="2341245">
                <a:moveTo>
                  <a:pt x="2341219" y="170942"/>
                </a:moveTo>
                <a:lnTo>
                  <a:pt x="0" y="170942"/>
                </a:lnTo>
                <a:lnTo>
                  <a:pt x="0" y="172707"/>
                </a:lnTo>
                <a:lnTo>
                  <a:pt x="2341219" y="172707"/>
                </a:lnTo>
                <a:lnTo>
                  <a:pt x="2341219" y="170942"/>
                </a:lnTo>
                <a:close/>
              </a:path>
              <a:path extrusionOk="0" h="1028064" w="2341245">
                <a:moveTo>
                  <a:pt x="2341219" y="0"/>
                </a:moveTo>
                <a:lnTo>
                  <a:pt x="0" y="0"/>
                </a:lnTo>
                <a:lnTo>
                  <a:pt x="0" y="1765"/>
                </a:lnTo>
                <a:lnTo>
                  <a:pt x="2341219" y="1765"/>
                </a:lnTo>
                <a:lnTo>
                  <a:pt x="234121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2"/>
          <p:cNvSpPr txBox="1"/>
          <p:nvPr/>
        </p:nvSpPr>
        <p:spPr>
          <a:xfrm>
            <a:off x="3042351" y="3308832"/>
            <a:ext cx="88900"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120</a:t>
            </a:r>
            <a:endParaRPr b="0" i="0" sz="250" u="none" cap="none" strike="noStrike">
              <a:solidFill>
                <a:srgbClr val="000000"/>
              </a:solidFill>
              <a:latin typeface="Arial"/>
              <a:ea typeface="Arial"/>
              <a:cs typeface="Arial"/>
              <a:sym typeface="Arial"/>
            </a:endParaRPr>
          </a:p>
        </p:txBody>
      </p:sp>
      <p:sp>
        <p:nvSpPr>
          <p:cNvPr id="1576" name="Google Shape;1576;p12"/>
          <p:cNvSpPr txBox="1"/>
          <p:nvPr/>
        </p:nvSpPr>
        <p:spPr>
          <a:xfrm>
            <a:off x="3042351" y="3479063"/>
            <a:ext cx="88900"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100</a:t>
            </a:r>
            <a:endParaRPr b="0" i="0" sz="250" u="none" cap="none" strike="noStrike">
              <a:solidFill>
                <a:srgbClr val="000000"/>
              </a:solidFill>
              <a:latin typeface="Arial"/>
              <a:ea typeface="Arial"/>
              <a:cs typeface="Arial"/>
              <a:sym typeface="Arial"/>
            </a:endParaRPr>
          </a:p>
        </p:txBody>
      </p:sp>
      <p:sp>
        <p:nvSpPr>
          <p:cNvPr id="1577" name="Google Shape;1577;p12"/>
          <p:cNvSpPr txBox="1"/>
          <p:nvPr/>
        </p:nvSpPr>
        <p:spPr>
          <a:xfrm>
            <a:off x="3064055" y="3649293"/>
            <a:ext cx="65405"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80</a:t>
            </a:r>
            <a:endParaRPr b="0" i="0" sz="250" u="none" cap="none" strike="noStrike">
              <a:solidFill>
                <a:srgbClr val="000000"/>
              </a:solidFill>
              <a:latin typeface="Arial"/>
              <a:ea typeface="Arial"/>
              <a:cs typeface="Arial"/>
              <a:sym typeface="Arial"/>
            </a:endParaRPr>
          </a:p>
        </p:txBody>
      </p:sp>
      <p:sp>
        <p:nvSpPr>
          <p:cNvPr id="1578" name="Google Shape;1578;p12"/>
          <p:cNvSpPr txBox="1"/>
          <p:nvPr/>
        </p:nvSpPr>
        <p:spPr>
          <a:xfrm>
            <a:off x="3064055" y="3819525"/>
            <a:ext cx="65405"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60</a:t>
            </a:r>
            <a:endParaRPr b="0" i="0" sz="250" u="none" cap="none" strike="noStrike">
              <a:solidFill>
                <a:srgbClr val="000000"/>
              </a:solidFill>
              <a:latin typeface="Arial"/>
              <a:ea typeface="Arial"/>
              <a:cs typeface="Arial"/>
              <a:sym typeface="Arial"/>
            </a:endParaRPr>
          </a:p>
        </p:txBody>
      </p:sp>
      <p:sp>
        <p:nvSpPr>
          <p:cNvPr id="1579" name="Google Shape;1579;p12"/>
          <p:cNvSpPr txBox="1"/>
          <p:nvPr/>
        </p:nvSpPr>
        <p:spPr>
          <a:xfrm>
            <a:off x="3064055" y="3989755"/>
            <a:ext cx="65405"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40</a:t>
            </a:r>
            <a:endParaRPr b="0" i="0" sz="250" u="none" cap="none" strike="noStrike">
              <a:solidFill>
                <a:srgbClr val="000000"/>
              </a:solidFill>
              <a:latin typeface="Arial"/>
              <a:ea typeface="Arial"/>
              <a:cs typeface="Arial"/>
              <a:sym typeface="Arial"/>
            </a:endParaRPr>
          </a:p>
        </p:txBody>
      </p:sp>
      <p:sp>
        <p:nvSpPr>
          <p:cNvPr id="1580" name="Google Shape;1580;p12"/>
          <p:cNvSpPr txBox="1"/>
          <p:nvPr/>
        </p:nvSpPr>
        <p:spPr>
          <a:xfrm>
            <a:off x="3064055" y="4159986"/>
            <a:ext cx="65405"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20</a:t>
            </a:r>
            <a:endParaRPr b="0" i="0" sz="250" u="none" cap="none" strike="noStrike">
              <a:solidFill>
                <a:srgbClr val="000000"/>
              </a:solidFill>
              <a:latin typeface="Arial"/>
              <a:ea typeface="Arial"/>
              <a:cs typeface="Arial"/>
              <a:sym typeface="Arial"/>
            </a:endParaRPr>
          </a:p>
        </p:txBody>
      </p:sp>
      <p:sp>
        <p:nvSpPr>
          <p:cNvPr id="1581" name="Google Shape;1581;p12"/>
          <p:cNvSpPr txBox="1"/>
          <p:nvPr/>
        </p:nvSpPr>
        <p:spPr>
          <a:xfrm>
            <a:off x="3085759" y="4330217"/>
            <a:ext cx="45720" cy="6858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50"/>
              <a:buFont typeface="Arial"/>
              <a:buNone/>
            </a:pPr>
            <a:r>
              <a:rPr b="0" i="0" lang="en-US" sz="250" u="none" cap="none" strike="noStrike">
                <a:solidFill>
                  <a:srgbClr val="808285"/>
                </a:solidFill>
                <a:latin typeface="Arial"/>
                <a:ea typeface="Arial"/>
                <a:cs typeface="Arial"/>
                <a:sym typeface="Arial"/>
              </a:rPr>
              <a:t>0</a:t>
            </a:r>
            <a:endParaRPr b="0" i="0" sz="250" u="none" cap="none" strike="noStrike">
              <a:solidFill>
                <a:srgbClr val="000000"/>
              </a:solidFill>
              <a:latin typeface="Arial"/>
              <a:ea typeface="Arial"/>
              <a:cs typeface="Arial"/>
              <a:sym typeface="Arial"/>
            </a:endParaRPr>
          </a:p>
        </p:txBody>
      </p:sp>
      <p:grpSp>
        <p:nvGrpSpPr>
          <p:cNvPr id="1582" name="Google Shape;1582;p12"/>
          <p:cNvGrpSpPr/>
          <p:nvPr/>
        </p:nvGrpSpPr>
        <p:grpSpPr>
          <a:xfrm>
            <a:off x="2334806" y="2114308"/>
            <a:ext cx="3151797" cy="1169658"/>
            <a:chOff x="2334806" y="2114308"/>
            <a:chExt cx="3151797" cy="1169658"/>
          </a:xfrm>
        </p:grpSpPr>
        <p:sp>
          <p:nvSpPr>
            <p:cNvPr id="1583" name="Google Shape;1583;p12"/>
            <p:cNvSpPr/>
            <p:nvPr/>
          </p:nvSpPr>
          <p:spPr>
            <a:xfrm>
              <a:off x="3392373" y="3167761"/>
              <a:ext cx="2094230" cy="116205"/>
            </a:xfrm>
            <a:custGeom>
              <a:rect b="b" l="l" r="r" t="t"/>
              <a:pathLst>
                <a:path extrusionOk="0" h="116204" w="2094229">
                  <a:moveTo>
                    <a:pt x="2093683" y="0"/>
                  </a:moveTo>
                  <a:lnTo>
                    <a:pt x="0" y="0"/>
                  </a:lnTo>
                  <a:lnTo>
                    <a:pt x="0" y="115849"/>
                  </a:lnTo>
                  <a:lnTo>
                    <a:pt x="2093683" y="115849"/>
                  </a:lnTo>
                  <a:lnTo>
                    <a:pt x="209368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12"/>
            <p:cNvSpPr/>
            <p:nvPr/>
          </p:nvSpPr>
          <p:spPr>
            <a:xfrm>
              <a:off x="2334806" y="2114308"/>
              <a:ext cx="2907030" cy="879475"/>
            </a:xfrm>
            <a:custGeom>
              <a:rect b="b" l="l" r="r" t="t"/>
              <a:pathLst>
                <a:path extrusionOk="0" h="879475" w="2907029">
                  <a:moveTo>
                    <a:pt x="165392" y="553402"/>
                  </a:moveTo>
                  <a:lnTo>
                    <a:pt x="138811" y="553402"/>
                  </a:lnTo>
                  <a:lnTo>
                    <a:pt x="138811" y="540385"/>
                  </a:lnTo>
                  <a:lnTo>
                    <a:pt x="98602" y="540385"/>
                  </a:lnTo>
                  <a:lnTo>
                    <a:pt x="98602" y="553402"/>
                  </a:lnTo>
                  <a:lnTo>
                    <a:pt x="0" y="553402"/>
                  </a:lnTo>
                  <a:lnTo>
                    <a:pt x="0" y="567588"/>
                  </a:lnTo>
                  <a:lnTo>
                    <a:pt x="98602" y="567588"/>
                  </a:lnTo>
                  <a:lnTo>
                    <a:pt x="98602" y="580593"/>
                  </a:lnTo>
                  <a:lnTo>
                    <a:pt x="138811" y="580593"/>
                  </a:lnTo>
                  <a:lnTo>
                    <a:pt x="138811" y="567588"/>
                  </a:lnTo>
                  <a:lnTo>
                    <a:pt x="165392" y="567588"/>
                  </a:lnTo>
                  <a:lnTo>
                    <a:pt x="165392" y="553402"/>
                  </a:lnTo>
                  <a:close/>
                </a:path>
                <a:path extrusionOk="0" h="879475" w="2907029">
                  <a:moveTo>
                    <a:pt x="2906445" y="770267"/>
                  </a:moveTo>
                  <a:lnTo>
                    <a:pt x="2866237" y="770267"/>
                  </a:lnTo>
                  <a:lnTo>
                    <a:pt x="2866237" y="784745"/>
                  </a:lnTo>
                  <a:lnTo>
                    <a:pt x="2340584" y="849706"/>
                  </a:lnTo>
                  <a:lnTo>
                    <a:pt x="2340584" y="839228"/>
                  </a:lnTo>
                  <a:lnTo>
                    <a:pt x="2300376" y="839228"/>
                  </a:lnTo>
                  <a:lnTo>
                    <a:pt x="2300376" y="851204"/>
                  </a:lnTo>
                  <a:lnTo>
                    <a:pt x="1772145" y="824001"/>
                  </a:lnTo>
                  <a:lnTo>
                    <a:pt x="1772145" y="807681"/>
                  </a:lnTo>
                  <a:lnTo>
                    <a:pt x="1744992" y="807681"/>
                  </a:lnTo>
                  <a:lnTo>
                    <a:pt x="1203706" y="36423"/>
                  </a:lnTo>
                  <a:lnTo>
                    <a:pt x="1203706" y="0"/>
                  </a:lnTo>
                  <a:lnTo>
                    <a:pt x="1163497" y="0"/>
                  </a:lnTo>
                  <a:lnTo>
                    <a:pt x="1163497" y="40208"/>
                  </a:lnTo>
                  <a:lnTo>
                    <a:pt x="1189024" y="40208"/>
                  </a:lnTo>
                  <a:lnTo>
                    <a:pt x="1731937" y="813790"/>
                  </a:lnTo>
                  <a:lnTo>
                    <a:pt x="1731937" y="847890"/>
                  </a:lnTo>
                  <a:lnTo>
                    <a:pt x="1772145" y="847890"/>
                  </a:lnTo>
                  <a:lnTo>
                    <a:pt x="1772145" y="838212"/>
                  </a:lnTo>
                  <a:lnTo>
                    <a:pt x="2300376" y="865416"/>
                  </a:lnTo>
                  <a:lnTo>
                    <a:pt x="2300376" y="879449"/>
                  </a:lnTo>
                  <a:lnTo>
                    <a:pt x="2340584" y="879449"/>
                  </a:lnTo>
                  <a:lnTo>
                    <a:pt x="2340584" y="864006"/>
                  </a:lnTo>
                  <a:lnTo>
                    <a:pt x="2866237" y="799033"/>
                  </a:lnTo>
                  <a:lnTo>
                    <a:pt x="2866237" y="810475"/>
                  </a:lnTo>
                  <a:lnTo>
                    <a:pt x="2906445" y="810475"/>
                  </a:lnTo>
                  <a:lnTo>
                    <a:pt x="2906445" y="770267"/>
                  </a:lnTo>
                  <a:close/>
                </a:path>
              </a:pathLst>
            </a:custGeom>
            <a:solidFill>
              <a:srgbClr val="F15A2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12"/>
            <p:cNvSpPr/>
            <p:nvPr/>
          </p:nvSpPr>
          <p:spPr>
            <a:xfrm>
              <a:off x="2334806" y="2782353"/>
              <a:ext cx="2907030" cy="344805"/>
            </a:xfrm>
            <a:custGeom>
              <a:rect b="b" l="l" r="r" t="t"/>
              <a:pathLst>
                <a:path extrusionOk="0" h="344805" w="2907029">
                  <a:moveTo>
                    <a:pt x="165392" y="13030"/>
                  </a:moveTo>
                  <a:lnTo>
                    <a:pt x="138811" y="13030"/>
                  </a:lnTo>
                  <a:lnTo>
                    <a:pt x="138811" y="0"/>
                  </a:lnTo>
                  <a:lnTo>
                    <a:pt x="98602" y="0"/>
                  </a:lnTo>
                  <a:lnTo>
                    <a:pt x="98602" y="13030"/>
                  </a:lnTo>
                  <a:lnTo>
                    <a:pt x="0" y="13030"/>
                  </a:lnTo>
                  <a:lnTo>
                    <a:pt x="0" y="27216"/>
                  </a:lnTo>
                  <a:lnTo>
                    <a:pt x="98602" y="27216"/>
                  </a:lnTo>
                  <a:lnTo>
                    <a:pt x="98602" y="40220"/>
                  </a:lnTo>
                  <a:lnTo>
                    <a:pt x="138811" y="40220"/>
                  </a:lnTo>
                  <a:lnTo>
                    <a:pt x="138811" y="27216"/>
                  </a:lnTo>
                  <a:lnTo>
                    <a:pt x="165392" y="27216"/>
                  </a:lnTo>
                  <a:lnTo>
                    <a:pt x="165392" y="13030"/>
                  </a:lnTo>
                  <a:close/>
                </a:path>
                <a:path extrusionOk="0" h="344805" w="2907029">
                  <a:moveTo>
                    <a:pt x="2906445" y="304584"/>
                  </a:moveTo>
                  <a:lnTo>
                    <a:pt x="2866237" y="304584"/>
                  </a:lnTo>
                  <a:lnTo>
                    <a:pt x="2866237" y="317284"/>
                  </a:lnTo>
                  <a:lnTo>
                    <a:pt x="2340584" y="309943"/>
                  </a:lnTo>
                  <a:lnTo>
                    <a:pt x="2340584" y="293776"/>
                  </a:lnTo>
                  <a:lnTo>
                    <a:pt x="2300376" y="293776"/>
                  </a:lnTo>
                  <a:lnTo>
                    <a:pt x="2300376" y="309384"/>
                  </a:lnTo>
                  <a:lnTo>
                    <a:pt x="1772145" y="302006"/>
                  </a:lnTo>
                  <a:lnTo>
                    <a:pt x="1772145" y="284467"/>
                  </a:lnTo>
                  <a:lnTo>
                    <a:pt x="1731937" y="284467"/>
                  </a:lnTo>
                  <a:lnTo>
                    <a:pt x="1731937" y="292188"/>
                  </a:lnTo>
                  <a:lnTo>
                    <a:pt x="1206284" y="60159"/>
                  </a:lnTo>
                  <a:lnTo>
                    <a:pt x="1206284" y="37782"/>
                  </a:lnTo>
                  <a:lnTo>
                    <a:pt x="1166075" y="37782"/>
                  </a:lnTo>
                  <a:lnTo>
                    <a:pt x="1166075" y="77990"/>
                  </a:lnTo>
                  <a:lnTo>
                    <a:pt x="1206284" y="77990"/>
                  </a:lnTo>
                  <a:lnTo>
                    <a:pt x="1206284" y="75666"/>
                  </a:lnTo>
                  <a:lnTo>
                    <a:pt x="1731937" y="307695"/>
                  </a:lnTo>
                  <a:lnTo>
                    <a:pt x="1731937" y="324675"/>
                  </a:lnTo>
                  <a:lnTo>
                    <a:pt x="1772145" y="324675"/>
                  </a:lnTo>
                  <a:lnTo>
                    <a:pt x="1772145" y="316179"/>
                  </a:lnTo>
                  <a:lnTo>
                    <a:pt x="2300376" y="323557"/>
                  </a:lnTo>
                  <a:lnTo>
                    <a:pt x="2300376" y="333984"/>
                  </a:lnTo>
                  <a:lnTo>
                    <a:pt x="2340584" y="333984"/>
                  </a:lnTo>
                  <a:lnTo>
                    <a:pt x="2340584" y="324129"/>
                  </a:lnTo>
                  <a:lnTo>
                    <a:pt x="2866237" y="331470"/>
                  </a:lnTo>
                  <a:lnTo>
                    <a:pt x="2866237" y="344792"/>
                  </a:lnTo>
                  <a:lnTo>
                    <a:pt x="2906445" y="344792"/>
                  </a:lnTo>
                  <a:lnTo>
                    <a:pt x="2906445" y="304584"/>
                  </a:lnTo>
                  <a:close/>
                </a:path>
              </a:pathLst>
            </a:custGeom>
            <a:solidFill>
              <a:srgbClr val="1B75B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86" name="Google Shape;1586;p12"/>
          <p:cNvSpPr txBox="1"/>
          <p:nvPr/>
        </p:nvSpPr>
        <p:spPr>
          <a:xfrm>
            <a:off x="2276288" y="2034470"/>
            <a:ext cx="495300" cy="32893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231F20"/>
                </a:solidFill>
                <a:latin typeface="Arial"/>
                <a:ea typeface="Arial"/>
                <a:cs typeface="Arial"/>
                <a:sym typeface="Arial"/>
              </a:rPr>
              <a:t>SOx</a:t>
            </a:r>
            <a:endParaRPr b="0" i="0" sz="1950" u="none" cap="none" strike="noStrike">
              <a:solidFill>
                <a:srgbClr val="000000"/>
              </a:solidFill>
              <a:latin typeface="Arial"/>
              <a:ea typeface="Arial"/>
              <a:cs typeface="Arial"/>
              <a:sym typeface="Arial"/>
            </a:endParaRPr>
          </a:p>
        </p:txBody>
      </p:sp>
      <p:sp>
        <p:nvSpPr>
          <p:cNvPr id="1587" name="Google Shape;1587;p12"/>
          <p:cNvSpPr txBox="1"/>
          <p:nvPr/>
        </p:nvSpPr>
        <p:spPr>
          <a:xfrm>
            <a:off x="2291940" y="3368445"/>
            <a:ext cx="530225" cy="32893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231F20"/>
                </a:solidFill>
                <a:latin typeface="Arial"/>
                <a:ea typeface="Arial"/>
                <a:cs typeface="Arial"/>
                <a:sym typeface="Arial"/>
              </a:rPr>
              <a:t>NOx</a:t>
            </a:r>
            <a:endParaRPr b="0" i="0" sz="1950" u="none" cap="none" strike="noStrike">
              <a:solidFill>
                <a:srgbClr val="000000"/>
              </a:solidFill>
              <a:latin typeface="Arial"/>
              <a:ea typeface="Arial"/>
              <a:cs typeface="Arial"/>
              <a:sym typeface="Arial"/>
            </a:endParaRPr>
          </a:p>
        </p:txBody>
      </p:sp>
      <p:sp>
        <p:nvSpPr>
          <p:cNvPr id="1588" name="Google Shape;1588;p12"/>
          <p:cNvSpPr txBox="1"/>
          <p:nvPr/>
        </p:nvSpPr>
        <p:spPr>
          <a:xfrm>
            <a:off x="3532235" y="2099261"/>
            <a:ext cx="312420"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3788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589" name="Google Shape;1589;p12"/>
          <p:cNvSpPr txBox="1"/>
          <p:nvPr/>
        </p:nvSpPr>
        <p:spPr>
          <a:xfrm>
            <a:off x="4083519" y="2859822"/>
            <a:ext cx="288925"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647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590" name="Google Shape;1590;p12"/>
          <p:cNvSpPr txBox="1"/>
          <p:nvPr/>
        </p:nvSpPr>
        <p:spPr>
          <a:xfrm>
            <a:off x="4637284" y="2866735"/>
            <a:ext cx="288925"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567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591" name="Google Shape;1591;p12"/>
          <p:cNvSpPr txBox="1"/>
          <p:nvPr/>
        </p:nvSpPr>
        <p:spPr>
          <a:xfrm>
            <a:off x="5222571" y="2859822"/>
            <a:ext cx="288925"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808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592" name="Google Shape;1592;p12"/>
          <p:cNvSpPr txBox="1"/>
          <p:nvPr/>
        </p:nvSpPr>
        <p:spPr>
          <a:xfrm>
            <a:off x="3519417" y="2764879"/>
            <a:ext cx="312420"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1067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593" name="Google Shape;1593;p12"/>
          <p:cNvSpPr txBox="1"/>
          <p:nvPr/>
        </p:nvSpPr>
        <p:spPr>
          <a:xfrm>
            <a:off x="4083519" y="3003947"/>
            <a:ext cx="288925"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168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594" name="Google Shape;1594;p12"/>
          <p:cNvSpPr txBox="1"/>
          <p:nvPr/>
        </p:nvSpPr>
        <p:spPr>
          <a:xfrm>
            <a:off x="4653820" y="3011566"/>
            <a:ext cx="288925"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131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595" name="Google Shape;1595;p12"/>
          <p:cNvSpPr txBox="1"/>
          <p:nvPr/>
        </p:nvSpPr>
        <p:spPr>
          <a:xfrm>
            <a:off x="5222571" y="3020868"/>
            <a:ext cx="265430"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72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grpSp>
        <p:nvGrpSpPr>
          <p:cNvPr id="1596" name="Google Shape;1596;p12"/>
          <p:cNvGrpSpPr/>
          <p:nvPr/>
        </p:nvGrpSpPr>
        <p:grpSpPr>
          <a:xfrm>
            <a:off x="3500882" y="3388232"/>
            <a:ext cx="1741805" cy="1000760"/>
            <a:chOff x="3500882" y="3388232"/>
            <a:chExt cx="1741805" cy="1000760"/>
          </a:xfrm>
        </p:grpSpPr>
        <p:sp>
          <p:nvSpPr>
            <p:cNvPr id="1597" name="Google Shape;1597;p12"/>
            <p:cNvSpPr/>
            <p:nvPr/>
          </p:nvSpPr>
          <p:spPr>
            <a:xfrm>
              <a:off x="3500882" y="3388232"/>
              <a:ext cx="1741805" cy="1000760"/>
            </a:xfrm>
            <a:custGeom>
              <a:rect b="b" l="l" r="r" t="t"/>
              <a:pathLst>
                <a:path extrusionOk="0" h="1000760" w="1741804">
                  <a:moveTo>
                    <a:pt x="1741805" y="960132"/>
                  </a:moveTo>
                  <a:lnTo>
                    <a:pt x="1720900" y="960132"/>
                  </a:lnTo>
                  <a:lnTo>
                    <a:pt x="1174508" y="40106"/>
                  </a:lnTo>
                  <a:lnTo>
                    <a:pt x="1174508" y="0"/>
                  </a:lnTo>
                  <a:lnTo>
                    <a:pt x="1134300" y="0"/>
                  </a:lnTo>
                  <a:lnTo>
                    <a:pt x="1134300" y="29603"/>
                  </a:lnTo>
                  <a:lnTo>
                    <a:pt x="596595" y="547331"/>
                  </a:lnTo>
                  <a:lnTo>
                    <a:pt x="565861" y="547331"/>
                  </a:lnTo>
                  <a:lnTo>
                    <a:pt x="565861" y="571042"/>
                  </a:lnTo>
                  <a:lnTo>
                    <a:pt x="36652" y="882802"/>
                  </a:lnTo>
                  <a:lnTo>
                    <a:pt x="0" y="882802"/>
                  </a:lnTo>
                  <a:lnTo>
                    <a:pt x="0" y="923023"/>
                  </a:lnTo>
                  <a:lnTo>
                    <a:pt x="40208" y="923023"/>
                  </a:lnTo>
                  <a:lnTo>
                    <a:pt x="40208" y="897178"/>
                  </a:lnTo>
                  <a:lnTo>
                    <a:pt x="565861" y="587514"/>
                  </a:lnTo>
                  <a:lnTo>
                    <a:pt x="606069" y="587540"/>
                  </a:lnTo>
                  <a:lnTo>
                    <a:pt x="606069" y="557923"/>
                  </a:lnTo>
                  <a:lnTo>
                    <a:pt x="1143736" y="40208"/>
                  </a:lnTo>
                  <a:lnTo>
                    <a:pt x="1158074" y="40208"/>
                  </a:lnTo>
                  <a:lnTo>
                    <a:pt x="1704403" y="960132"/>
                  </a:lnTo>
                  <a:lnTo>
                    <a:pt x="1701596" y="960132"/>
                  </a:lnTo>
                  <a:lnTo>
                    <a:pt x="1701596" y="1000340"/>
                  </a:lnTo>
                  <a:lnTo>
                    <a:pt x="1741805" y="1000340"/>
                  </a:lnTo>
                  <a:lnTo>
                    <a:pt x="1741805" y="960132"/>
                  </a:lnTo>
                  <a:close/>
                </a:path>
              </a:pathLst>
            </a:custGeom>
            <a:solidFill>
              <a:srgbClr val="F15A2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12"/>
            <p:cNvSpPr/>
            <p:nvPr/>
          </p:nvSpPr>
          <p:spPr>
            <a:xfrm>
              <a:off x="3500882" y="3620465"/>
              <a:ext cx="1739264" cy="768350"/>
            </a:xfrm>
            <a:custGeom>
              <a:rect b="b" l="l" r="r" t="t"/>
              <a:pathLst>
                <a:path extrusionOk="0" h="768350" w="1739264">
                  <a:moveTo>
                    <a:pt x="1738820" y="727900"/>
                  </a:moveTo>
                  <a:lnTo>
                    <a:pt x="1721764" y="727900"/>
                  </a:lnTo>
                  <a:lnTo>
                    <a:pt x="1174508" y="34150"/>
                  </a:lnTo>
                  <a:lnTo>
                    <a:pt x="1174508" y="0"/>
                  </a:lnTo>
                  <a:lnTo>
                    <a:pt x="1134300" y="0"/>
                  </a:lnTo>
                  <a:lnTo>
                    <a:pt x="1134300" y="27165"/>
                  </a:lnTo>
                  <a:lnTo>
                    <a:pt x="599630" y="456704"/>
                  </a:lnTo>
                  <a:lnTo>
                    <a:pt x="565861" y="456704"/>
                  </a:lnTo>
                  <a:lnTo>
                    <a:pt x="565861" y="476783"/>
                  </a:lnTo>
                  <a:lnTo>
                    <a:pt x="40208" y="674243"/>
                  </a:lnTo>
                  <a:lnTo>
                    <a:pt x="40208" y="671664"/>
                  </a:lnTo>
                  <a:lnTo>
                    <a:pt x="0" y="671664"/>
                  </a:lnTo>
                  <a:lnTo>
                    <a:pt x="0" y="711885"/>
                  </a:lnTo>
                  <a:lnTo>
                    <a:pt x="40208" y="711885"/>
                  </a:lnTo>
                  <a:lnTo>
                    <a:pt x="40208" y="689394"/>
                  </a:lnTo>
                  <a:lnTo>
                    <a:pt x="565861" y="491934"/>
                  </a:lnTo>
                  <a:lnTo>
                    <a:pt x="565861" y="496912"/>
                  </a:lnTo>
                  <a:lnTo>
                    <a:pt x="606069" y="496912"/>
                  </a:lnTo>
                  <a:lnTo>
                    <a:pt x="606069" y="469747"/>
                  </a:lnTo>
                  <a:lnTo>
                    <a:pt x="1140688" y="40220"/>
                  </a:lnTo>
                  <a:lnTo>
                    <a:pt x="1161224" y="40220"/>
                  </a:lnTo>
                  <a:lnTo>
                    <a:pt x="1703692" y="727900"/>
                  </a:lnTo>
                  <a:lnTo>
                    <a:pt x="1698612" y="727900"/>
                  </a:lnTo>
                  <a:lnTo>
                    <a:pt x="1698612" y="768108"/>
                  </a:lnTo>
                  <a:lnTo>
                    <a:pt x="1738820" y="768108"/>
                  </a:lnTo>
                  <a:lnTo>
                    <a:pt x="1738820" y="727900"/>
                  </a:lnTo>
                  <a:close/>
                </a:path>
              </a:pathLst>
            </a:custGeom>
            <a:solidFill>
              <a:srgbClr val="1B75B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99" name="Google Shape;1599;p12"/>
          <p:cNvSpPr txBox="1"/>
          <p:nvPr/>
        </p:nvSpPr>
        <p:spPr>
          <a:xfrm>
            <a:off x="3837559" y="3874982"/>
            <a:ext cx="265430"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49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600" name="Google Shape;1600;p12"/>
          <p:cNvSpPr txBox="1"/>
          <p:nvPr/>
        </p:nvSpPr>
        <p:spPr>
          <a:xfrm>
            <a:off x="4653820" y="3345988"/>
            <a:ext cx="288925"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113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601" name="Google Shape;1601;p12"/>
          <p:cNvSpPr txBox="1"/>
          <p:nvPr/>
        </p:nvSpPr>
        <p:spPr>
          <a:xfrm>
            <a:off x="5222573" y="4293106"/>
            <a:ext cx="241935"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0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602" name="Google Shape;1602;p12"/>
          <p:cNvSpPr txBox="1"/>
          <p:nvPr/>
        </p:nvSpPr>
        <p:spPr>
          <a:xfrm>
            <a:off x="3253992" y="4191511"/>
            <a:ext cx="265430" cy="178435"/>
          </a:xfrm>
          <a:prstGeom prst="rect">
            <a:avLst/>
          </a:prstGeom>
          <a:noFill/>
          <a:ln>
            <a:noFill/>
          </a:ln>
        </p:spPr>
        <p:txBody>
          <a:bodyPr anchorCtr="0" anchor="t" bIns="0" lIns="0" spcFirstLastPara="1" rIns="0" wrap="square" tIns="425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11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a:p>
            <a:pPr indent="0" lvl="0" marL="60960" marR="0" rtl="0" algn="l">
              <a:lnSpc>
                <a:spcPct val="100000"/>
              </a:lnSpc>
              <a:spcBef>
                <a:spcPts val="24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9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603" name="Google Shape;1603;p12"/>
          <p:cNvSpPr txBox="1"/>
          <p:nvPr/>
        </p:nvSpPr>
        <p:spPr>
          <a:xfrm>
            <a:off x="4076426" y="4085726"/>
            <a:ext cx="265430"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33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sp>
        <p:nvSpPr>
          <p:cNvPr id="1604" name="Google Shape;1604;p12"/>
          <p:cNvSpPr txBox="1"/>
          <p:nvPr/>
        </p:nvSpPr>
        <p:spPr>
          <a:xfrm>
            <a:off x="4506641" y="3744635"/>
            <a:ext cx="265430" cy="76835"/>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300"/>
              <a:buFont typeface="Arial"/>
              <a:buNone/>
            </a:pPr>
            <a:r>
              <a:rPr b="0" i="0" lang="en-US" sz="300" u="none" cap="none" strike="noStrike">
                <a:solidFill>
                  <a:srgbClr val="231F20"/>
                </a:solidFill>
                <a:latin typeface="Arial"/>
                <a:ea typeface="Arial"/>
                <a:cs typeface="Arial"/>
                <a:sym typeface="Arial"/>
              </a:rPr>
              <a:t>84 mg/m</a:t>
            </a:r>
            <a:r>
              <a:rPr b="0" baseline="30000" i="0" lang="en-US" sz="300" u="none" cap="none" strike="noStrike">
                <a:solidFill>
                  <a:srgbClr val="231F20"/>
                </a:solidFill>
                <a:latin typeface="Arial"/>
                <a:ea typeface="Arial"/>
                <a:cs typeface="Arial"/>
                <a:sym typeface="Arial"/>
              </a:rPr>
              <a:t>3</a:t>
            </a:r>
            <a:endParaRPr b="0" baseline="30000" i="0" sz="300" u="none" cap="none" strike="noStrike">
              <a:solidFill>
                <a:srgbClr val="000000"/>
              </a:solidFill>
              <a:latin typeface="Arial"/>
              <a:ea typeface="Arial"/>
              <a:cs typeface="Arial"/>
              <a:sym typeface="Arial"/>
            </a:endParaRPr>
          </a:p>
        </p:txBody>
      </p:sp>
      <p:grpSp>
        <p:nvGrpSpPr>
          <p:cNvPr id="1605" name="Google Shape;1605;p12"/>
          <p:cNvGrpSpPr/>
          <p:nvPr/>
        </p:nvGrpSpPr>
        <p:grpSpPr>
          <a:xfrm>
            <a:off x="3449824" y="1021867"/>
            <a:ext cx="6621383" cy="2518640"/>
            <a:chOff x="3449824" y="1021867"/>
            <a:chExt cx="6621383" cy="2518640"/>
          </a:xfrm>
        </p:grpSpPr>
        <p:pic>
          <p:nvPicPr>
            <p:cNvPr id="1606" name="Google Shape;1606;p12"/>
            <p:cNvPicPr preferRelativeResize="0"/>
            <p:nvPr/>
          </p:nvPicPr>
          <p:blipFill rotWithShape="1">
            <a:blip r:embed="rId12">
              <a:alphaModFix/>
            </a:blip>
            <a:srcRect b="0" l="0" r="0" t="0"/>
            <a:stretch/>
          </p:blipFill>
          <p:spPr>
            <a:xfrm>
              <a:off x="3449824" y="1888204"/>
              <a:ext cx="143268" cy="143268"/>
            </a:xfrm>
            <a:prstGeom prst="rect">
              <a:avLst/>
            </a:prstGeom>
            <a:noFill/>
            <a:ln>
              <a:noFill/>
            </a:ln>
          </p:spPr>
        </p:pic>
        <p:pic>
          <p:nvPicPr>
            <p:cNvPr id="1607" name="Google Shape;1607;p12"/>
            <p:cNvPicPr preferRelativeResize="0"/>
            <p:nvPr/>
          </p:nvPicPr>
          <p:blipFill rotWithShape="1">
            <a:blip r:embed="rId13">
              <a:alphaModFix/>
            </a:blip>
            <a:srcRect b="0" l="0" r="0" t="0"/>
            <a:stretch/>
          </p:blipFill>
          <p:spPr>
            <a:xfrm>
              <a:off x="4019937" y="1888204"/>
              <a:ext cx="143267" cy="143268"/>
            </a:xfrm>
            <a:prstGeom prst="rect">
              <a:avLst/>
            </a:prstGeom>
            <a:noFill/>
            <a:ln>
              <a:noFill/>
            </a:ln>
          </p:spPr>
        </p:pic>
        <p:pic>
          <p:nvPicPr>
            <p:cNvPr id="1608" name="Google Shape;1608;p12"/>
            <p:cNvPicPr preferRelativeResize="0"/>
            <p:nvPr/>
          </p:nvPicPr>
          <p:blipFill rotWithShape="1">
            <a:blip r:embed="rId14">
              <a:alphaModFix/>
            </a:blip>
            <a:srcRect b="0" l="0" r="0" t="0"/>
            <a:stretch/>
          </p:blipFill>
          <p:spPr>
            <a:xfrm>
              <a:off x="4581051" y="1888204"/>
              <a:ext cx="143268" cy="143281"/>
            </a:xfrm>
            <a:prstGeom prst="rect">
              <a:avLst/>
            </a:prstGeom>
            <a:noFill/>
            <a:ln>
              <a:noFill/>
            </a:ln>
          </p:spPr>
        </p:pic>
        <p:pic>
          <p:nvPicPr>
            <p:cNvPr id="1609" name="Google Shape;1609;p12"/>
            <p:cNvPicPr preferRelativeResize="0"/>
            <p:nvPr/>
          </p:nvPicPr>
          <p:blipFill rotWithShape="1">
            <a:blip r:embed="rId15">
              <a:alphaModFix/>
            </a:blip>
            <a:srcRect b="0" l="0" r="0" t="0"/>
            <a:stretch/>
          </p:blipFill>
          <p:spPr>
            <a:xfrm>
              <a:off x="5151163" y="1888204"/>
              <a:ext cx="143268" cy="143268"/>
            </a:xfrm>
            <a:prstGeom prst="rect">
              <a:avLst/>
            </a:prstGeom>
            <a:noFill/>
            <a:ln>
              <a:noFill/>
            </a:ln>
          </p:spPr>
        </p:pic>
        <p:pic>
          <p:nvPicPr>
            <p:cNvPr id="1610" name="Google Shape;1610;p12"/>
            <p:cNvPicPr preferRelativeResize="0"/>
            <p:nvPr/>
          </p:nvPicPr>
          <p:blipFill rotWithShape="1">
            <a:blip r:embed="rId16">
              <a:alphaModFix/>
            </a:blip>
            <a:srcRect b="0" l="0" r="0" t="0"/>
            <a:stretch/>
          </p:blipFill>
          <p:spPr>
            <a:xfrm>
              <a:off x="9847726" y="3317013"/>
              <a:ext cx="223481" cy="223494"/>
            </a:xfrm>
            <a:prstGeom prst="rect">
              <a:avLst/>
            </a:prstGeom>
            <a:noFill/>
            <a:ln>
              <a:noFill/>
            </a:ln>
          </p:spPr>
        </p:pic>
        <p:pic>
          <p:nvPicPr>
            <p:cNvPr id="1611" name="Google Shape;1611;p12"/>
            <p:cNvPicPr preferRelativeResize="0"/>
            <p:nvPr/>
          </p:nvPicPr>
          <p:blipFill rotWithShape="1">
            <a:blip r:embed="rId17">
              <a:alphaModFix/>
            </a:blip>
            <a:srcRect b="0" l="0" r="0" t="0"/>
            <a:stretch/>
          </p:blipFill>
          <p:spPr>
            <a:xfrm>
              <a:off x="8341633" y="2943334"/>
              <a:ext cx="223481" cy="223494"/>
            </a:xfrm>
            <a:prstGeom prst="rect">
              <a:avLst/>
            </a:prstGeom>
            <a:noFill/>
            <a:ln>
              <a:noFill/>
            </a:ln>
          </p:spPr>
        </p:pic>
        <p:pic>
          <p:nvPicPr>
            <p:cNvPr id="1612" name="Google Shape;1612;p12"/>
            <p:cNvPicPr preferRelativeResize="0"/>
            <p:nvPr/>
          </p:nvPicPr>
          <p:blipFill rotWithShape="1">
            <a:blip r:embed="rId18">
              <a:alphaModFix/>
            </a:blip>
            <a:srcRect b="0" l="0" r="0" t="0"/>
            <a:stretch/>
          </p:blipFill>
          <p:spPr>
            <a:xfrm>
              <a:off x="7330578" y="3217756"/>
              <a:ext cx="223481" cy="223494"/>
            </a:xfrm>
            <a:prstGeom prst="rect">
              <a:avLst/>
            </a:prstGeom>
            <a:noFill/>
            <a:ln>
              <a:noFill/>
            </a:ln>
          </p:spPr>
        </p:pic>
        <p:pic>
          <p:nvPicPr>
            <p:cNvPr id="1613" name="Google Shape;1613;p12"/>
            <p:cNvPicPr preferRelativeResize="0"/>
            <p:nvPr/>
          </p:nvPicPr>
          <p:blipFill rotWithShape="1">
            <a:blip r:embed="rId19">
              <a:alphaModFix/>
            </a:blip>
            <a:srcRect b="0" l="0" r="0" t="0"/>
            <a:stretch/>
          </p:blipFill>
          <p:spPr>
            <a:xfrm>
              <a:off x="5366982" y="1021867"/>
              <a:ext cx="223481" cy="223494"/>
            </a:xfrm>
            <a:prstGeom prst="rect">
              <a:avLst/>
            </a:prstGeom>
            <a:noFill/>
            <a:ln>
              <a:noFill/>
            </a:ln>
          </p:spPr>
        </p:pic>
      </p:grpSp>
      <p:sp>
        <p:nvSpPr>
          <p:cNvPr id="1614" name="Google Shape;1614;p12"/>
          <p:cNvSpPr txBox="1"/>
          <p:nvPr/>
        </p:nvSpPr>
        <p:spPr>
          <a:xfrm>
            <a:off x="5207299" y="1226948"/>
            <a:ext cx="486409"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Measurement point</a:t>
            </a:r>
            <a:endParaRPr b="0" i="0" sz="400" u="none" cap="none" strike="noStrike">
              <a:solidFill>
                <a:srgbClr val="000000"/>
              </a:solidFill>
              <a:latin typeface="Arial"/>
              <a:ea typeface="Arial"/>
              <a:cs typeface="Arial"/>
              <a:sym typeface="Arial"/>
            </a:endParaRPr>
          </a:p>
        </p:txBody>
      </p:sp>
      <p:sp>
        <p:nvSpPr>
          <p:cNvPr id="1615" name="Google Shape;1615;p12"/>
          <p:cNvSpPr/>
          <p:nvPr/>
        </p:nvSpPr>
        <p:spPr>
          <a:xfrm>
            <a:off x="7222007" y="3150742"/>
            <a:ext cx="461009" cy="50800"/>
          </a:xfrm>
          <a:custGeom>
            <a:rect b="b" l="l" r="r" t="t"/>
            <a:pathLst>
              <a:path extrusionOk="0" h="50800" w="461009">
                <a:moveTo>
                  <a:pt x="460933" y="0"/>
                </a:moveTo>
                <a:lnTo>
                  <a:pt x="0" y="0"/>
                </a:lnTo>
                <a:lnTo>
                  <a:pt x="0" y="50800"/>
                </a:lnTo>
                <a:lnTo>
                  <a:pt x="460933" y="50800"/>
                </a:lnTo>
                <a:lnTo>
                  <a:pt x="46093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12"/>
          <p:cNvSpPr txBox="1"/>
          <p:nvPr/>
        </p:nvSpPr>
        <p:spPr>
          <a:xfrm>
            <a:off x="7209312" y="3131949"/>
            <a:ext cx="486409"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Measurement point</a:t>
            </a:r>
            <a:endParaRPr b="0" i="0" sz="400" u="none" cap="none" strike="noStrike">
              <a:solidFill>
                <a:srgbClr val="000000"/>
              </a:solidFill>
              <a:latin typeface="Arial"/>
              <a:ea typeface="Arial"/>
              <a:cs typeface="Arial"/>
              <a:sym typeface="Arial"/>
            </a:endParaRPr>
          </a:p>
        </p:txBody>
      </p:sp>
      <p:sp>
        <p:nvSpPr>
          <p:cNvPr id="1617" name="Google Shape;1617;p12"/>
          <p:cNvSpPr txBox="1"/>
          <p:nvPr/>
        </p:nvSpPr>
        <p:spPr>
          <a:xfrm>
            <a:off x="8208802" y="2873733"/>
            <a:ext cx="486409"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Measurement point</a:t>
            </a:r>
            <a:endParaRPr b="0" i="0" sz="400" u="none" cap="none" strike="noStrike">
              <a:solidFill>
                <a:srgbClr val="000000"/>
              </a:solidFill>
              <a:latin typeface="Arial"/>
              <a:ea typeface="Arial"/>
              <a:cs typeface="Arial"/>
              <a:sym typeface="Arial"/>
            </a:endParaRPr>
          </a:p>
        </p:txBody>
      </p:sp>
      <p:sp>
        <p:nvSpPr>
          <p:cNvPr id="1618" name="Google Shape;1618;p12"/>
          <p:cNvSpPr txBox="1"/>
          <p:nvPr/>
        </p:nvSpPr>
        <p:spPr>
          <a:xfrm>
            <a:off x="9716292" y="3232431"/>
            <a:ext cx="486409"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Measurement point</a:t>
            </a:r>
            <a:endParaRPr b="0" i="0" sz="400" u="none" cap="none" strike="noStrike">
              <a:solidFill>
                <a:srgbClr val="000000"/>
              </a:solidFill>
              <a:latin typeface="Arial"/>
              <a:ea typeface="Arial"/>
              <a:cs typeface="Arial"/>
              <a:sym typeface="Arial"/>
            </a:endParaRPr>
          </a:p>
        </p:txBody>
      </p:sp>
      <p:sp>
        <p:nvSpPr>
          <p:cNvPr id="1619" name="Google Shape;1619;p12"/>
          <p:cNvSpPr txBox="1"/>
          <p:nvPr/>
        </p:nvSpPr>
        <p:spPr>
          <a:xfrm>
            <a:off x="2515069" y="2618990"/>
            <a:ext cx="265430" cy="109220"/>
          </a:xfrm>
          <a:prstGeom prst="rect">
            <a:avLst/>
          </a:prstGeom>
          <a:noFill/>
          <a:ln>
            <a:noFill/>
          </a:ln>
        </p:spPr>
        <p:txBody>
          <a:bodyPr anchorCtr="0" anchor="t" bIns="0" lIns="0" spcFirstLastPara="1" rIns="0" wrap="square" tIns="20300">
            <a:spAutoFit/>
          </a:bodyPr>
          <a:lstStyle/>
          <a:p>
            <a:pPr indent="0" lvl="0" marL="12700" marR="5080" rtl="0" algn="l">
              <a:lnSpc>
                <a:spcPct val="100000"/>
              </a:lnSpc>
              <a:spcBef>
                <a:spcPts val="0"/>
              </a:spcBef>
              <a:spcAft>
                <a:spcPts val="0"/>
              </a:spcAft>
              <a:buClr>
                <a:srgbClr val="000000"/>
              </a:buClr>
              <a:buSzPts val="300"/>
              <a:buFont typeface="Arial"/>
              <a:buNone/>
            </a:pPr>
            <a:r>
              <a:rPr b="0" i="0" lang="en-US" sz="300" u="none" cap="none" strike="noStrike">
                <a:solidFill>
                  <a:srgbClr val="6B6C6F"/>
                </a:solidFill>
                <a:latin typeface="Arial"/>
                <a:ea typeface="Arial"/>
                <a:cs typeface="Arial"/>
                <a:sym typeface="Arial"/>
              </a:rPr>
              <a:t>Reduced concentration</a:t>
            </a:r>
            <a:endParaRPr b="0" i="0" sz="300" u="none" cap="none" strike="noStrike">
              <a:solidFill>
                <a:srgbClr val="000000"/>
              </a:solidFill>
              <a:latin typeface="Arial"/>
              <a:ea typeface="Arial"/>
              <a:cs typeface="Arial"/>
              <a:sym typeface="Arial"/>
            </a:endParaRPr>
          </a:p>
        </p:txBody>
      </p:sp>
      <p:sp>
        <p:nvSpPr>
          <p:cNvPr id="1620" name="Google Shape;1620;p12"/>
          <p:cNvSpPr txBox="1"/>
          <p:nvPr/>
        </p:nvSpPr>
        <p:spPr>
          <a:xfrm>
            <a:off x="2515069" y="2746663"/>
            <a:ext cx="265430" cy="109220"/>
          </a:xfrm>
          <a:prstGeom prst="rect">
            <a:avLst/>
          </a:prstGeom>
          <a:noFill/>
          <a:ln>
            <a:noFill/>
          </a:ln>
        </p:spPr>
        <p:txBody>
          <a:bodyPr anchorCtr="0" anchor="t" bIns="0" lIns="0" spcFirstLastPara="1" rIns="0" wrap="square" tIns="20300">
            <a:spAutoFit/>
          </a:bodyPr>
          <a:lstStyle/>
          <a:p>
            <a:pPr indent="0" lvl="0" marL="12700" marR="5080" rtl="0" algn="l">
              <a:lnSpc>
                <a:spcPct val="100000"/>
              </a:lnSpc>
              <a:spcBef>
                <a:spcPts val="0"/>
              </a:spcBef>
              <a:spcAft>
                <a:spcPts val="0"/>
              </a:spcAft>
              <a:buClr>
                <a:srgbClr val="000000"/>
              </a:buClr>
              <a:buSzPts val="300"/>
              <a:buFont typeface="Arial"/>
              <a:buNone/>
            </a:pPr>
            <a:r>
              <a:rPr b="0" i="0" lang="en-US" sz="300" u="none" cap="none" strike="noStrike">
                <a:solidFill>
                  <a:srgbClr val="6B6C6F"/>
                </a:solidFill>
                <a:latin typeface="Arial"/>
                <a:ea typeface="Arial"/>
                <a:cs typeface="Arial"/>
                <a:sym typeface="Arial"/>
              </a:rPr>
              <a:t>Measured concentration</a:t>
            </a:r>
            <a:endParaRPr b="0" i="0" sz="300" u="none" cap="none" strike="noStrike">
              <a:solidFill>
                <a:srgbClr val="000000"/>
              </a:solidFill>
              <a:latin typeface="Arial"/>
              <a:ea typeface="Arial"/>
              <a:cs typeface="Arial"/>
              <a:sym typeface="Arial"/>
            </a:endParaRPr>
          </a:p>
        </p:txBody>
      </p:sp>
      <p:sp>
        <p:nvSpPr>
          <p:cNvPr id="1621" name="Google Shape;1621;p12"/>
          <p:cNvSpPr txBox="1"/>
          <p:nvPr/>
        </p:nvSpPr>
        <p:spPr>
          <a:xfrm>
            <a:off x="2322116" y="3919952"/>
            <a:ext cx="463550" cy="109220"/>
          </a:xfrm>
          <a:prstGeom prst="rect">
            <a:avLst/>
          </a:prstGeom>
          <a:noFill/>
          <a:ln>
            <a:noFill/>
          </a:ln>
        </p:spPr>
        <p:txBody>
          <a:bodyPr anchorCtr="0" anchor="t" bIns="0" lIns="0" spcFirstLastPara="1" rIns="0" wrap="square" tIns="12700">
            <a:spAutoFit/>
          </a:bodyPr>
          <a:lstStyle/>
          <a:p>
            <a:pPr indent="0" lvl="0" marL="12700" marR="0" rtl="0" algn="l">
              <a:lnSpc>
                <a:spcPct val="110000"/>
              </a:lnSpc>
              <a:spcBef>
                <a:spcPts val="0"/>
              </a:spcBef>
              <a:spcAft>
                <a:spcPts val="0"/>
              </a:spcAft>
              <a:buClr>
                <a:srgbClr val="000000"/>
              </a:buClr>
              <a:buSzPts val="300"/>
              <a:buFont typeface="Arial"/>
              <a:buNone/>
            </a:pPr>
            <a:r>
              <a:rPr b="0" i="0" lang="en-US" sz="300" u="sng" cap="none" strike="noStrike">
                <a:solidFill>
                  <a:srgbClr val="6B6C6F"/>
                </a:solidFill>
                <a:latin typeface="Times New Roman"/>
                <a:ea typeface="Times New Roman"/>
                <a:cs typeface="Times New Roman"/>
                <a:sym typeface="Times New Roman"/>
              </a:rPr>
              <a:t>	</a:t>
            </a:r>
            <a:r>
              <a:rPr b="0" i="0" lang="en-US" sz="300" u="none" cap="none" strike="noStrike">
                <a:solidFill>
                  <a:srgbClr val="6B6C6F"/>
                </a:solidFill>
                <a:latin typeface="Times New Roman"/>
                <a:ea typeface="Times New Roman"/>
                <a:cs typeface="Times New Roman"/>
                <a:sym typeface="Times New Roman"/>
              </a:rPr>
              <a:t> </a:t>
            </a:r>
            <a:r>
              <a:rPr b="0" i="0" lang="en-US" sz="300" u="none" cap="none" strike="noStrike">
                <a:solidFill>
                  <a:srgbClr val="6B6C6F"/>
                </a:solidFill>
                <a:latin typeface="Arial"/>
                <a:ea typeface="Arial"/>
                <a:cs typeface="Arial"/>
                <a:sym typeface="Arial"/>
              </a:rPr>
              <a:t>Reduced</a:t>
            </a:r>
            <a:endParaRPr b="0" i="0" sz="300" u="none" cap="none" strike="noStrike">
              <a:solidFill>
                <a:srgbClr val="000000"/>
              </a:solidFill>
              <a:latin typeface="Arial"/>
              <a:ea typeface="Arial"/>
              <a:cs typeface="Arial"/>
              <a:sym typeface="Arial"/>
            </a:endParaRPr>
          </a:p>
          <a:p>
            <a:pPr indent="0" lvl="0" marL="210184" marR="0" rtl="0" algn="l">
              <a:lnSpc>
                <a:spcPct val="110000"/>
              </a:lnSpc>
              <a:spcBef>
                <a:spcPts val="0"/>
              </a:spcBef>
              <a:spcAft>
                <a:spcPts val="0"/>
              </a:spcAft>
              <a:buClr>
                <a:srgbClr val="000000"/>
              </a:buClr>
              <a:buSzPts val="300"/>
              <a:buFont typeface="Arial"/>
              <a:buNone/>
            </a:pPr>
            <a:r>
              <a:rPr b="0" i="0" lang="en-US" sz="300" u="none" cap="none" strike="noStrike">
                <a:solidFill>
                  <a:srgbClr val="6B6C6F"/>
                </a:solidFill>
                <a:latin typeface="Arial"/>
                <a:ea typeface="Arial"/>
                <a:cs typeface="Arial"/>
                <a:sym typeface="Arial"/>
              </a:rPr>
              <a:t>concentration</a:t>
            </a:r>
            <a:endParaRPr b="0" i="0" sz="300" u="none" cap="none" strike="noStrike">
              <a:solidFill>
                <a:srgbClr val="000000"/>
              </a:solidFill>
              <a:latin typeface="Arial"/>
              <a:ea typeface="Arial"/>
              <a:cs typeface="Arial"/>
              <a:sym typeface="Arial"/>
            </a:endParaRPr>
          </a:p>
        </p:txBody>
      </p:sp>
      <p:sp>
        <p:nvSpPr>
          <p:cNvPr id="1622" name="Google Shape;1622;p12"/>
          <p:cNvSpPr txBox="1"/>
          <p:nvPr/>
        </p:nvSpPr>
        <p:spPr>
          <a:xfrm>
            <a:off x="2322116" y="4047625"/>
            <a:ext cx="463550" cy="109220"/>
          </a:xfrm>
          <a:prstGeom prst="rect">
            <a:avLst/>
          </a:prstGeom>
          <a:noFill/>
          <a:ln>
            <a:noFill/>
          </a:ln>
        </p:spPr>
        <p:txBody>
          <a:bodyPr anchorCtr="0" anchor="t" bIns="0" lIns="0" spcFirstLastPara="1" rIns="0" wrap="square" tIns="12700">
            <a:spAutoFit/>
          </a:bodyPr>
          <a:lstStyle/>
          <a:p>
            <a:pPr indent="0" lvl="0" marL="12700" marR="0" rtl="0" algn="l">
              <a:lnSpc>
                <a:spcPct val="110000"/>
              </a:lnSpc>
              <a:spcBef>
                <a:spcPts val="0"/>
              </a:spcBef>
              <a:spcAft>
                <a:spcPts val="0"/>
              </a:spcAft>
              <a:buClr>
                <a:srgbClr val="000000"/>
              </a:buClr>
              <a:buSzPts val="300"/>
              <a:buFont typeface="Arial"/>
              <a:buNone/>
            </a:pPr>
            <a:r>
              <a:rPr b="0" i="0" lang="en-US" sz="300" u="sng" cap="none" strike="noStrike">
                <a:solidFill>
                  <a:srgbClr val="6B6C6F"/>
                </a:solidFill>
                <a:latin typeface="Times New Roman"/>
                <a:ea typeface="Times New Roman"/>
                <a:cs typeface="Times New Roman"/>
                <a:sym typeface="Times New Roman"/>
              </a:rPr>
              <a:t>	</a:t>
            </a:r>
            <a:r>
              <a:rPr b="0" i="0" lang="en-US" sz="300" u="none" cap="none" strike="noStrike">
                <a:solidFill>
                  <a:srgbClr val="6B6C6F"/>
                </a:solidFill>
                <a:latin typeface="Times New Roman"/>
                <a:ea typeface="Times New Roman"/>
                <a:cs typeface="Times New Roman"/>
                <a:sym typeface="Times New Roman"/>
              </a:rPr>
              <a:t> </a:t>
            </a:r>
            <a:r>
              <a:rPr b="0" i="0" lang="en-US" sz="300" u="none" cap="none" strike="noStrike">
                <a:solidFill>
                  <a:srgbClr val="6B6C6F"/>
                </a:solidFill>
                <a:latin typeface="Arial"/>
                <a:ea typeface="Arial"/>
                <a:cs typeface="Arial"/>
                <a:sym typeface="Arial"/>
              </a:rPr>
              <a:t>Measured</a:t>
            </a:r>
            <a:endParaRPr b="0" i="0" sz="300" u="none" cap="none" strike="noStrike">
              <a:solidFill>
                <a:srgbClr val="000000"/>
              </a:solidFill>
              <a:latin typeface="Arial"/>
              <a:ea typeface="Arial"/>
              <a:cs typeface="Arial"/>
              <a:sym typeface="Arial"/>
            </a:endParaRPr>
          </a:p>
          <a:p>
            <a:pPr indent="0" lvl="0" marL="210184" marR="0" rtl="0" algn="l">
              <a:lnSpc>
                <a:spcPct val="110000"/>
              </a:lnSpc>
              <a:spcBef>
                <a:spcPts val="0"/>
              </a:spcBef>
              <a:spcAft>
                <a:spcPts val="0"/>
              </a:spcAft>
              <a:buClr>
                <a:srgbClr val="000000"/>
              </a:buClr>
              <a:buSzPts val="300"/>
              <a:buFont typeface="Arial"/>
              <a:buNone/>
            </a:pPr>
            <a:r>
              <a:rPr b="0" i="0" lang="en-US" sz="300" u="none" cap="none" strike="noStrike">
                <a:solidFill>
                  <a:srgbClr val="6B6C6F"/>
                </a:solidFill>
                <a:latin typeface="Arial"/>
                <a:ea typeface="Arial"/>
                <a:cs typeface="Arial"/>
                <a:sym typeface="Arial"/>
              </a:rPr>
              <a:t>concentration</a:t>
            </a:r>
            <a:endParaRPr b="0" i="0" sz="300" u="none" cap="none" strike="noStrike">
              <a:solidFill>
                <a:srgbClr val="000000"/>
              </a:solidFill>
              <a:latin typeface="Arial"/>
              <a:ea typeface="Arial"/>
              <a:cs typeface="Arial"/>
              <a:sym typeface="Arial"/>
            </a:endParaRPr>
          </a:p>
        </p:txBody>
      </p:sp>
      <p:sp>
        <p:nvSpPr>
          <p:cNvPr id="1623" name="Google Shape;1623;p12"/>
          <p:cNvSpPr txBox="1"/>
          <p:nvPr/>
        </p:nvSpPr>
        <p:spPr>
          <a:xfrm>
            <a:off x="7407877" y="937456"/>
            <a:ext cx="1064260"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PRIMO type 6</a:t>
            </a:r>
            <a:endParaRPr b="0" i="0" sz="1300" u="none" cap="none" strike="noStrike">
              <a:solidFill>
                <a:srgbClr val="000000"/>
              </a:solidFill>
              <a:latin typeface="Arial"/>
              <a:ea typeface="Arial"/>
              <a:cs typeface="Arial"/>
              <a:sym typeface="Arial"/>
            </a:endParaRPr>
          </a:p>
        </p:txBody>
      </p:sp>
      <p:sp>
        <p:nvSpPr>
          <p:cNvPr id="1624" name="Google Shape;1624;p12"/>
          <p:cNvSpPr txBox="1"/>
          <p:nvPr/>
        </p:nvSpPr>
        <p:spPr>
          <a:xfrm>
            <a:off x="599648" y="4897875"/>
            <a:ext cx="1064260"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PRIMO type 4</a:t>
            </a:r>
            <a:endParaRPr b="0" i="0" sz="1300" u="none" cap="none" strike="noStrike">
              <a:solidFill>
                <a:srgbClr val="000000"/>
              </a:solidFill>
              <a:latin typeface="Arial"/>
              <a:ea typeface="Arial"/>
              <a:cs typeface="Arial"/>
              <a:sym typeface="Arial"/>
            </a:endParaRPr>
          </a:p>
        </p:txBody>
      </p:sp>
      <p:grpSp>
        <p:nvGrpSpPr>
          <p:cNvPr id="1625" name="Google Shape;1625;p12"/>
          <p:cNvGrpSpPr/>
          <p:nvPr/>
        </p:nvGrpSpPr>
        <p:grpSpPr>
          <a:xfrm>
            <a:off x="492277" y="720636"/>
            <a:ext cx="8216837" cy="3963441"/>
            <a:chOff x="492277" y="720636"/>
            <a:chExt cx="8216837" cy="3963441"/>
          </a:xfrm>
        </p:grpSpPr>
        <p:sp>
          <p:nvSpPr>
            <p:cNvPr id="1626" name="Google Shape;1626;p12"/>
            <p:cNvSpPr/>
            <p:nvPr/>
          </p:nvSpPr>
          <p:spPr>
            <a:xfrm>
              <a:off x="492277" y="4505007"/>
              <a:ext cx="2160905" cy="179070"/>
            </a:xfrm>
            <a:custGeom>
              <a:rect b="b" l="l" r="r" t="t"/>
              <a:pathLst>
                <a:path extrusionOk="0" h="179070" w="2160905">
                  <a:moveTo>
                    <a:pt x="202361" y="21450"/>
                  </a:moveTo>
                  <a:lnTo>
                    <a:pt x="103695" y="11645"/>
                  </a:lnTo>
                  <a:lnTo>
                    <a:pt x="96037" y="12369"/>
                  </a:lnTo>
                  <a:lnTo>
                    <a:pt x="91922" y="12369"/>
                  </a:lnTo>
                  <a:lnTo>
                    <a:pt x="81915" y="12369"/>
                  </a:lnTo>
                  <a:lnTo>
                    <a:pt x="73723" y="11912"/>
                  </a:lnTo>
                  <a:lnTo>
                    <a:pt x="68719" y="11010"/>
                  </a:lnTo>
                  <a:lnTo>
                    <a:pt x="68719" y="7874"/>
                  </a:lnTo>
                  <a:lnTo>
                    <a:pt x="0" y="0"/>
                  </a:lnTo>
                  <a:lnTo>
                    <a:pt x="0" y="173913"/>
                  </a:lnTo>
                  <a:lnTo>
                    <a:pt x="68719" y="173913"/>
                  </a:lnTo>
                  <a:lnTo>
                    <a:pt x="68719" y="64706"/>
                  </a:lnTo>
                  <a:lnTo>
                    <a:pt x="75082" y="65163"/>
                  </a:lnTo>
                  <a:lnTo>
                    <a:pt x="83273" y="66065"/>
                  </a:lnTo>
                  <a:lnTo>
                    <a:pt x="92837" y="66065"/>
                  </a:lnTo>
                  <a:lnTo>
                    <a:pt x="148742" y="58051"/>
                  </a:lnTo>
                  <a:lnTo>
                    <a:pt x="192036" y="33299"/>
                  </a:lnTo>
                  <a:lnTo>
                    <a:pt x="199263" y="25730"/>
                  </a:lnTo>
                  <a:lnTo>
                    <a:pt x="202361" y="21450"/>
                  </a:lnTo>
                  <a:close/>
                </a:path>
                <a:path extrusionOk="0" h="179070" w="2160905">
                  <a:moveTo>
                    <a:pt x="488035" y="43370"/>
                  </a:moveTo>
                  <a:lnTo>
                    <a:pt x="418922" y="38912"/>
                  </a:lnTo>
                  <a:lnTo>
                    <a:pt x="418922" y="44678"/>
                  </a:lnTo>
                  <a:lnTo>
                    <a:pt x="415226" y="79629"/>
                  </a:lnTo>
                  <a:lnTo>
                    <a:pt x="404355" y="104178"/>
                  </a:lnTo>
                  <a:lnTo>
                    <a:pt x="386664" y="118656"/>
                  </a:lnTo>
                  <a:lnTo>
                    <a:pt x="362496" y="123405"/>
                  </a:lnTo>
                  <a:lnTo>
                    <a:pt x="338836" y="118465"/>
                  </a:lnTo>
                  <a:lnTo>
                    <a:pt x="321424" y="103670"/>
                  </a:lnTo>
                  <a:lnTo>
                    <a:pt x="310654" y="79057"/>
                  </a:lnTo>
                  <a:lnTo>
                    <a:pt x="306971" y="44678"/>
                  </a:lnTo>
                  <a:lnTo>
                    <a:pt x="306971" y="30568"/>
                  </a:lnTo>
                  <a:lnTo>
                    <a:pt x="237350" y="24638"/>
                  </a:lnTo>
                  <a:lnTo>
                    <a:pt x="237350" y="39217"/>
                  </a:lnTo>
                  <a:lnTo>
                    <a:pt x="242697" y="91325"/>
                  </a:lnTo>
                  <a:lnTo>
                    <a:pt x="258318" y="130657"/>
                  </a:lnTo>
                  <a:lnTo>
                    <a:pt x="283540" y="157924"/>
                  </a:lnTo>
                  <a:lnTo>
                    <a:pt x="317728" y="173786"/>
                  </a:lnTo>
                  <a:lnTo>
                    <a:pt x="360222" y="178917"/>
                  </a:lnTo>
                  <a:lnTo>
                    <a:pt x="403809" y="173697"/>
                  </a:lnTo>
                  <a:lnTo>
                    <a:pt x="439089" y="157822"/>
                  </a:lnTo>
                  <a:lnTo>
                    <a:pt x="465366" y="131000"/>
                  </a:lnTo>
                  <a:lnTo>
                    <a:pt x="481914" y="92951"/>
                  </a:lnTo>
                  <a:lnTo>
                    <a:pt x="488035" y="43370"/>
                  </a:lnTo>
                  <a:close/>
                </a:path>
                <a:path extrusionOk="0" h="179070" w="2160905">
                  <a:moveTo>
                    <a:pt x="732904" y="173913"/>
                  </a:moveTo>
                  <a:lnTo>
                    <a:pt x="727837" y="160274"/>
                  </a:lnTo>
                  <a:lnTo>
                    <a:pt x="721753" y="139217"/>
                  </a:lnTo>
                  <a:lnTo>
                    <a:pt x="707885" y="87452"/>
                  </a:lnTo>
                  <a:lnTo>
                    <a:pt x="705002" y="77952"/>
                  </a:lnTo>
                  <a:lnTo>
                    <a:pt x="701751" y="69113"/>
                  </a:lnTo>
                  <a:lnTo>
                    <a:pt x="698055" y="60985"/>
                  </a:lnTo>
                  <a:lnTo>
                    <a:pt x="693889" y="53581"/>
                  </a:lnTo>
                  <a:lnTo>
                    <a:pt x="596950" y="49339"/>
                  </a:lnTo>
                  <a:lnTo>
                    <a:pt x="501281" y="44170"/>
                  </a:lnTo>
                  <a:lnTo>
                    <a:pt x="501281" y="173913"/>
                  </a:lnTo>
                  <a:lnTo>
                    <a:pt x="570001" y="173913"/>
                  </a:lnTo>
                  <a:lnTo>
                    <a:pt x="570001" y="53327"/>
                  </a:lnTo>
                  <a:lnTo>
                    <a:pt x="590931" y="53327"/>
                  </a:lnTo>
                  <a:lnTo>
                    <a:pt x="633285" y="78727"/>
                  </a:lnTo>
                  <a:lnTo>
                    <a:pt x="647001" y="128346"/>
                  </a:lnTo>
                  <a:lnTo>
                    <a:pt x="652754" y="149110"/>
                  </a:lnTo>
                  <a:lnTo>
                    <a:pt x="657733" y="164414"/>
                  </a:lnTo>
                  <a:lnTo>
                    <a:pt x="661924" y="173913"/>
                  </a:lnTo>
                  <a:lnTo>
                    <a:pt x="732904" y="173913"/>
                  </a:lnTo>
                  <a:close/>
                </a:path>
                <a:path extrusionOk="0" h="179070" w="2160905">
                  <a:moveTo>
                    <a:pt x="949375" y="116763"/>
                  </a:moveTo>
                  <a:lnTo>
                    <a:pt x="823315" y="116763"/>
                  </a:lnTo>
                  <a:lnTo>
                    <a:pt x="823315" y="58343"/>
                  </a:lnTo>
                  <a:lnTo>
                    <a:pt x="800112" y="58343"/>
                  </a:lnTo>
                  <a:lnTo>
                    <a:pt x="800112" y="55803"/>
                  </a:lnTo>
                  <a:lnTo>
                    <a:pt x="753694" y="55803"/>
                  </a:lnTo>
                  <a:lnTo>
                    <a:pt x="753694" y="58343"/>
                  </a:lnTo>
                  <a:lnTo>
                    <a:pt x="753694" y="116763"/>
                  </a:lnTo>
                  <a:lnTo>
                    <a:pt x="753694" y="173913"/>
                  </a:lnTo>
                  <a:lnTo>
                    <a:pt x="949375" y="173913"/>
                  </a:lnTo>
                  <a:lnTo>
                    <a:pt x="949375" y="116763"/>
                  </a:lnTo>
                  <a:close/>
                </a:path>
                <a:path extrusionOk="0" h="179070" w="2160905">
                  <a:moveTo>
                    <a:pt x="1041577" y="60947"/>
                  </a:moveTo>
                  <a:lnTo>
                    <a:pt x="979360" y="60515"/>
                  </a:lnTo>
                  <a:lnTo>
                    <a:pt x="972121" y="173913"/>
                  </a:lnTo>
                  <a:lnTo>
                    <a:pt x="1036281" y="173913"/>
                  </a:lnTo>
                  <a:lnTo>
                    <a:pt x="1041577" y="60947"/>
                  </a:lnTo>
                  <a:close/>
                </a:path>
                <a:path extrusionOk="0" h="179070" w="2160905">
                  <a:moveTo>
                    <a:pt x="1196771" y="60350"/>
                  </a:moveTo>
                  <a:lnTo>
                    <a:pt x="1146225" y="60807"/>
                  </a:lnTo>
                  <a:lnTo>
                    <a:pt x="1141399" y="80632"/>
                  </a:lnTo>
                  <a:lnTo>
                    <a:pt x="1140028" y="80632"/>
                  </a:lnTo>
                  <a:lnTo>
                    <a:pt x="1136116" y="60858"/>
                  </a:lnTo>
                  <a:lnTo>
                    <a:pt x="1078725" y="61023"/>
                  </a:lnTo>
                  <a:lnTo>
                    <a:pt x="1108176" y="168910"/>
                  </a:lnTo>
                  <a:lnTo>
                    <a:pt x="1162786" y="168910"/>
                  </a:lnTo>
                  <a:lnTo>
                    <a:pt x="1196771" y="60350"/>
                  </a:lnTo>
                  <a:close/>
                </a:path>
                <a:path extrusionOk="0" h="179070" w="2160905">
                  <a:moveTo>
                    <a:pt x="1310690" y="173913"/>
                  </a:moveTo>
                  <a:lnTo>
                    <a:pt x="1304353" y="58534"/>
                  </a:lnTo>
                  <a:lnTo>
                    <a:pt x="1238465" y="59778"/>
                  </a:lnTo>
                  <a:lnTo>
                    <a:pt x="1242885" y="173913"/>
                  </a:lnTo>
                  <a:lnTo>
                    <a:pt x="1310690" y="173913"/>
                  </a:lnTo>
                  <a:close/>
                </a:path>
                <a:path extrusionOk="0" h="179070" w="2160905">
                  <a:moveTo>
                    <a:pt x="1600085" y="88366"/>
                  </a:moveTo>
                  <a:lnTo>
                    <a:pt x="1599234" y="77114"/>
                  </a:lnTo>
                  <a:lnTo>
                    <a:pt x="1596771" y="66624"/>
                  </a:lnTo>
                  <a:lnTo>
                    <a:pt x="1592859" y="56959"/>
                  </a:lnTo>
                  <a:lnTo>
                    <a:pt x="1587614" y="48145"/>
                  </a:lnTo>
                  <a:lnTo>
                    <a:pt x="1508493" y="51892"/>
                  </a:lnTo>
                  <a:lnTo>
                    <a:pt x="1516545" y="57823"/>
                  </a:lnTo>
                  <a:lnTo>
                    <a:pt x="1522768" y="65239"/>
                  </a:lnTo>
                  <a:lnTo>
                    <a:pt x="1526768" y="74193"/>
                  </a:lnTo>
                  <a:lnTo>
                    <a:pt x="1528191" y="84721"/>
                  </a:lnTo>
                  <a:lnTo>
                    <a:pt x="1524787" y="100317"/>
                  </a:lnTo>
                  <a:lnTo>
                    <a:pt x="1514589" y="112877"/>
                  </a:lnTo>
                  <a:lnTo>
                    <a:pt x="1497660" y="121259"/>
                  </a:lnTo>
                  <a:lnTo>
                    <a:pt x="1474038" y="124307"/>
                  </a:lnTo>
                  <a:lnTo>
                    <a:pt x="1453121" y="122364"/>
                  </a:lnTo>
                  <a:lnTo>
                    <a:pt x="1433715" y="117602"/>
                  </a:lnTo>
                  <a:lnTo>
                    <a:pt x="1417281" y="111645"/>
                  </a:lnTo>
                  <a:lnTo>
                    <a:pt x="1405331" y="106108"/>
                  </a:lnTo>
                  <a:lnTo>
                    <a:pt x="1391221" y="157988"/>
                  </a:lnTo>
                  <a:lnTo>
                    <a:pt x="1406855" y="165874"/>
                  </a:lnTo>
                  <a:lnTo>
                    <a:pt x="1427276" y="172554"/>
                  </a:lnTo>
                  <a:lnTo>
                    <a:pt x="1451622" y="177190"/>
                  </a:lnTo>
                  <a:lnTo>
                    <a:pt x="1479042" y="178917"/>
                  </a:lnTo>
                  <a:lnTo>
                    <a:pt x="1529626" y="172135"/>
                  </a:lnTo>
                  <a:lnTo>
                    <a:pt x="1567713" y="153263"/>
                  </a:lnTo>
                  <a:lnTo>
                    <a:pt x="1591729" y="124599"/>
                  </a:lnTo>
                  <a:lnTo>
                    <a:pt x="1600085" y="88366"/>
                  </a:lnTo>
                  <a:close/>
                </a:path>
                <a:path extrusionOk="0" h="179070" w="2160905">
                  <a:moveTo>
                    <a:pt x="1836635" y="31953"/>
                  </a:moveTo>
                  <a:lnTo>
                    <a:pt x="1767395" y="37147"/>
                  </a:lnTo>
                  <a:lnTo>
                    <a:pt x="1763814" y="76276"/>
                  </a:lnTo>
                  <a:lnTo>
                    <a:pt x="1755635" y="104228"/>
                  </a:lnTo>
                  <a:lnTo>
                    <a:pt x="1743011" y="121005"/>
                  </a:lnTo>
                  <a:lnTo>
                    <a:pt x="1726145" y="126593"/>
                  </a:lnTo>
                  <a:lnTo>
                    <a:pt x="1709420" y="121450"/>
                  </a:lnTo>
                  <a:lnTo>
                    <a:pt x="1696466" y="105905"/>
                  </a:lnTo>
                  <a:lnTo>
                    <a:pt x="1687728" y="79730"/>
                  </a:lnTo>
                  <a:lnTo>
                    <a:pt x="1683651" y="42710"/>
                  </a:lnTo>
                  <a:lnTo>
                    <a:pt x="1614551" y="46723"/>
                  </a:lnTo>
                  <a:lnTo>
                    <a:pt x="1624139" y="98717"/>
                  </a:lnTo>
                  <a:lnTo>
                    <a:pt x="1645170" y="140677"/>
                  </a:lnTo>
                  <a:lnTo>
                    <a:pt x="1678330" y="168719"/>
                  </a:lnTo>
                  <a:lnTo>
                    <a:pt x="1724317" y="178930"/>
                  </a:lnTo>
                  <a:lnTo>
                    <a:pt x="1764042" y="172046"/>
                  </a:lnTo>
                  <a:lnTo>
                    <a:pt x="1795056" y="152387"/>
                  </a:lnTo>
                  <a:lnTo>
                    <a:pt x="1817433" y="121488"/>
                  </a:lnTo>
                  <a:lnTo>
                    <a:pt x="1831263" y="80835"/>
                  </a:lnTo>
                  <a:lnTo>
                    <a:pt x="1836635" y="31953"/>
                  </a:lnTo>
                  <a:close/>
                </a:path>
                <a:path extrusionOk="0" h="179070" w="2160905">
                  <a:moveTo>
                    <a:pt x="1923669" y="137058"/>
                  </a:moveTo>
                  <a:lnTo>
                    <a:pt x="1920735" y="119888"/>
                  </a:lnTo>
                  <a:lnTo>
                    <a:pt x="1912467" y="106514"/>
                  </a:lnTo>
                  <a:lnTo>
                    <a:pt x="1899678" y="97828"/>
                  </a:lnTo>
                  <a:lnTo>
                    <a:pt x="1883168" y="94742"/>
                  </a:lnTo>
                  <a:lnTo>
                    <a:pt x="1866595" y="97891"/>
                  </a:lnTo>
                  <a:lnTo>
                    <a:pt x="1853653" y="106680"/>
                  </a:lnTo>
                  <a:lnTo>
                    <a:pt x="1845221" y="120078"/>
                  </a:lnTo>
                  <a:lnTo>
                    <a:pt x="1842211" y="137058"/>
                  </a:lnTo>
                  <a:lnTo>
                    <a:pt x="1845221" y="153771"/>
                  </a:lnTo>
                  <a:lnTo>
                    <a:pt x="1853590" y="167043"/>
                  </a:lnTo>
                  <a:lnTo>
                    <a:pt x="1866404" y="175780"/>
                  </a:lnTo>
                  <a:lnTo>
                    <a:pt x="1882711" y="178930"/>
                  </a:lnTo>
                  <a:lnTo>
                    <a:pt x="1899488" y="175780"/>
                  </a:lnTo>
                  <a:lnTo>
                    <a:pt x="1912416" y="167043"/>
                  </a:lnTo>
                  <a:lnTo>
                    <a:pt x="1920735" y="153771"/>
                  </a:lnTo>
                  <a:lnTo>
                    <a:pt x="1923669" y="137058"/>
                  </a:lnTo>
                  <a:close/>
                </a:path>
                <a:path extrusionOk="0" h="179070" w="2160905">
                  <a:moveTo>
                    <a:pt x="2160854" y="89281"/>
                  </a:moveTo>
                  <a:lnTo>
                    <a:pt x="2156422" y="63169"/>
                  </a:lnTo>
                  <a:lnTo>
                    <a:pt x="2146452" y="45593"/>
                  </a:lnTo>
                  <a:lnTo>
                    <a:pt x="2144522" y="42176"/>
                  </a:lnTo>
                  <a:lnTo>
                    <a:pt x="2127250" y="26314"/>
                  </a:lnTo>
                  <a:lnTo>
                    <a:pt x="2106701" y="15557"/>
                  </a:lnTo>
                  <a:lnTo>
                    <a:pt x="2106701" y="14198"/>
                  </a:lnTo>
                  <a:lnTo>
                    <a:pt x="2112391" y="11353"/>
                  </a:lnTo>
                  <a:lnTo>
                    <a:pt x="2117458" y="8102"/>
                  </a:lnTo>
                  <a:lnTo>
                    <a:pt x="2121979" y="4533"/>
                  </a:lnTo>
                  <a:lnTo>
                    <a:pt x="2090318" y="7874"/>
                  </a:lnTo>
                  <a:lnTo>
                    <a:pt x="2090318" y="94284"/>
                  </a:lnTo>
                  <a:lnTo>
                    <a:pt x="2087435" y="108877"/>
                  </a:lnTo>
                  <a:lnTo>
                    <a:pt x="2079282" y="120561"/>
                  </a:lnTo>
                  <a:lnTo>
                    <a:pt x="2066505" y="128320"/>
                  </a:lnTo>
                  <a:lnTo>
                    <a:pt x="2049818" y="131140"/>
                  </a:lnTo>
                  <a:lnTo>
                    <a:pt x="2032266" y="127673"/>
                  </a:lnTo>
                  <a:lnTo>
                    <a:pt x="2018982" y="118452"/>
                  </a:lnTo>
                  <a:lnTo>
                    <a:pt x="2010638" y="105232"/>
                  </a:lnTo>
                  <a:lnTo>
                    <a:pt x="2007946" y="89738"/>
                  </a:lnTo>
                  <a:lnTo>
                    <a:pt x="2010359" y="74714"/>
                  </a:lnTo>
                  <a:lnTo>
                    <a:pt x="2017382" y="62026"/>
                  </a:lnTo>
                  <a:lnTo>
                    <a:pt x="2028672" y="52171"/>
                  </a:lnTo>
                  <a:lnTo>
                    <a:pt x="2043899" y="45593"/>
                  </a:lnTo>
                  <a:lnTo>
                    <a:pt x="2062670" y="52616"/>
                  </a:lnTo>
                  <a:lnTo>
                    <a:pt x="2077339" y="62941"/>
                  </a:lnTo>
                  <a:lnTo>
                    <a:pt x="2086902" y="76758"/>
                  </a:lnTo>
                  <a:lnTo>
                    <a:pt x="2090318" y="94284"/>
                  </a:lnTo>
                  <a:lnTo>
                    <a:pt x="2090318" y="7874"/>
                  </a:lnTo>
                  <a:lnTo>
                    <a:pt x="1986178" y="18821"/>
                  </a:lnTo>
                  <a:lnTo>
                    <a:pt x="1988820" y="20320"/>
                  </a:lnTo>
                  <a:lnTo>
                    <a:pt x="1990204" y="21018"/>
                  </a:lnTo>
                  <a:lnTo>
                    <a:pt x="1990204" y="22390"/>
                  </a:lnTo>
                  <a:lnTo>
                    <a:pt x="1968322" y="34937"/>
                  </a:lnTo>
                  <a:lnTo>
                    <a:pt x="1951697" y="51447"/>
                  </a:lnTo>
                  <a:lnTo>
                    <a:pt x="1941118" y="71970"/>
                  </a:lnTo>
                  <a:lnTo>
                    <a:pt x="1937423" y="96558"/>
                  </a:lnTo>
                  <a:lnTo>
                    <a:pt x="1943989" y="126326"/>
                  </a:lnTo>
                  <a:lnTo>
                    <a:pt x="1964093" y="152755"/>
                  </a:lnTo>
                  <a:lnTo>
                    <a:pt x="1998268" y="171691"/>
                  </a:lnTo>
                  <a:lnTo>
                    <a:pt x="2047087" y="178930"/>
                  </a:lnTo>
                  <a:lnTo>
                    <a:pt x="2093849" y="172478"/>
                  </a:lnTo>
                  <a:lnTo>
                    <a:pt x="2129739" y="154241"/>
                  </a:lnTo>
                  <a:lnTo>
                    <a:pt x="2148509" y="131140"/>
                  </a:lnTo>
                  <a:lnTo>
                    <a:pt x="2152739" y="125945"/>
                  </a:lnTo>
                  <a:lnTo>
                    <a:pt x="2160854" y="89281"/>
                  </a:lnTo>
                  <a:close/>
                </a:path>
              </a:pathLst>
            </a:custGeom>
            <a:solidFill>
              <a:srgbClr val="696A6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12"/>
            <p:cNvSpPr/>
            <p:nvPr/>
          </p:nvSpPr>
          <p:spPr>
            <a:xfrm>
              <a:off x="493290" y="4370948"/>
              <a:ext cx="218440" cy="154940"/>
            </a:xfrm>
            <a:custGeom>
              <a:rect b="b" l="l" r="r" t="t"/>
              <a:pathLst>
                <a:path extrusionOk="0" h="154939" w="218440">
                  <a:moveTo>
                    <a:pt x="92887" y="0"/>
                  </a:moveTo>
                  <a:lnTo>
                    <a:pt x="64043" y="476"/>
                  </a:lnTo>
                  <a:lnTo>
                    <a:pt x="39004" y="1795"/>
                  </a:lnTo>
                  <a:lnTo>
                    <a:pt x="17685" y="3787"/>
                  </a:lnTo>
                  <a:lnTo>
                    <a:pt x="0" y="6286"/>
                  </a:lnTo>
                  <a:lnTo>
                    <a:pt x="0" y="133273"/>
                  </a:lnTo>
                  <a:lnTo>
                    <a:pt x="68084" y="141046"/>
                  </a:lnTo>
                  <a:lnTo>
                    <a:pt x="68084" y="53873"/>
                  </a:lnTo>
                  <a:lnTo>
                    <a:pt x="78617" y="52422"/>
                  </a:lnTo>
                  <a:lnTo>
                    <a:pt x="86274" y="51862"/>
                  </a:lnTo>
                  <a:lnTo>
                    <a:pt x="95580" y="51638"/>
                  </a:lnTo>
                  <a:lnTo>
                    <a:pt x="119133" y="54675"/>
                  </a:lnTo>
                  <a:lnTo>
                    <a:pt x="136218" y="63479"/>
                  </a:lnTo>
                  <a:lnTo>
                    <a:pt x="146624" y="77586"/>
                  </a:lnTo>
                  <a:lnTo>
                    <a:pt x="150139" y="96532"/>
                  </a:lnTo>
                  <a:lnTo>
                    <a:pt x="146893" y="115010"/>
                  </a:lnTo>
                  <a:lnTo>
                    <a:pt x="137533" y="129479"/>
                  </a:lnTo>
                  <a:lnTo>
                    <a:pt x="122627" y="139534"/>
                  </a:lnTo>
                  <a:lnTo>
                    <a:pt x="102743" y="144767"/>
                  </a:lnTo>
                  <a:lnTo>
                    <a:pt x="200494" y="154444"/>
                  </a:lnTo>
                  <a:lnTo>
                    <a:pt x="208103" y="141708"/>
                  </a:lnTo>
                  <a:lnTo>
                    <a:pt x="213660" y="127338"/>
                  </a:lnTo>
                  <a:lnTo>
                    <a:pt x="217066" y="111483"/>
                  </a:lnTo>
                  <a:lnTo>
                    <a:pt x="218224" y="94297"/>
                  </a:lnTo>
                  <a:lnTo>
                    <a:pt x="215877" y="72993"/>
                  </a:lnTo>
                  <a:lnTo>
                    <a:pt x="199010" y="37461"/>
                  </a:lnTo>
                  <a:lnTo>
                    <a:pt x="168649" y="13635"/>
                  </a:lnTo>
                  <a:lnTo>
                    <a:pt x="122424" y="1514"/>
                  </a:lnTo>
                  <a:lnTo>
                    <a:pt x="92887"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12"/>
            <p:cNvSpPr/>
            <p:nvPr/>
          </p:nvSpPr>
          <p:spPr>
            <a:xfrm>
              <a:off x="493290" y="4370948"/>
              <a:ext cx="218440" cy="154940"/>
            </a:xfrm>
            <a:custGeom>
              <a:rect b="b" l="l" r="r" t="t"/>
              <a:pathLst>
                <a:path extrusionOk="0" h="154939" w="218440">
                  <a:moveTo>
                    <a:pt x="185762" y="24244"/>
                  </a:moveTo>
                  <a:lnTo>
                    <a:pt x="168649" y="13635"/>
                  </a:lnTo>
                  <a:lnTo>
                    <a:pt x="147607" y="6059"/>
                  </a:lnTo>
                  <a:lnTo>
                    <a:pt x="122424" y="1514"/>
                  </a:lnTo>
                  <a:lnTo>
                    <a:pt x="92887" y="0"/>
                  </a:lnTo>
                  <a:lnTo>
                    <a:pt x="64043" y="476"/>
                  </a:lnTo>
                  <a:lnTo>
                    <a:pt x="39004" y="1795"/>
                  </a:lnTo>
                  <a:lnTo>
                    <a:pt x="17685" y="3787"/>
                  </a:lnTo>
                  <a:lnTo>
                    <a:pt x="0" y="6286"/>
                  </a:lnTo>
                  <a:lnTo>
                    <a:pt x="0" y="133273"/>
                  </a:lnTo>
                  <a:lnTo>
                    <a:pt x="16926" y="135261"/>
                  </a:lnTo>
                  <a:lnTo>
                    <a:pt x="33913" y="137221"/>
                  </a:lnTo>
                  <a:lnTo>
                    <a:pt x="50965" y="139151"/>
                  </a:lnTo>
                  <a:lnTo>
                    <a:pt x="68084" y="141046"/>
                  </a:lnTo>
                  <a:lnTo>
                    <a:pt x="68084" y="53873"/>
                  </a:lnTo>
                  <a:lnTo>
                    <a:pt x="72568" y="53149"/>
                  </a:lnTo>
                  <a:lnTo>
                    <a:pt x="78617" y="52422"/>
                  </a:lnTo>
                  <a:lnTo>
                    <a:pt x="86274" y="51862"/>
                  </a:lnTo>
                  <a:lnTo>
                    <a:pt x="95580" y="51638"/>
                  </a:lnTo>
                  <a:lnTo>
                    <a:pt x="119133" y="54675"/>
                  </a:lnTo>
                  <a:lnTo>
                    <a:pt x="136218" y="63479"/>
                  </a:lnTo>
                  <a:lnTo>
                    <a:pt x="146624" y="77586"/>
                  </a:lnTo>
                  <a:lnTo>
                    <a:pt x="150139" y="96532"/>
                  </a:lnTo>
                  <a:lnTo>
                    <a:pt x="146893" y="115010"/>
                  </a:lnTo>
                  <a:lnTo>
                    <a:pt x="137533" y="129479"/>
                  </a:lnTo>
                  <a:lnTo>
                    <a:pt x="122627" y="139534"/>
                  </a:lnTo>
                  <a:lnTo>
                    <a:pt x="102743" y="144767"/>
                  </a:lnTo>
                  <a:lnTo>
                    <a:pt x="127000" y="147279"/>
                  </a:lnTo>
                  <a:lnTo>
                    <a:pt x="151380" y="149729"/>
                  </a:lnTo>
                  <a:lnTo>
                    <a:pt x="175880" y="152118"/>
                  </a:lnTo>
                  <a:lnTo>
                    <a:pt x="200494" y="154444"/>
                  </a:lnTo>
                  <a:lnTo>
                    <a:pt x="208103" y="141708"/>
                  </a:lnTo>
                  <a:lnTo>
                    <a:pt x="213660" y="127338"/>
                  </a:lnTo>
                  <a:lnTo>
                    <a:pt x="217066" y="111483"/>
                  </a:lnTo>
                  <a:lnTo>
                    <a:pt x="218224" y="94297"/>
                  </a:lnTo>
                  <a:lnTo>
                    <a:pt x="215877" y="72993"/>
                  </a:lnTo>
                  <a:lnTo>
                    <a:pt x="209261" y="53879"/>
                  </a:lnTo>
                  <a:lnTo>
                    <a:pt x="199010" y="37461"/>
                  </a:lnTo>
                  <a:lnTo>
                    <a:pt x="185762" y="2424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12"/>
            <p:cNvSpPr/>
            <p:nvPr/>
          </p:nvSpPr>
          <p:spPr>
            <a:xfrm>
              <a:off x="730651" y="4373222"/>
              <a:ext cx="67945" cy="161290"/>
            </a:xfrm>
            <a:custGeom>
              <a:rect b="b" l="l" r="r" t="t"/>
              <a:pathLst>
                <a:path extrusionOk="0" h="161289" w="67945">
                  <a:moveTo>
                    <a:pt x="67589" y="0"/>
                  </a:moveTo>
                  <a:lnTo>
                    <a:pt x="0" y="0"/>
                  </a:lnTo>
                  <a:lnTo>
                    <a:pt x="0" y="155397"/>
                  </a:lnTo>
                  <a:lnTo>
                    <a:pt x="67589" y="161251"/>
                  </a:lnTo>
                  <a:lnTo>
                    <a:pt x="6758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2"/>
            <p:cNvSpPr/>
            <p:nvPr/>
          </p:nvSpPr>
          <p:spPr>
            <a:xfrm>
              <a:off x="730651" y="4373222"/>
              <a:ext cx="67945" cy="161290"/>
            </a:xfrm>
            <a:custGeom>
              <a:rect b="b" l="l" r="r" t="t"/>
              <a:pathLst>
                <a:path extrusionOk="0" h="161289" w="67945">
                  <a:moveTo>
                    <a:pt x="67589" y="0"/>
                  </a:moveTo>
                  <a:lnTo>
                    <a:pt x="0" y="0"/>
                  </a:lnTo>
                  <a:lnTo>
                    <a:pt x="0" y="155397"/>
                  </a:lnTo>
                  <a:lnTo>
                    <a:pt x="16816" y="156906"/>
                  </a:lnTo>
                  <a:lnTo>
                    <a:pt x="33685" y="158386"/>
                  </a:lnTo>
                  <a:lnTo>
                    <a:pt x="50608" y="159835"/>
                  </a:lnTo>
                  <a:lnTo>
                    <a:pt x="67589" y="161251"/>
                  </a:lnTo>
                  <a:lnTo>
                    <a:pt x="67589"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12"/>
            <p:cNvSpPr/>
            <p:nvPr/>
          </p:nvSpPr>
          <p:spPr>
            <a:xfrm>
              <a:off x="912213" y="4373222"/>
              <a:ext cx="67310" cy="174625"/>
            </a:xfrm>
            <a:custGeom>
              <a:rect b="b" l="l" r="r" t="t"/>
              <a:pathLst>
                <a:path extrusionOk="0" h="174625" w="67309">
                  <a:moveTo>
                    <a:pt x="67144" y="0"/>
                  </a:moveTo>
                  <a:lnTo>
                    <a:pt x="0" y="0"/>
                  </a:lnTo>
                  <a:lnTo>
                    <a:pt x="0" y="169672"/>
                  </a:lnTo>
                  <a:lnTo>
                    <a:pt x="67094" y="174078"/>
                  </a:lnTo>
                  <a:lnTo>
                    <a:pt x="67144"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12"/>
            <p:cNvSpPr/>
            <p:nvPr/>
          </p:nvSpPr>
          <p:spPr>
            <a:xfrm>
              <a:off x="912213" y="4373222"/>
              <a:ext cx="67310" cy="174625"/>
            </a:xfrm>
            <a:custGeom>
              <a:rect b="b" l="l" r="r" t="t"/>
              <a:pathLst>
                <a:path extrusionOk="0" h="174625" w="67309">
                  <a:moveTo>
                    <a:pt x="67144" y="0"/>
                  </a:moveTo>
                  <a:lnTo>
                    <a:pt x="0" y="0"/>
                  </a:lnTo>
                  <a:lnTo>
                    <a:pt x="0" y="169672"/>
                  </a:lnTo>
                  <a:lnTo>
                    <a:pt x="16709" y="170819"/>
                  </a:lnTo>
                  <a:lnTo>
                    <a:pt x="33461" y="171937"/>
                  </a:lnTo>
                  <a:lnTo>
                    <a:pt x="50256" y="173024"/>
                  </a:lnTo>
                  <a:lnTo>
                    <a:pt x="67094" y="174078"/>
                  </a:lnTo>
                  <a:lnTo>
                    <a:pt x="67106" y="172999"/>
                  </a:lnTo>
                  <a:lnTo>
                    <a:pt x="67144" y="171958"/>
                  </a:lnTo>
                  <a:lnTo>
                    <a:pt x="67144" y="170865"/>
                  </a:lnTo>
                  <a:lnTo>
                    <a:pt x="67144"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12"/>
            <p:cNvSpPr/>
            <p:nvPr/>
          </p:nvSpPr>
          <p:spPr>
            <a:xfrm>
              <a:off x="994564" y="4370948"/>
              <a:ext cx="217804" cy="186690"/>
            </a:xfrm>
            <a:custGeom>
              <a:rect b="b" l="l" r="r" t="t"/>
              <a:pathLst>
                <a:path extrusionOk="0" h="186689" w="217805">
                  <a:moveTo>
                    <a:pt x="91528" y="0"/>
                  </a:moveTo>
                  <a:lnTo>
                    <a:pt x="64931" y="477"/>
                  </a:lnTo>
                  <a:lnTo>
                    <a:pt x="40359" y="1797"/>
                  </a:lnTo>
                  <a:lnTo>
                    <a:pt x="18489" y="3793"/>
                  </a:lnTo>
                  <a:lnTo>
                    <a:pt x="0" y="6299"/>
                  </a:lnTo>
                  <a:lnTo>
                    <a:pt x="0" y="177241"/>
                  </a:lnTo>
                  <a:lnTo>
                    <a:pt x="47242" y="179910"/>
                  </a:lnTo>
                  <a:lnTo>
                    <a:pt x="190830" y="186563"/>
                  </a:lnTo>
                  <a:lnTo>
                    <a:pt x="185408" y="179072"/>
                  </a:lnTo>
                  <a:lnTo>
                    <a:pt x="179204" y="172664"/>
                  </a:lnTo>
                  <a:lnTo>
                    <a:pt x="172136" y="167401"/>
                  </a:lnTo>
                  <a:lnTo>
                    <a:pt x="164122" y="163347"/>
                  </a:lnTo>
                  <a:lnTo>
                    <a:pt x="164122" y="162001"/>
                  </a:lnTo>
                  <a:lnTo>
                    <a:pt x="183537" y="151779"/>
                  </a:lnTo>
                  <a:lnTo>
                    <a:pt x="199502" y="136791"/>
                  </a:lnTo>
                  <a:lnTo>
                    <a:pt x="68084" y="136791"/>
                  </a:lnTo>
                  <a:lnTo>
                    <a:pt x="68084" y="53098"/>
                  </a:lnTo>
                  <a:lnTo>
                    <a:pt x="72694" y="52367"/>
                  </a:lnTo>
                  <a:lnTo>
                    <a:pt x="79246" y="51636"/>
                  </a:lnTo>
                  <a:lnTo>
                    <a:pt x="87996" y="51075"/>
                  </a:lnTo>
                  <a:lnTo>
                    <a:pt x="99199" y="50850"/>
                  </a:lnTo>
                  <a:lnTo>
                    <a:pt x="210672" y="50850"/>
                  </a:lnTo>
                  <a:lnTo>
                    <a:pt x="210566" y="50512"/>
                  </a:lnTo>
                  <a:lnTo>
                    <a:pt x="171678" y="12906"/>
                  </a:lnTo>
                  <a:lnTo>
                    <a:pt x="122864" y="1320"/>
                  </a:lnTo>
                  <a:lnTo>
                    <a:pt x="91528" y="0"/>
                  </a:lnTo>
                  <a:close/>
                </a:path>
                <a:path extrusionOk="0" h="186689" w="217805">
                  <a:moveTo>
                    <a:pt x="210672" y="50850"/>
                  </a:moveTo>
                  <a:lnTo>
                    <a:pt x="99199" y="50850"/>
                  </a:lnTo>
                  <a:lnTo>
                    <a:pt x="120403" y="53724"/>
                  </a:lnTo>
                  <a:lnTo>
                    <a:pt x="136282" y="61704"/>
                  </a:lnTo>
                  <a:lnTo>
                    <a:pt x="146243" y="74830"/>
                  </a:lnTo>
                  <a:lnTo>
                    <a:pt x="149694" y="93141"/>
                  </a:lnTo>
                  <a:lnTo>
                    <a:pt x="145990" y="111165"/>
                  </a:lnTo>
                  <a:lnTo>
                    <a:pt x="135269" y="124925"/>
                  </a:lnTo>
                  <a:lnTo>
                    <a:pt x="118121" y="133705"/>
                  </a:lnTo>
                  <a:lnTo>
                    <a:pt x="95135" y="136791"/>
                  </a:lnTo>
                  <a:lnTo>
                    <a:pt x="199502" y="136791"/>
                  </a:lnTo>
                  <a:lnTo>
                    <a:pt x="200756" y="135613"/>
                  </a:lnTo>
                  <a:lnTo>
                    <a:pt x="213072" y="113966"/>
                  </a:lnTo>
                  <a:lnTo>
                    <a:pt x="217779" y="87299"/>
                  </a:lnTo>
                  <a:lnTo>
                    <a:pt x="215948" y="67640"/>
                  </a:lnTo>
                  <a:lnTo>
                    <a:pt x="210672" y="5085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2"/>
            <p:cNvSpPr/>
            <p:nvPr/>
          </p:nvSpPr>
          <p:spPr>
            <a:xfrm>
              <a:off x="994564" y="4370948"/>
              <a:ext cx="217804" cy="186690"/>
            </a:xfrm>
            <a:custGeom>
              <a:rect b="b" l="l" r="r" t="t"/>
              <a:pathLst>
                <a:path extrusionOk="0" h="186689" w="217805">
                  <a:moveTo>
                    <a:pt x="164122" y="163347"/>
                  </a:moveTo>
                  <a:lnTo>
                    <a:pt x="164122" y="162001"/>
                  </a:lnTo>
                  <a:lnTo>
                    <a:pt x="183537" y="151779"/>
                  </a:lnTo>
                  <a:lnTo>
                    <a:pt x="200756" y="135613"/>
                  </a:lnTo>
                  <a:lnTo>
                    <a:pt x="213072" y="113966"/>
                  </a:lnTo>
                  <a:lnTo>
                    <a:pt x="217779" y="87299"/>
                  </a:lnTo>
                  <a:lnTo>
                    <a:pt x="215948" y="67640"/>
                  </a:lnTo>
                  <a:lnTo>
                    <a:pt x="189826" y="23850"/>
                  </a:lnTo>
                  <a:lnTo>
                    <a:pt x="149469" y="5510"/>
                  </a:lnTo>
                  <a:lnTo>
                    <a:pt x="91528" y="0"/>
                  </a:lnTo>
                  <a:lnTo>
                    <a:pt x="64931" y="477"/>
                  </a:lnTo>
                  <a:lnTo>
                    <a:pt x="40359" y="1797"/>
                  </a:lnTo>
                  <a:lnTo>
                    <a:pt x="18489" y="3793"/>
                  </a:lnTo>
                  <a:lnTo>
                    <a:pt x="0" y="6299"/>
                  </a:lnTo>
                  <a:lnTo>
                    <a:pt x="0" y="177241"/>
                  </a:lnTo>
                  <a:lnTo>
                    <a:pt x="47242" y="179910"/>
                  </a:lnTo>
                  <a:lnTo>
                    <a:pt x="94800" y="182354"/>
                  </a:lnTo>
                  <a:lnTo>
                    <a:pt x="142666" y="184572"/>
                  </a:lnTo>
                  <a:lnTo>
                    <a:pt x="190830" y="186563"/>
                  </a:lnTo>
                  <a:lnTo>
                    <a:pt x="185408" y="179072"/>
                  </a:lnTo>
                  <a:lnTo>
                    <a:pt x="179204" y="172664"/>
                  </a:lnTo>
                  <a:lnTo>
                    <a:pt x="172136" y="167401"/>
                  </a:lnTo>
                  <a:lnTo>
                    <a:pt x="164122" y="163347"/>
                  </a:lnTo>
                  <a:close/>
                </a:path>
                <a:path extrusionOk="0" h="186689" w="217805">
                  <a:moveTo>
                    <a:pt x="95135" y="136791"/>
                  </a:moveTo>
                  <a:lnTo>
                    <a:pt x="68084" y="136791"/>
                  </a:lnTo>
                  <a:lnTo>
                    <a:pt x="68084" y="53098"/>
                  </a:lnTo>
                  <a:lnTo>
                    <a:pt x="72694" y="52367"/>
                  </a:lnTo>
                  <a:lnTo>
                    <a:pt x="79246" y="51636"/>
                  </a:lnTo>
                  <a:lnTo>
                    <a:pt x="87996" y="51075"/>
                  </a:lnTo>
                  <a:lnTo>
                    <a:pt x="99199" y="50850"/>
                  </a:lnTo>
                  <a:lnTo>
                    <a:pt x="120403" y="53724"/>
                  </a:lnTo>
                  <a:lnTo>
                    <a:pt x="136282" y="61704"/>
                  </a:lnTo>
                  <a:lnTo>
                    <a:pt x="146243" y="74830"/>
                  </a:lnTo>
                  <a:lnTo>
                    <a:pt x="149694" y="93141"/>
                  </a:lnTo>
                  <a:lnTo>
                    <a:pt x="145990" y="111165"/>
                  </a:lnTo>
                  <a:lnTo>
                    <a:pt x="135269" y="124925"/>
                  </a:lnTo>
                  <a:lnTo>
                    <a:pt x="118121" y="133705"/>
                  </a:lnTo>
                  <a:lnTo>
                    <a:pt x="95135" y="13679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12"/>
            <p:cNvSpPr/>
            <p:nvPr/>
          </p:nvSpPr>
          <p:spPr>
            <a:xfrm>
              <a:off x="1246986" y="4373227"/>
              <a:ext cx="187325" cy="188595"/>
            </a:xfrm>
            <a:custGeom>
              <a:rect b="b" l="l" r="r" t="t"/>
              <a:pathLst>
                <a:path extrusionOk="0" h="188595" w="187325">
                  <a:moveTo>
                    <a:pt x="187286" y="0"/>
                  </a:moveTo>
                  <a:lnTo>
                    <a:pt x="0" y="0"/>
                  </a:lnTo>
                  <a:lnTo>
                    <a:pt x="0" y="186486"/>
                  </a:lnTo>
                  <a:lnTo>
                    <a:pt x="68884" y="188480"/>
                  </a:lnTo>
                  <a:lnTo>
                    <a:pt x="68884" y="175107"/>
                  </a:lnTo>
                  <a:lnTo>
                    <a:pt x="180530" y="175107"/>
                  </a:lnTo>
                  <a:lnTo>
                    <a:pt x="180530" y="119291"/>
                  </a:lnTo>
                  <a:lnTo>
                    <a:pt x="68884" y="119291"/>
                  </a:lnTo>
                  <a:lnTo>
                    <a:pt x="68884" y="56261"/>
                  </a:lnTo>
                  <a:lnTo>
                    <a:pt x="187286" y="56261"/>
                  </a:lnTo>
                  <a:lnTo>
                    <a:pt x="187286"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12"/>
            <p:cNvSpPr/>
            <p:nvPr/>
          </p:nvSpPr>
          <p:spPr>
            <a:xfrm>
              <a:off x="1246986" y="4373227"/>
              <a:ext cx="187325" cy="188595"/>
            </a:xfrm>
            <a:custGeom>
              <a:rect b="b" l="l" r="r" t="t"/>
              <a:pathLst>
                <a:path extrusionOk="0" h="188595" w="187325">
                  <a:moveTo>
                    <a:pt x="180530" y="175107"/>
                  </a:moveTo>
                  <a:lnTo>
                    <a:pt x="180530" y="119291"/>
                  </a:lnTo>
                  <a:lnTo>
                    <a:pt x="68884" y="119291"/>
                  </a:lnTo>
                  <a:lnTo>
                    <a:pt x="68884" y="56261"/>
                  </a:lnTo>
                  <a:lnTo>
                    <a:pt x="187286" y="56261"/>
                  </a:lnTo>
                  <a:lnTo>
                    <a:pt x="187286" y="0"/>
                  </a:lnTo>
                  <a:lnTo>
                    <a:pt x="0" y="0"/>
                  </a:lnTo>
                  <a:lnTo>
                    <a:pt x="0" y="186486"/>
                  </a:lnTo>
                  <a:lnTo>
                    <a:pt x="17171" y="187032"/>
                  </a:lnTo>
                  <a:lnTo>
                    <a:pt x="34375" y="187545"/>
                  </a:lnTo>
                  <a:lnTo>
                    <a:pt x="51613" y="188028"/>
                  </a:lnTo>
                  <a:lnTo>
                    <a:pt x="68884" y="188480"/>
                  </a:lnTo>
                  <a:lnTo>
                    <a:pt x="68884" y="175107"/>
                  </a:lnTo>
                  <a:lnTo>
                    <a:pt x="180530" y="175107"/>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2"/>
            <p:cNvSpPr/>
            <p:nvPr/>
          </p:nvSpPr>
          <p:spPr>
            <a:xfrm>
              <a:off x="1639802" y="4373222"/>
              <a:ext cx="156210" cy="191770"/>
            </a:xfrm>
            <a:custGeom>
              <a:rect b="b" l="l" r="r" t="t"/>
              <a:pathLst>
                <a:path extrusionOk="0" h="191770" w="156210">
                  <a:moveTo>
                    <a:pt x="145414" y="0"/>
                  </a:moveTo>
                  <a:lnTo>
                    <a:pt x="56210" y="0"/>
                  </a:lnTo>
                  <a:lnTo>
                    <a:pt x="23939" y="100863"/>
                  </a:lnTo>
                  <a:lnTo>
                    <a:pt x="17664" y="122454"/>
                  </a:lnTo>
                  <a:lnTo>
                    <a:pt x="11555" y="145243"/>
                  </a:lnTo>
                  <a:lnTo>
                    <a:pt x="0" y="191566"/>
                  </a:lnTo>
                  <a:lnTo>
                    <a:pt x="49783" y="191109"/>
                  </a:lnTo>
                  <a:lnTo>
                    <a:pt x="61728" y="152754"/>
                  </a:lnTo>
                  <a:lnTo>
                    <a:pt x="70553" y="122923"/>
                  </a:lnTo>
                  <a:lnTo>
                    <a:pt x="79042" y="92416"/>
                  </a:lnTo>
                  <a:lnTo>
                    <a:pt x="86690" y="62585"/>
                  </a:lnTo>
                  <a:lnTo>
                    <a:pt x="88036" y="62585"/>
                  </a:lnTo>
                  <a:lnTo>
                    <a:pt x="88267" y="95563"/>
                  </a:lnTo>
                  <a:lnTo>
                    <a:pt x="88877" y="127820"/>
                  </a:lnTo>
                  <a:lnTo>
                    <a:pt x="90855" y="190550"/>
                  </a:lnTo>
                  <a:lnTo>
                    <a:pt x="155765" y="189318"/>
                  </a:lnTo>
                  <a:lnTo>
                    <a:pt x="145414"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2"/>
            <p:cNvSpPr/>
            <p:nvPr/>
          </p:nvSpPr>
          <p:spPr>
            <a:xfrm>
              <a:off x="1639802" y="4373222"/>
              <a:ext cx="156210" cy="191770"/>
            </a:xfrm>
            <a:custGeom>
              <a:rect b="b" l="l" r="r" t="t"/>
              <a:pathLst>
                <a:path extrusionOk="0" h="191770" w="156210">
                  <a:moveTo>
                    <a:pt x="56210" y="0"/>
                  </a:moveTo>
                  <a:lnTo>
                    <a:pt x="23939" y="100863"/>
                  </a:lnTo>
                  <a:lnTo>
                    <a:pt x="11555" y="145243"/>
                  </a:lnTo>
                  <a:lnTo>
                    <a:pt x="0" y="191566"/>
                  </a:lnTo>
                  <a:lnTo>
                    <a:pt x="12468" y="191479"/>
                  </a:lnTo>
                  <a:lnTo>
                    <a:pt x="53073" y="180555"/>
                  </a:lnTo>
                  <a:lnTo>
                    <a:pt x="70553" y="122923"/>
                  </a:lnTo>
                  <a:lnTo>
                    <a:pt x="86690" y="62585"/>
                  </a:lnTo>
                  <a:lnTo>
                    <a:pt x="88036" y="62585"/>
                  </a:lnTo>
                  <a:lnTo>
                    <a:pt x="88877" y="127820"/>
                  </a:lnTo>
                  <a:lnTo>
                    <a:pt x="90728" y="187312"/>
                  </a:lnTo>
                  <a:lnTo>
                    <a:pt x="90855" y="190550"/>
                  </a:lnTo>
                  <a:lnTo>
                    <a:pt x="107121" y="190286"/>
                  </a:lnTo>
                  <a:lnTo>
                    <a:pt x="123363" y="189992"/>
                  </a:lnTo>
                  <a:lnTo>
                    <a:pt x="139577" y="189668"/>
                  </a:lnTo>
                  <a:lnTo>
                    <a:pt x="155765" y="189318"/>
                  </a:lnTo>
                  <a:lnTo>
                    <a:pt x="145414" y="0"/>
                  </a:lnTo>
                  <a:lnTo>
                    <a:pt x="5621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12"/>
            <p:cNvSpPr/>
            <p:nvPr/>
          </p:nvSpPr>
          <p:spPr>
            <a:xfrm>
              <a:off x="1472716" y="4373223"/>
              <a:ext cx="154940" cy="192405"/>
            </a:xfrm>
            <a:custGeom>
              <a:rect b="b" l="l" r="r" t="t"/>
              <a:pathLst>
                <a:path extrusionOk="0" h="192404" w="154939">
                  <a:moveTo>
                    <a:pt x="103162" y="0"/>
                  </a:moveTo>
                  <a:lnTo>
                    <a:pt x="12153" y="0"/>
                  </a:lnTo>
                  <a:lnTo>
                    <a:pt x="0" y="191300"/>
                  </a:lnTo>
                  <a:lnTo>
                    <a:pt x="61302" y="191706"/>
                  </a:lnTo>
                  <a:lnTo>
                    <a:pt x="62998" y="158397"/>
                  </a:lnTo>
                  <a:lnTo>
                    <a:pt x="66852" y="62585"/>
                  </a:lnTo>
                  <a:lnTo>
                    <a:pt x="67741" y="62585"/>
                  </a:lnTo>
                  <a:lnTo>
                    <a:pt x="73655" y="92816"/>
                  </a:lnTo>
                  <a:lnTo>
                    <a:pt x="80410" y="123380"/>
                  </a:lnTo>
                  <a:lnTo>
                    <a:pt x="87669" y="153268"/>
                  </a:lnTo>
                  <a:lnTo>
                    <a:pt x="97904" y="191795"/>
                  </a:lnTo>
                  <a:lnTo>
                    <a:pt x="154444" y="191630"/>
                  </a:lnTo>
                  <a:lnTo>
                    <a:pt x="144327" y="145837"/>
                  </a:lnTo>
                  <a:lnTo>
                    <a:pt x="132753" y="101320"/>
                  </a:lnTo>
                  <a:lnTo>
                    <a:pt x="10316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12"/>
            <p:cNvSpPr/>
            <p:nvPr/>
          </p:nvSpPr>
          <p:spPr>
            <a:xfrm>
              <a:off x="1472716" y="4373223"/>
              <a:ext cx="154940" cy="192405"/>
            </a:xfrm>
            <a:custGeom>
              <a:rect b="b" l="l" r="r" t="t"/>
              <a:pathLst>
                <a:path extrusionOk="0" h="192404" w="154939">
                  <a:moveTo>
                    <a:pt x="154444" y="191630"/>
                  </a:moveTo>
                  <a:lnTo>
                    <a:pt x="144327" y="145837"/>
                  </a:lnTo>
                  <a:lnTo>
                    <a:pt x="132753" y="101320"/>
                  </a:lnTo>
                  <a:lnTo>
                    <a:pt x="103162" y="0"/>
                  </a:lnTo>
                  <a:lnTo>
                    <a:pt x="12153" y="0"/>
                  </a:lnTo>
                  <a:lnTo>
                    <a:pt x="0" y="191300"/>
                  </a:lnTo>
                  <a:lnTo>
                    <a:pt x="15291" y="191438"/>
                  </a:lnTo>
                  <a:lnTo>
                    <a:pt x="30608" y="191550"/>
                  </a:lnTo>
                  <a:lnTo>
                    <a:pt x="45946" y="191639"/>
                  </a:lnTo>
                  <a:lnTo>
                    <a:pt x="61302" y="191706"/>
                  </a:lnTo>
                  <a:lnTo>
                    <a:pt x="61468" y="188226"/>
                  </a:lnTo>
                  <a:lnTo>
                    <a:pt x="62998" y="158397"/>
                  </a:lnTo>
                  <a:lnTo>
                    <a:pt x="64322" y="126587"/>
                  </a:lnTo>
                  <a:lnTo>
                    <a:pt x="65564" y="94186"/>
                  </a:lnTo>
                  <a:lnTo>
                    <a:pt x="66852" y="62585"/>
                  </a:lnTo>
                  <a:lnTo>
                    <a:pt x="67741" y="62585"/>
                  </a:lnTo>
                  <a:lnTo>
                    <a:pt x="73655" y="92816"/>
                  </a:lnTo>
                  <a:lnTo>
                    <a:pt x="80410" y="123380"/>
                  </a:lnTo>
                  <a:lnTo>
                    <a:pt x="87669" y="153268"/>
                  </a:lnTo>
                  <a:lnTo>
                    <a:pt x="95097" y="181470"/>
                  </a:lnTo>
                  <a:lnTo>
                    <a:pt x="97904" y="191795"/>
                  </a:lnTo>
                  <a:lnTo>
                    <a:pt x="98463" y="191795"/>
                  </a:lnTo>
                  <a:lnTo>
                    <a:pt x="99009" y="191795"/>
                  </a:lnTo>
                  <a:lnTo>
                    <a:pt x="99568" y="191795"/>
                  </a:lnTo>
                  <a:lnTo>
                    <a:pt x="113318" y="191783"/>
                  </a:lnTo>
                  <a:lnTo>
                    <a:pt x="127044" y="191750"/>
                  </a:lnTo>
                  <a:lnTo>
                    <a:pt x="140751" y="191698"/>
                  </a:lnTo>
                  <a:lnTo>
                    <a:pt x="154444" y="19163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2"/>
            <p:cNvSpPr/>
            <p:nvPr/>
          </p:nvSpPr>
          <p:spPr>
            <a:xfrm>
              <a:off x="1893771" y="4379141"/>
              <a:ext cx="187960" cy="177165"/>
            </a:xfrm>
            <a:custGeom>
              <a:rect b="b" l="l" r="r" t="t"/>
              <a:pathLst>
                <a:path extrusionOk="0" h="177164" w="187960">
                  <a:moveTo>
                    <a:pt x="90424" y="0"/>
                  </a:moveTo>
                  <a:lnTo>
                    <a:pt x="62823" y="1862"/>
                  </a:lnTo>
                  <a:lnTo>
                    <a:pt x="37625" y="6802"/>
                  </a:lnTo>
                  <a:lnTo>
                    <a:pt x="16220" y="13849"/>
                  </a:lnTo>
                  <a:lnTo>
                    <a:pt x="0" y="22034"/>
                  </a:lnTo>
                  <a:lnTo>
                    <a:pt x="13957" y="71526"/>
                  </a:lnTo>
                  <a:lnTo>
                    <a:pt x="25283" y="65746"/>
                  </a:lnTo>
                  <a:lnTo>
                    <a:pt x="40152" y="60050"/>
                  </a:lnTo>
                  <a:lnTo>
                    <a:pt x="57214" y="55704"/>
                  </a:lnTo>
                  <a:lnTo>
                    <a:pt x="75120" y="53974"/>
                  </a:lnTo>
                  <a:lnTo>
                    <a:pt x="94015" y="56288"/>
                  </a:lnTo>
                  <a:lnTo>
                    <a:pt x="107513" y="62695"/>
                  </a:lnTo>
                  <a:lnTo>
                    <a:pt x="115613" y="72389"/>
                  </a:lnTo>
                  <a:lnTo>
                    <a:pt x="118313" y="84569"/>
                  </a:lnTo>
                  <a:lnTo>
                    <a:pt x="113384" y="100221"/>
                  </a:lnTo>
                  <a:lnTo>
                    <a:pt x="100822" y="110556"/>
                  </a:lnTo>
                  <a:lnTo>
                    <a:pt x="83958" y="116333"/>
                  </a:lnTo>
                  <a:lnTo>
                    <a:pt x="66128" y="118313"/>
                  </a:lnTo>
                  <a:lnTo>
                    <a:pt x="39585" y="118313"/>
                  </a:lnTo>
                  <a:lnTo>
                    <a:pt x="39585" y="167347"/>
                  </a:lnTo>
                  <a:lnTo>
                    <a:pt x="67475" y="167347"/>
                  </a:lnTo>
                  <a:lnTo>
                    <a:pt x="78232" y="167923"/>
                  </a:lnTo>
                  <a:lnTo>
                    <a:pt x="88580" y="169664"/>
                  </a:lnTo>
                  <a:lnTo>
                    <a:pt x="98241" y="172593"/>
                  </a:lnTo>
                  <a:lnTo>
                    <a:pt x="106934" y="176733"/>
                  </a:lnTo>
                  <a:lnTo>
                    <a:pt x="185140" y="173024"/>
                  </a:lnTo>
                  <a:lnTo>
                    <a:pt x="175248" y="161718"/>
                  </a:lnTo>
                  <a:lnTo>
                    <a:pt x="163152" y="152607"/>
                  </a:lnTo>
                  <a:lnTo>
                    <a:pt x="149277" y="145876"/>
                  </a:lnTo>
                  <a:lnTo>
                    <a:pt x="134048" y="141706"/>
                  </a:lnTo>
                  <a:lnTo>
                    <a:pt x="134048" y="140804"/>
                  </a:lnTo>
                  <a:lnTo>
                    <a:pt x="157596" y="129240"/>
                  </a:lnTo>
                  <a:lnTo>
                    <a:pt x="174310" y="113753"/>
                  </a:lnTo>
                  <a:lnTo>
                    <a:pt x="184276" y="94809"/>
                  </a:lnTo>
                  <a:lnTo>
                    <a:pt x="187579" y="72872"/>
                  </a:lnTo>
                  <a:lnTo>
                    <a:pt x="181190" y="44598"/>
                  </a:lnTo>
                  <a:lnTo>
                    <a:pt x="162447" y="21424"/>
                  </a:lnTo>
                  <a:lnTo>
                    <a:pt x="131980" y="5757"/>
                  </a:lnTo>
                  <a:lnTo>
                    <a:pt x="90424"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12"/>
            <p:cNvSpPr/>
            <p:nvPr/>
          </p:nvSpPr>
          <p:spPr>
            <a:xfrm>
              <a:off x="1893771" y="4379141"/>
              <a:ext cx="187960" cy="177165"/>
            </a:xfrm>
            <a:custGeom>
              <a:rect b="b" l="l" r="r" t="t"/>
              <a:pathLst>
                <a:path extrusionOk="0" h="177164" w="187960">
                  <a:moveTo>
                    <a:pt x="134048" y="141706"/>
                  </a:moveTo>
                  <a:lnTo>
                    <a:pt x="134048" y="140804"/>
                  </a:lnTo>
                  <a:lnTo>
                    <a:pt x="157596" y="129240"/>
                  </a:lnTo>
                  <a:lnTo>
                    <a:pt x="174310" y="113753"/>
                  </a:lnTo>
                  <a:lnTo>
                    <a:pt x="184276" y="94809"/>
                  </a:lnTo>
                  <a:lnTo>
                    <a:pt x="187579" y="72872"/>
                  </a:lnTo>
                  <a:lnTo>
                    <a:pt x="181190" y="44598"/>
                  </a:lnTo>
                  <a:lnTo>
                    <a:pt x="162447" y="21424"/>
                  </a:lnTo>
                  <a:lnTo>
                    <a:pt x="131980" y="5757"/>
                  </a:lnTo>
                  <a:lnTo>
                    <a:pt x="90424" y="0"/>
                  </a:lnTo>
                  <a:lnTo>
                    <a:pt x="62823" y="1862"/>
                  </a:lnTo>
                  <a:lnTo>
                    <a:pt x="37625" y="6802"/>
                  </a:lnTo>
                  <a:lnTo>
                    <a:pt x="16220" y="13849"/>
                  </a:lnTo>
                  <a:lnTo>
                    <a:pt x="0" y="22034"/>
                  </a:lnTo>
                  <a:lnTo>
                    <a:pt x="13957" y="71526"/>
                  </a:lnTo>
                  <a:lnTo>
                    <a:pt x="25283" y="65746"/>
                  </a:lnTo>
                  <a:lnTo>
                    <a:pt x="40152" y="60050"/>
                  </a:lnTo>
                  <a:lnTo>
                    <a:pt x="57214" y="55704"/>
                  </a:lnTo>
                  <a:lnTo>
                    <a:pt x="75120" y="53974"/>
                  </a:lnTo>
                  <a:lnTo>
                    <a:pt x="94015" y="56288"/>
                  </a:lnTo>
                  <a:lnTo>
                    <a:pt x="107513" y="62695"/>
                  </a:lnTo>
                  <a:lnTo>
                    <a:pt x="115613" y="72389"/>
                  </a:lnTo>
                  <a:lnTo>
                    <a:pt x="118313" y="84569"/>
                  </a:lnTo>
                  <a:lnTo>
                    <a:pt x="113384" y="100221"/>
                  </a:lnTo>
                  <a:lnTo>
                    <a:pt x="100822" y="110556"/>
                  </a:lnTo>
                  <a:lnTo>
                    <a:pt x="83958" y="116333"/>
                  </a:lnTo>
                  <a:lnTo>
                    <a:pt x="66128" y="118313"/>
                  </a:lnTo>
                  <a:lnTo>
                    <a:pt x="39585" y="118313"/>
                  </a:lnTo>
                  <a:lnTo>
                    <a:pt x="39585" y="167347"/>
                  </a:lnTo>
                  <a:lnTo>
                    <a:pt x="67475" y="167347"/>
                  </a:lnTo>
                  <a:lnTo>
                    <a:pt x="78232" y="167923"/>
                  </a:lnTo>
                  <a:lnTo>
                    <a:pt x="88580" y="169664"/>
                  </a:lnTo>
                  <a:lnTo>
                    <a:pt x="98241" y="172593"/>
                  </a:lnTo>
                  <a:lnTo>
                    <a:pt x="106934" y="176733"/>
                  </a:lnTo>
                  <a:lnTo>
                    <a:pt x="126565" y="175864"/>
                  </a:lnTo>
                  <a:lnTo>
                    <a:pt x="146142" y="174955"/>
                  </a:lnTo>
                  <a:lnTo>
                    <a:pt x="165666" y="174007"/>
                  </a:lnTo>
                  <a:lnTo>
                    <a:pt x="185140" y="173024"/>
                  </a:lnTo>
                  <a:lnTo>
                    <a:pt x="175248" y="161718"/>
                  </a:lnTo>
                  <a:lnTo>
                    <a:pt x="163152" y="152607"/>
                  </a:lnTo>
                  <a:lnTo>
                    <a:pt x="149277" y="145876"/>
                  </a:lnTo>
                  <a:lnTo>
                    <a:pt x="134048" y="14170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12"/>
            <p:cNvSpPr/>
            <p:nvPr/>
          </p:nvSpPr>
          <p:spPr>
            <a:xfrm>
              <a:off x="2107040" y="4379136"/>
              <a:ext cx="220979" cy="172085"/>
            </a:xfrm>
            <a:custGeom>
              <a:rect b="b" l="l" r="r" t="t"/>
              <a:pathLst>
                <a:path extrusionOk="0" h="172085" w="220980">
                  <a:moveTo>
                    <a:pt x="111823" y="0"/>
                  </a:moveTo>
                  <a:lnTo>
                    <a:pt x="71103" y="7643"/>
                  </a:lnTo>
                  <a:lnTo>
                    <a:pt x="17544" y="61669"/>
                  </a:lnTo>
                  <a:lnTo>
                    <a:pt x="4357" y="103305"/>
                  </a:lnTo>
                  <a:lnTo>
                    <a:pt x="0" y="151523"/>
                  </a:lnTo>
                  <a:lnTo>
                    <a:pt x="25" y="158305"/>
                  </a:lnTo>
                  <a:lnTo>
                    <a:pt x="800" y="171526"/>
                  </a:lnTo>
                  <a:lnTo>
                    <a:pt x="69265" y="167551"/>
                  </a:lnTo>
                  <a:lnTo>
                    <a:pt x="68948" y="157137"/>
                  </a:lnTo>
                  <a:lnTo>
                    <a:pt x="68986" y="151523"/>
                  </a:lnTo>
                  <a:lnTo>
                    <a:pt x="71795" y="107283"/>
                  </a:lnTo>
                  <a:lnTo>
                    <a:pt x="80314" y="76152"/>
                  </a:lnTo>
                  <a:lnTo>
                    <a:pt x="93653" y="57751"/>
                  </a:lnTo>
                  <a:lnTo>
                    <a:pt x="110921" y="51701"/>
                  </a:lnTo>
                  <a:lnTo>
                    <a:pt x="129009" y="58053"/>
                  </a:lnTo>
                  <a:lnTo>
                    <a:pt x="141982" y="76882"/>
                  </a:lnTo>
                  <a:lnTo>
                    <a:pt x="149798" y="107851"/>
                  </a:lnTo>
                  <a:lnTo>
                    <a:pt x="152412" y="150621"/>
                  </a:lnTo>
                  <a:lnTo>
                    <a:pt x="152247" y="162064"/>
                  </a:lnTo>
                  <a:lnTo>
                    <a:pt x="220853" y="156921"/>
                  </a:lnTo>
                  <a:lnTo>
                    <a:pt x="217137" y="103415"/>
                  </a:lnTo>
                  <a:lnTo>
                    <a:pt x="205137" y="62443"/>
                  </a:lnTo>
                  <a:lnTo>
                    <a:pt x="184132" y="29651"/>
                  </a:lnTo>
                  <a:lnTo>
                    <a:pt x="153302" y="7887"/>
                  </a:lnTo>
                  <a:lnTo>
                    <a:pt x="111823"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12"/>
            <p:cNvSpPr/>
            <p:nvPr/>
          </p:nvSpPr>
          <p:spPr>
            <a:xfrm>
              <a:off x="2107040" y="4379136"/>
              <a:ext cx="220979" cy="172085"/>
            </a:xfrm>
            <a:custGeom>
              <a:rect b="b" l="l" r="r" t="t"/>
              <a:pathLst>
                <a:path extrusionOk="0" h="172085" w="220980">
                  <a:moveTo>
                    <a:pt x="111823" y="0"/>
                  </a:moveTo>
                  <a:lnTo>
                    <a:pt x="71103" y="7643"/>
                  </a:lnTo>
                  <a:lnTo>
                    <a:pt x="17544" y="61669"/>
                  </a:lnTo>
                  <a:lnTo>
                    <a:pt x="4357" y="103305"/>
                  </a:lnTo>
                  <a:lnTo>
                    <a:pt x="0" y="151523"/>
                  </a:lnTo>
                  <a:lnTo>
                    <a:pt x="25" y="158305"/>
                  </a:lnTo>
                  <a:lnTo>
                    <a:pt x="317" y="164972"/>
                  </a:lnTo>
                  <a:lnTo>
                    <a:pt x="800" y="171526"/>
                  </a:lnTo>
                  <a:lnTo>
                    <a:pt x="17980" y="170578"/>
                  </a:lnTo>
                  <a:lnTo>
                    <a:pt x="35118" y="169600"/>
                  </a:lnTo>
                  <a:lnTo>
                    <a:pt x="52213" y="168591"/>
                  </a:lnTo>
                  <a:lnTo>
                    <a:pt x="69265" y="167551"/>
                  </a:lnTo>
                  <a:lnTo>
                    <a:pt x="69075" y="162432"/>
                  </a:lnTo>
                  <a:lnTo>
                    <a:pt x="68948" y="157137"/>
                  </a:lnTo>
                  <a:lnTo>
                    <a:pt x="71795" y="107283"/>
                  </a:lnTo>
                  <a:lnTo>
                    <a:pt x="93653" y="57751"/>
                  </a:lnTo>
                  <a:lnTo>
                    <a:pt x="110921" y="51701"/>
                  </a:lnTo>
                  <a:lnTo>
                    <a:pt x="129009" y="58053"/>
                  </a:lnTo>
                  <a:lnTo>
                    <a:pt x="141982" y="76882"/>
                  </a:lnTo>
                  <a:lnTo>
                    <a:pt x="149798" y="107851"/>
                  </a:lnTo>
                  <a:lnTo>
                    <a:pt x="152412" y="150621"/>
                  </a:lnTo>
                  <a:lnTo>
                    <a:pt x="152412" y="154558"/>
                  </a:lnTo>
                  <a:lnTo>
                    <a:pt x="152349" y="158356"/>
                  </a:lnTo>
                  <a:lnTo>
                    <a:pt x="152247" y="162064"/>
                  </a:lnTo>
                  <a:lnTo>
                    <a:pt x="169473" y="160821"/>
                  </a:lnTo>
                  <a:lnTo>
                    <a:pt x="220853" y="156921"/>
                  </a:lnTo>
                  <a:lnTo>
                    <a:pt x="220954" y="152145"/>
                  </a:lnTo>
                  <a:lnTo>
                    <a:pt x="220954" y="149720"/>
                  </a:lnTo>
                  <a:lnTo>
                    <a:pt x="217137" y="103415"/>
                  </a:lnTo>
                  <a:lnTo>
                    <a:pt x="205137" y="62443"/>
                  </a:lnTo>
                  <a:lnTo>
                    <a:pt x="184132" y="29651"/>
                  </a:lnTo>
                  <a:lnTo>
                    <a:pt x="153302" y="7887"/>
                  </a:lnTo>
                  <a:lnTo>
                    <a:pt x="111823"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12"/>
            <p:cNvSpPr/>
            <p:nvPr/>
          </p:nvSpPr>
          <p:spPr>
            <a:xfrm>
              <a:off x="2440716" y="4379131"/>
              <a:ext cx="200025" cy="144145"/>
            </a:xfrm>
            <a:custGeom>
              <a:rect b="b" l="l" r="r" t="t"/>
              <a:pathLst>
                <a:path extrusionOk="0" h="144145" w="200025">
                  <a:moveTo>
                    <a:pt x="103162" y="0"/>
                  </a:moveTo>
                  <a:lnTo>
                    <a:pt x="62338" y="5888"/>
                  </a:lnTo>
                  <a:lnTo>
                    <a:pt x="29621" y="22545"/>
                  </a:lnTo>
                  <a:lnTo>
                    <a:pt x="7884" y="48456"/>
                  </a:lnTo>
                  <a:lnTo>
                    <a:pt x="0" y="82105"/>
                  </a:lnTo>
                  <a:lnTo>
                    <a:pt x="2381" y="99951"/>
                  </a:lnTo>
                  <a:lnTo>
                    <a:pt x="9548" y="116563"/>
                  </a:lnTo>
                  <a:lnTo>
                    <a:pt x="21533" y="131333"/>
                  </a:lnTo>
                  <a:lnTo>
                    <a:pt x="38366" y="143649"/>
                  </a:lnTo>
                  <a:lnTo>
                    <a:pt x="172808" y="129565"/>
                  </a:lnTo>
                  <a:lnTo>
                    <a:pt x="183227" y="119341"/>
                  </a:lnTo>
                  <a:lnTo>
                    <a:pt x="105867" y="119341"/>
                  </a:lnTo>
                  <a:lnTo>
                    <a:pt x="89512" y="112922"/>
                  </a:lnTo>
                  <a:lnTo>
                    <a:pt x="76365" y="104316"/>
                  </a:lnTo>
                  <a:lnTo>
                    <a:pt x="67608" y="93354"/>
                  </a:lnTo>
                  <a:lnTo>
                    <a:pt x="64427" y="79870"/>
                  </a:lnTo>
                  <a:lnTo>
                    <a:pt x="66692" y="66848"/>
                  </a:lnTo>
                  <a:lnTo>
                    <a:pt x="73432" y="56141"/>
                  </a:lnTo>
                  <a:lnTo>
                    <a:pt x="84567" y="48886"/>
                  </a:lnTo>
                  <a:lnTo>
                    <a:pt x="100012" y="46215"/>
                  </a:lnTo>
                  <a:lnTo>
                    <a:pt x="193050" y="46215"/>
                  </a:lnTo>
                  <a:lnTo>
                    <a:pt x="177272" y="24172"/>
                  </a:lnTo>
                  <a:lnTo>
                    <a:pt x="147186" y="6723"/>
                  </a:lnTo>
                  <a:lnTo>
                    <a:pt x="103162" y="0"/>
                  </a:lnTo>
                  <a:close/>
                </a:path>
                <a:path extrusionOk="0" h="144145" w="200025">
                  <a:moveTo>
                    <a:pt x="193050" y="46215"/>
                  </a:moveTo>
                  <a:lnTo>
                    <a:pt x="100012" y="46215"/>
                  </a:lnTo>
                  <a:lnTo>
                    <a:pt x="116213" y="49299"/>
                  </a:lnTo>
                  <a:lnTo>
                    <a:pt x="127263" y="57430"/>
                  </a:lnTo>
                  <a:lnTo>
                    <a:pt x="133584" y="68927"/>
                  </a:lnTo>
                  <a:lnTo>
                    <a:pt x="135597" y="82105"/>
                  </a:lnTo>
                  <a:lnTo>
                    <a:pt x="133170" y="95056"/>
                  </a:lnTo>
                  <a:lnTo>
                    <a:pt x="126647" y="105943"/>
                  </a:lnTo>
                  <a:lnTo>
                    <a:pt x="117167" y="114220"/>
                  </a:lnTo>
                  <a:lnTo>
                    <a:pt x="105867" y="119341"/>
                  </a:lnTo>
                  <a:lnTo>
                    <a:pt x="183227" y="119341"/>
                  </a:lnTo>
                  <a:lnTo>
                    <a:pt x="184840" y="117758"/>
                  </a:lnTo>
                  <a:lnTo>
                    <a:pt x="193332" y="104395"/>
                  </a:lnTo>
                  <a:lnTo>
                    <a:pt x="198365" y="89958"/>
                  </a:lnTo>
                  <a:lnTo>
                    <a:pt x="200025" y="74929"/>
                  </a:lnTo>
                  <a:lnTo>
                    <a:pt x="194519" y="48268"/>
                  </a:lnTo>
                  <a:lnTo>
                    <a:pt x="193050" y="4621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12"/>
            <p:cNvSpPr/>
            <p:nvPr/>
          </p:nvSpPr>
          <p:spPr>
            <a:xfrm>
              <a:off x="2440716" y="4379131"/>
              <a:ext cx="200025" cy="144145"/>
            </a:xfrm>
            <a:custGeom>
              <a:rect b="b" l="l" r="r" t="t"/>
              <a:pathLst>
                <a:path extrusionOk="0" h="144145" w="200025">
                  <a:moveTo>
                    <a:pt x="200025" y="74929"/>
                  </a:moveTo>
                  <a:lnTo>
                    <a:pt x="194519" y="48268"/>
                  </a:lnTo>
                  <a:lnTo>
                    <a:pt x="177272" y="24172"/>
                  </a:lnTo>
                  <a:lnTo>
                    <a:pt x="147186" y="6723"/>
                  </a:lnTo>
                  <a:lnTo>
                    <a:pt x="103162" y="0"/>
                  </a:lnTo>
                  <a:lnTo>
                    <a:pt x="62338" y="5888"/>
                  </a:lnTo>
                  <a:lnTo>
                    <a:pt x="29621" y="22545"/>
                  </a:lnTo>
                  <a:lnTo>
                    <a:pt x="7884" y="48456"/>
                  </a:lnTo>
                  <a:lnTo>
                    <a:pt x="0" y="82105"/>
                  </a:lnTo>
                  <a:lnTo>
                    <a:pt x="2381" y="99951"/>
                  </a:lnTo>
                  <a:lnTo>
                    <a:pt x="9548" y="116563"/>
                  </a:lnTo>
                  <a:lnTo>
                    <a:pt x="21533" y="131333"/>
                  </a:lnTo>
                  <a:lnTo>
                    <a:pt x="38366" y="143649"/>
                  </a:lnTo>
                  <a:lnTo>
                    <a:pt x="72324" y="140306"/>
                  </a:lnTo>
                  <a:lnTo>
                    <a:pt x="139550" y="133266"/>
                  </a:lnTo>
                  <a:lnTo>
                    <a:pt x="184840" y="117758"/>
                  </a:lnTo>
                  <a:lnTo>
                    <a:pt x="200025" y="74929"/>
                  </a:lnTo>
                  <a:close/>
                </a:path>
                <a:path extrusionOk="0" h="144145" w="200025">
                  <a:moveTo>
                    <a:pt x="105867" y="119341"/>
                  </a:moveTo>
                  <a:lnTo>
                    <a:pt x="89512" y="112922"/>
                  </a:lnTo>
                  <a:lnTo>
                    <a:pt x="76365" y="104316"/>
                  </a:lnTo>
                  <a:lnTo>
                    <a:pt x="67608" y="93354"/>
                  </a:lnTo>
                  <a:lnTo>
                    <a:pt x="64427" y="79870"/>
                  </a:lnTo>
                  <a:lnTo>
                    <a:pt x="66692" y="66848"/>
                  </a:lnTo>
                  <a:lnTo>
                    <a:pt x="73432" y="56141"/>
                  </a:lnTo>
                  <a:lnTo>
                    <a:pt x="84567" y="48886"/>
                  </a:lnTo>
                  <a:lnTo>
                    <a:pt x="100012" y="46215"/>
                  </a:lnTo>
                  <a:lnTo>
                    <a:pt x="116213" y="49299"/>
                  </a:lnTo>
                  <a:lnTo>
                    <a:pt x="127263" y="57430"/>
                  </a:lnTo>
                  <a:lnTo>
                    <a:pt x="133584" y="68927"/>
                  </a:lnTo>
                  <a:lnTo>
                    <a:pt x="135597" y="82105"/>
                  </a:lnTo>
                  <a:lnTo>
                    <a:pt x="133170" y="95056"/>
                  </a:lnTo>
                  <a:lnTo>
                    <a:pt x="126647" y="105943"/>
                  </a:lnTo>
                  <a:lnTo>
                    <a:pt x="117167" y="114220"/>
                  </a:lnTo>
                  <a:lnTo>
                    <a:pt x="105867" y="119341"/>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47" name="Google Shape;1647;p12"/>
            <p:cNvPicPr preferRelativeResize="0"/>
            <p:nvPr/>
          </p:nvPicPr>
          <p:blipFill rotWithShape="1">
            <a:blip r:embed="rId20">
              <a:alphaModFix/>
            </a:blip>
            <a:srcRect b="0" l="0" r="0" t="0"/>
            <a:stretch/>
          </p:blipFill>
          <p:spPr>
            <a:xfrm>
              <a:off x="7440269" y="720636"/>
              <a:ext cx="1268845" cy="184669"/>
            </a:xfrm>
            <a:prstGeom prst="rect">
              <a:avLst/>
            </a:prstGeom>
            <a:noFill/>
            <a:ln>
              <a:noFill/>
            </a:ln>
          </p:spPr>
        </p:pic>
      </p:grpSp>
      <p:sp>
        <p:nvSpPr>
          <p:cNvPr id="1648" name="Google Shape;1648;p12"/>
          <p:cNvSpPr txBox="1"/>
          <p:nvPr/>
        </p:nvSpPr>
        <p:spPr>
          <a:xfrm>
            <a:off x="3803663" y="6801613"/>
            <a:ext cx="51879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Condenser</a:t>
            </a:r>
            <a:endParaRPr b="0" i="0" sz="800" u="none" cap="none" strike="noStrike">
              <a:solidFill>
                <a:srgbClr val="000000"/>
              </a:solidFill>
              <a:latin typeface="Arial"/>
              <a:ea typeface="Arial"/>
              <a:cs typeface="Arial"/>
              <a:sym typeface="Arial"/>
            </a:endParaRPr>
          </a:p>
        </p:txBody>
      </p:sp>
      <p:sp>
        <p:nvSpPr>
          <p:cNvPr id="1649" name="Google Shape;1649;p12"/>
          <p:cNvSpPr txBox="1"/>
          <p:nvPr/>
        </p:nvSpPr>
        <p:spPr>
          <a:xfrm>
            <a:off x="2144434" y="6801613"/>
            <a:ext cx="78994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Cold air machine</a:t>
            </a:r>
            <a:endParaRPr b="0" i="0" sz="800" u="none" cap="none" strike="noStrike">
              <a:solidFill>
                <a:srgbClr val="000000"/>
              </a:solidFill>
              <a:latin typeface="Arial"/>
              <a:ea typeface="Arial"/>
              <a:cs typeface="Arial"/>
              <a:sym typeface="Arial"/>
            </a:endParaRPr>
          </a:p>
        </p:txBody>
      </p:sp>
      <p:sp>
        <p:nvSpPr>
          <p:cNvPr id="1650" name="Google Shape;1650;p12"/>
          <p:cNvSpPr txBox="1"/>
          <p:nvPr/>
        </p:nvSpPr>
        <p:spPr>
          <a:xfrm>
            <a:off x="5690071" y="6801613"/>
            <a:ext cx="43751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Scrubber</a:t>
            </a:r>
            <a:endParaRPr b="0" i="0" sz="800" u="none" cap="none" strike="noStrike">
              <a:solidFill>
                <a:srgbClr val="000000"/>
              </a:solidFill>
              <a:latin typeface="Arial"/>
              <a:ea typeface="Arial"/>
              <a:cs typeface="Arial"/>
              <a:sym typeface="Arial"/>
            </a:endParaRPr>
          </a:p>
        </p:txBody>
      </p:sp>
      <p:sp>
        <p:nvSpPr>
          <p:cNvPr id="1651" name="Google Shape;1651;p12"/>
          <p:cNvSpPr txBox="1"/>
          <p:nvPr/>
        </p:nvSpPr>
        <p:spPr>
          <a:xfrm>
            <a:off x="7116941" y="6801613"/>
            <a:ext cx="16065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E P</a:t>
            </a:r>
            <a:endParaRPr b="0" i="0" sz="800" u="none" cap="none" strike="noStrike">
              <a:solidFill>
                <a:srgbClr val="000000"/>
              </a:solidFill>
              <a:latin typeface="Arial"/>
              <a:ea typeface="Arial"/>
              <a:cs typeface="Arial"/>
              <a:sym typeface="Arial"/>
            </a:endParaRPr>
          </a:p>
        </p:txBody>
      </p:sp>
      <p:sp>
        <p:nvSpPr>
          <p:cNvPr id="1652" name="Google Shape;1652;p12"/>
          <p:cNvSpPr txBox="1"/>
          <p:nvPr/>
        </p:nvSpPr>
        <p:spPr>
          <a:xfrm>
            <a:off x="8660731" y="4745787"/>
            <a:ext cx="110109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appropriate machine</a:t>
            </a:r>
            <a:endParaRPr b="0" i="0" sz="900" u="none" cap="none" strike="noStrike">
              <a:solidFill>
                <a:srgbClr val="000000"/>
              </a:solidFill>
              <a:latin typeface="Arial"/>
              <a:ea typeface="Arial"/>
              <a:cs typeface="Arial"/>
              <a:sym typeface="Arial"/>
            </a:endParaRPr>
          </a:p>
        </p:txBody>
      </p:sp>
      <p:sp>
        <p:nvSpPr>
          <p:cNvPr id="1653" name="Google Shape;1653;p12"/>
          <p:cNvSpPr txBox="1"/>
          <p:nvPr/>
        </p:nvSpPr>
        <p:spPr>
          <a:xfrm>
            <a:off x="8640000" y="4930368"/>
            <a:ext cx="1692275" cy="2111375"/>
          </a:xfrm>
          <a:prstGeom prst="rect">
            <a:avLst/>
          </a:prstGeom>
          <a:noFill/>
          <a:ln cap="flat" cmpd="sng" w="9525">
            <a:solidFill>
              <a:srgbClr val="231F20"/>
            </a:solidFill>
            <a:prstDash val="solid"/>
            <a:round/>
            <a:headEnd len="sm" w="sm" type="none"/>
            <a:tailEnd len="sm" w="sm" type="none"/>
          </a:ln>
        </p:spPr>
        <p:txBody>
          <a:bodyPr anchorCtr="0" anchor="t" bIns="0" lIns="0" spcFirstLastPara="1" rIns="0" wrap="square" tIns="6350">
            <a:sp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imes New Roman"/>
              <a:ea typeface="Times New Roman"/>
              <a:cs typeface="Times New Roman"/>
              <a:sym typeface="Times New Roman"/>
            </a:endParaRPr>
          </a:p>
          <a:p>
            <a:pPr indent="0" lvl="0" marL="194310" marR="0" rtl="0" algn="l">
              <a:lnSpc>
                <a:spcPct val="100000"/>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PRIMO type 6</a:t>
            </a:r>
            <a:endParaRPr b="0" i="0" sz="1300" u="none" cap="none" strike="noStrike">
              <a:solidFill>
                <a:srgbClr val="000000"/>
              </a:solidFill>
              <a:latin typeface="Arial"/>
              <a:ea typeface="Arial"/>
              <a:cs typeface="Arial"/>
              <a:sym typeface="Arial"/>
            </a:endParaRPr>
          </a:p>
          <a:p>
            <a:pPr indent="0" lvl="0" marL="267335" marR="162560" rtl="0" algn="l">
              <a:lnSpc>
                <a:spcPct val="125000"/>
              </a:lnSpc>
              <a:spcBef>
                <a:spcPts val="185"/>
              </a:spcBef>
              <a:spcAft>
                <a:spcPts val="0"/>
              </a:spcAft>
              <a:buClr>
                <a:srgbClr val="000000"/>
              </a:buClr>
              <a:buSzPts val="1000"/>
              <a:buFont typeface="Arial"/>
              <a:buNone/>
            </a:pPr>
            <a:r>
              <a:rPr b="0" i="0" lang="en-US" sz="1000" u="none" cap="none" strike="noStrike">
                <a:solidFill>
                  <a:srgbClr val="231F20"/>
                </a:solidFill>
                <a:latin typeface="Arial"/>
                <a:ea typeface="Arial"/>
                <a:cs typeface="Arial"/>
                <a:sym typeface="Arial"/>
              </a:rPr>
              <a:t>URC-2000•URC-1000 URC-400•URC-150</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65"/>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a:p>
            <a:pPr indent="0" lvl="0" marL="194310" marR="0" rtl="0" algn="l">
              <a:lnSpc>
                <a:spcPct val="100000"/>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PRIMO type 4</a:t>
            </a:r>
            <a:endParaRPr b="0" i="0" sz="1300" u="none" cap="none" strike="noStrike">
              <a:solidFill>
                <a:srgbClr val="000000"/>
              </a:solidFill>
              <a:latin typeface="Arial"/>
              <a:ea typeface="Arial"/>
              <a:cs typeface="Arial"/>
              <a:sym typeface="Arial"/>
            </a:endParaRPr>
          </a:p>
          <a:p>
            <a:pPr indent="0" lvl="0" marL="267335" marR="377825" rtl="0" algn="l">
              <a:lnSpc>
                <a:spcPct val="125000"/>
              </a:lnSpc>
              <a:spcBef>
                <a:spcPts val="95"/>
              </a:spcBef>
              <a:spcAft>
                <a:spcPts val="0"/>
              </a:spcAft>
              <a:buClr>
                <a:srgbClr val="000000"/>
              </a:buClr>
              <a:buSzPts val="1000"/>
              <a:buFont typeface="Arial"/>
              <a:buNone/>
            </a:pPr>
            <a:r>
              <a:rPr b="0" i="0" lang="en-US" sz="1000" u="none" cap="none" strike="noStrike">
                <a:solidFill>
                  <a:srgbClr val="231F20"/>
                </a:solidFill>
                <a:latin typeface="Arial"/>
                <a:ea typeface="Arial"/>
                <a:cs typeface="Arial"/>
                <a:sym typeface="Arial"/>
              </a:rPr>
              <a:t>URC-150•URB-50 URB-10•URT-10 FORCE 9</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7" name="Shape 1657"/>
        <p:cNvGrpSpPr/>
        <p:nvPr/>
      </p:nvGrpSpPr>
      <p:grpSpPr>
        <a:xfrm>
          <a:off x="0" y="0"/>
          <a:ext cx="0" cy="0"/>
          <a:chOff x="0" y="0"/>
          <a:chExt cx="0" cy="0"/>
        </a:xfrm>
      </p:grpSpPr>
      <p:pic>
        <p:nvPicPr>
          <p:cNvPr id="1658" name="Google Shape;1658;p13"/>
          <p:cNvPicPr preferRelativeResize="0"/>
          <p:nvPr/>
        </p:nvPicPr>
        <p:blipFill rotWithShape="1">
          <a:blip r:embed="rId3">
            <a:alphaModFix/>
          </a:blip>
          <a:srcRect b="0" l="0" r="0" t="0"/>
          <a:stretch/>
        </p:blipFill>
        <p:spPr>
          <a:xfrm>
            <a:off x="0" y="12"/>
            <a:ext cx="10692003" cy="7559992"/>
          </a:xfrm>
          <a:prstGeom prst="rect">
            <a:avLst/>
          </a:prstGeom>
          <a:noFill/>
          <a:ln>
            <a:noFill/>
          </a:ln>
        </p:spPr>
      </p:pic>
      <p:sp>
        <p:nvSpPr>
          <p:cNvPr id="1659" name="Google Shape;1659;p13"/>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1660" name="Google Shape;1660;p13"/>
          <p:cNvGrpSpPr/>
          <p:nvPr/>
        </p:nvGrpSpPr>
        <p:grpSpPr>
          <a:xfrm>
            <a:off x="290093" y="180300"/>
            <a:ext cx="10222391" cy="4840073"/>
            <a:chOff x="290093" y="180300"/>
            <a:chExt cx="10222391" cy="4840073"/>
          </a:xfrm>
        </p:grpSpPr>
        <p:sp>
          <p:nvSpPr>
            <p:cNvPr id="1661" name="Google Shape;1661;p13"/>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62" name="Google Shape;1662;p13"/>
            <p:cNvPicPr preferRelativeResize="0"/>
            <p:nvPr/>
          </p:nvPicPr>
          <p:blipFill rotWithShape="1">
            <a:blip r:embed="rId4">
              <a:alphaModFix/>
            </a:blip>
            <a:srcRect b="0" l="0" r="0" t="0"/>
            <a:stretch/>
          </p:blipFill>
          <p:spPr>
            <a:xfrm>
              <a:off x="8760571" y="180305"/>
              <a:ext cx="97396" cy="81000"/>
            </a:xfrm>
            <a:prstGeom prst="rect">
              <a:avLst/>
            </a:prstGeom>
            <a:noFill/>
            <a:ln>
              <a:noFill/>
            </a:ln>
          </p:spPr>
        </p:pic>
        <p:pic>
          <p:nvPicPr>
            <p:cNvPr id="1663" name="Google Shape;1663;p13"/>
            <p:cNvPicPr preferRelativeResize="0"/>
            <p:nvPr/>
          </p:nvPicPr>
          <p:blipFill rotWithShape="1">
            <a:blip r:embed="rId5">
              <a:alphaModFix/>
            </a:blip>
            <a:srcRect b="0" l="0" r="0" t="0"/>
            <a:stretch/>
          </p:blipFill>
          <p:spPr>
            <a:xfrm>
              <a:off x="8880355" y="180305"/>
              <a:ext cx="216256" cy="81000"/>
            </a:xfrm>
            <a:prstGeom prst="rect">
              <a:avLst/>
            </a:prstGeom>
            <a:noFill/>
            <a:ln>
              <a:noFill/>
            </a:ln>
          </p:spPr>
        </p:pic>
        <p:pic>
          <p:nvPicPr>
            <p:cNvPr id="1664" name="Google Shape;1664;p13"/>
            <p:cNvPicPr preferRelativeResize="0"/>
            <p:nvPr/>
          </p:nvPicPr>
          <p:blipFill rotWithShape="1">
            <a:blip r:embed="rId6">
              <a:alphaModFix/>
            </a:blip>
            <a:srcRect b="0" l="0" r="0" t="0"/>
            <a:stretch/>
          </p:blipFill>
          <p:spPr>
            <a:xfrm>
              <a:off x="9118352" y="180305"/>
              <a:ext cx="94957" cy="81000"/>
            </a:xfrm>
            <a:prstGeom prst="rect">
              <a:avLst/>
            </a:prstGeom>
            <a:noFill/>
            <a:ln>
              <a:noFill/>
            </a:ln>
          </p:spPr>
        </p:pic>
        <p:pic>
          <p:nvPicPr>
            <p:cNvPr id="1665" name="Google Shape;1665;p13"/>
            <p:cNvPicPr preferRelativeResize="0"/>
            <p:nvPr/>
          </p:nvPicPr>
          <p:blipFill rotWithShape="1">
            <a:blip r:embed="rId7">
              <a:alphaModFix/>
            </a:blip>
            <a:srcRect b="0" l="0" r="0" t="0"/>
            <a:stretch/>
          </p:blipFill>
          <p:spPr>
            <a:xfrm>
              <a:off x="9305595" y="180305"/>
              <a:ext cx="97408" cy="81000"/>
            </a:xfrm>
            <a:prstGeom prst="rect">
              <a:avLst/>
            </a:prstGeom>
            <a:noFill/>
            <a:ln>
              <a:noFill/>
            </a:ln>
          </p:spPr>
        </p:pic>
        <p:sp>
          <p:nvSpPr>
            <p:cNvPr id="1666" name="Google Shape;1666;p13"/>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67" name="Google Shape;1667;p13"/>
            <p:cNvPicPr preferRelativeResize="0"/>
            <p:nvPr/>
          </p:nvPicPr>
          <p:blipFill rotWithShape="1">
            <a:blip r:embed="rId8">
              <a:alphaModFix/>
            </a:blip>
            <a:srcRect b="0" l="0" r="0" t="0"/>
            <a:stretch/>
          </p:blipFill>
          <p:spPr>
            <a:xfrm>
              <a:off x="9474179" y="180305"/>
              <a:ext cx="95719" cy="81000"/>
            </a:xfrm>
            <a:prstGeom prst="rect">
              <a:avLst/>
            </a:prstGeom>
            <a:noFill/>
            <a:ln>
              <a:noFill/>
            </a:ln>
          </p:spPr>
        </p:pic>
        <p:sp>
          <p:nvSpPr>
            <p:cNvPr id="1668" name="Google Shape;1668;p13"/>
            <p:cNvSpPr/>
            <p:nvPr/>
          </p:nvSpPr>
          <p:spPr>
            <a:xfrm>
              <a:off x="8639999"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69" name="Google Shape;1669;p13"/>
            <p:cNvPicPr preferRelativeResize="0"/>
            <p:nvPr/>
          </p:nvPicPr>
          <p:blipFill rotWithShape="1">
            <a:blip r:embed="rId9">
              <a:alphaModFix/>
            </a:blip>
            <a:srcRect b="0" l="0" r="0" t="0"/>
            <a:stretch/>
          </p:blipFill>
          <p:spPr>
            <a:xfrm>
              <a:off x="8640927" y="181229"/>
              <a:ext cx="18338" cy="36207"/>
            </a:xfrm>
            <a:prstGeom prst="rect">
              <a:avLst/>
            </a:prstGeom>
            <a:noFill/>
            <a:ln>
              <a:noFill/>
            </a:ln>
          </p:spPr>
        </p:pic>
        <p:sp>
          <p:nvSpPr>
            <p:cNvPr id="1670" name="Google Shape;1670;p13"/>
            <p:cNvSpPr/>
            <p:nvPr/>
          </p:nvSpPr>
          <p:spPr>
            <a:xfrm>
              <a:off x="8639999"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13"/>
            <p:cNvSpPr/>
            <p:nvPr/>
          </p:nvSpPr>
          <p:spPr>
            <a:xfrm>
              <a:off x="680554" y="3804221"/>
              <a:ext cx="73025" cy="352425"/>
            </a:xfrm>
            <a:custGeom>
              <a:rect b="b" l="l" r="r" t="t"/>
              <a:pathLst>
                <a:path extrusionOk="0" h="352425" w="73025">
                  <a:moveTo>
                    <a:pt x="72948" y="0"/>
                  </a:moveTo>
                  <a:lnTo>
                    <a:pt x="0" y="0"/>
                  </a:lnTo>
                  <a:lnTo>
                    <a:pt x="0" y="352298"/>
                  </a:lnTo>
                  <a:lnTo>
                    <a:pt x="72948" y="352298"/>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13"/>
            <p:cNvSpPr/>
            <p:nvPr/>
          </p:nvSpPr>
          <p:spPr>
            <a:xfrm>
              <a:off x="5617711" y="577721"/>
              <a:ext cx="1537335" cy="3097530"/>
            </a:xfrm>
            <a:custGeom>
              <a:rect b="b" l="l" r="r" t="t"/>
              <a:pathLst>
                <a:path extrusionOk="0" h="3097529" w="1537334">
                  <a:moveTo>
                    <a:pt x="0" y="0"/>
                  </a:moveTo>
                  <a:lnTo>
                    <a:pt x="0" y="3096996"/>
                  </a:lnTo>
                  <a:lnTo>
                    <a:pt x="1305318" y="3096996"/>
                  </a:lnTo>
                  <a:lnTo>
                    <a:pt x="1537296" y="3096996"/>
                  </a:lnTo>
                  <a:lnTo>
                    <a:pt x="1537296" y="2435313"/>
                  </a:lnTo>
                  <a:lnTo>
                    <a:pt x="1537296" y="0"/>
                  </a:lnTo>
                  <a:lnTo>
                    <a:pt x="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13"/>
            <p:cNvSpPr/>
            <p:nvPr/>
          </p:nvSpPr>
          <p:spPr>
            <a:xfrm>
              <a:off x="7156747" y="879607"/>
              <a:ext cx="1086485" cy="79375"/>
            </a:xfrm>
            <a:custGeom>
              <a:rect b="b" l="l" r="r" t="t"/>
              <a:pathLst>
                <a:path extrusionOk="0" h="79375" w="1086484">
                  <a:moveTo>
                    <a:pt x="1086408" y="0"/>
                  </a:moveTo>
                  <a:lnTo>
                    <a:pt x="0" y="78905"/>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13"/>
            <p:cNvSpPr/>
            <p:nvPr/>
          </p:nvSpPr>
          <p:spPr>
            <a:xfrm>
              <a:off x="290093" y="4979098"/>
              <a:ext cx="10039985" cy="41275"/>
            </a:xfrm>
            <a:custGeom>
              <a:rect b="b" l="l" r="r" t="t"/>
              <a:pathLst>
                <a:path extrusionOk="0" h="41275" w="10039985">
                  <a:moveTo>
                    <a:pt x="10039819" y="0"/>
                  </a:moveTo>
                  <a:lnTo>
                    <a:pt x="0" y="0"/>
                  </a:lnTo>
                  <a:lnTo>
                    <a:pt x="0" y="40817"/>
                  </a:lnTo>
                  <a:lnTo>
                    <a:pt x="10039819" y="40817"/>
                  </a:lnTo>
                  <a:lnTo>
                    <a:pt x="10039819" y="0"/>
                  </a:lnTo>
                  <a:close/>
                </a:path>
              </a:pathLst>
            </a:custGeom>
            <a:solidFill>
              <a:srgbClr val="0072A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75" name="Google Shape;1675;p13"/>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13</a:t>
            </a:r>
            <a:endParaRPr b="0" i="0" sz="600" u="none" cap="none" strike="noStrike">
              <a:solidFill>
                <a:srgbClr val="000000"/>
              </a:solidFill>
              <a:latin typeface="Arial"/>
              <a:ea typeface="Arial"/>
              <a:cs typeface="Arial"/>
              <a:sym typeface="Arial"/>
            </a:endParaRPr>
          </a:p>
        </p:txBody>
      </p:sp>
      <p:sp>
        <p:nvSpPr>
          <p:cNvPr id="1676" name="Google Shape;1676;p13"/>
          <p:cNvSpPr txBox="1"/>
          <p:nvPr>
            <p:ph type="title"/>
          </p:nvPr>
        </p:nvSpPr>
        <p:spPr>
          <a:xfrm>
            <a:off x="1902207" y="1713942"/>
            <a:ext cx="1882775" cy="586740"/>
          </a:xfrm>
          <a:prstGeom prst="rect">
            <a:avLst/>
          </a:prstGeom>
          <a:noFill/>
          <a:ln>
            <a:noFill/>
          </a:ln>
        </p:spPr>
        <p:txBody>
          <a:bodyPr anchorCtr="0" anchor="t" bIns="0" lIns="0" spcFirstLastPara="1" rIns="0" wrap="square" tIns="46975">
            <a:spAutoFit/>
          </a:bodyPr>
          <a:lstStyle/>
          <a:p>
            <a:pPr indent="0" lvl="0" marL="0" rtl="0" algn="ctr">
              <a:lnSpc>
                <a:spcPct val="100000"/>
              </a:lnSpc>
              <a:spcBef>
                <a:spcPts val="0"/>
              </a:spcBef>
              <a:spcAft>
                <a:spcPts val="0"/>
              </a:spcAft>
              <a:buSzPts val="1400"/>
              <a:buNone/>
            </a:pPr>
            <a:r>
              <a:rPr b="0" lang="en-US" sz="2300">
                <a:solidFill>
                  <a:srgbClr val="231F20"/>
                </a:solidFill>
                <a:latin typeface="Arial"/>
                <a:ea typeface="Arial"/>
                <a:cs typeface="Arial"/>
                <a:sym typeface="Arial"/>
              </a:rPr>
              <a:t>SEA CORAL</a:t>
            </a:r>
            <a:endParaRPr sz="2300">
              <a:latin typeface="Arial"/>
              <a:ea typeface="Arial"/>
              <a:cs typeface="Arial"/>
              <a:sym typeface="Arial"/>
            </a:endParaRPr>
          </a:p>
          <a:p>
            <a:pPr indent="0" lvl="0" marL="0" rtl="0" algn="ctr">
              <a:lnSpc>
                <a:spcPct val="100000"/>
              </a:lnSpc>
              <a:spcBef>
                <a:spcPts val="125"/>
              </a:spcBef>
              <a:spcAft>
                <a:spcPts val="0"/>
              </a:spcAft>
              <a:buSzPts val="1400"/>
              <a:buNone/>
            </a:pPr>
            <a:r>
              <a:rPr b="0" lang="en-US" sz="1050">
                <a:solidFill>
                  <a:srgbClr val="231F20"/>
                </a:solidFill>
                <a:latin typeface="Arial"/>
                <a:ea typeface="Arial"/>
                <a:cs typeface="Arial"/>
                <a:sym typeface="Arial"/>
              </a:rPr>
              <a:t>New Ceramic purification filter</a:t>
            </a:r>
            <a:endParaRPr sz="1050">
              <a:latin typeface="Arial"/>
              <a:ea typeface="Arial"/>
              <a:cs typeface="Arial"/>
              <a:sym typeface="Arial"/>
            </a:endParaRPr>
          </a:p>
        </p:txBody>
      </p:sp>
      <p:sp>
        <p:nvSpPr>
          <p:cNvPr id="1677" name="Google Shape;1677;p13"/>
          <p:cNvSpPr txBox="1"/>
          <p:nvPr/>
        </p:nvSpPr>
        <p:spPr>
          <a:xfrm>
            <a:off x="811856" y="3794339"/>
            <a:ext cx="4511040" cy="846455"/>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OPTION</a:t>
            </a:r>
            <a:endParaRPr b="0" i="0" sz="600" u="none" cap="none" strike="noStrike">
              <a:solidFill>
                <a:srgbClr val="000000"/>
              </a:solidFill>
              <a:latin typeface="Arial"/>
              <a:ea typeface="Arial"/>
              <a:cs typeface="Arial"/>
              <a:sym typeface="Arial"/>
            </a:endParaRPr>
          </a:p>
          <a:p>
            <a:pPr indent="0" lvl="0" marL="12700" marR="0" rtl="0" algn="l">
              <a:lnSpc>
                <a:spcPct val="100000"/>
              </a:lnSpc>
              <a:spcBef>
                <a:spcPts val="105"/>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SEA CORAL / Specialized ceramic purifier</a:t>
            </a:r>
            <a:endParaRPr b="0" i="0" sz="1300" u="none" cap="none" strike="noStrike">
              <a:solidFill>
                <a:srgbClr val="000000"/>
              </a:solidFill>
              <a:latin typeface="Arial"/>
              <a:ea typeface="Arial"/>
              <a:cs typeface="Arial"/>
              <a:sym typeface="Arial"/>
            </a:endParaRPr>
          </a:p>
          <a:p>
            <a:pPr indent="0" lvl="0" marL="12700" marR="5080" rtl="0" algn="just">
              <a:lnSpc>
                <a:spcPct val="125000"/>
              </a:lnSpc>
              <a:spcBef>
                <a:spcPts val="43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This technology is a water treatment system that uses the vaporization heat with special ceram- ic as an absorber. This SEA CORAL ceramic absorbs water molecule from wastewater. The water molecule is vaporized by air blowing and recover pure water from the saturated steam.</a:t>
            </a:r>
            <a:endParaRPr b="0" i="0" sz="800" u="none" cap="none" strike="noStrike">
              <a:solidFill>
                <a:srgbClr val="000000"/>
              </a:solidFill>
              <a:latin typeface="Arial"/>
              <a:ea typeface="Arial"/>
              <a:cs typeface="Arial"/>
              <a:sym typeface="Arial"/>
            </a:endParaRPr>
          </a:p>
        </p:txBody>
      </p:sp>
      <p:sp>
        <p:nvSpPr>
          <p:cNvPr id="1678" name="Google Shape;1678;p13"/>
          <p:cNvSpPr txBox="1"/>
          <p:nvPr/>
        </p:nvSpPr>
        <p:spPr>
          <a:xfrm>
            <a:off x="6712099" y="3924433"/>
            <a:ext cx="3634740" cy="787400"/>
          </a:xfrm>
          <a:prstGeom prst="rect">
            <a:avLst/>
          </a:prstGeom>
          <a:noFill/>
          <a:ln>
            <a:noFill/>
          </a:ln>
        </p:spPr>
        <p:txBody>
          <a:bodyPr anchorCtr="0" anchor="t" bIns="0" lIns="0" spcFirstLastPara="1" rIns="0" wrap="square" tIns="12700">
            <a:spAutoFit/>
          </a:bodyPr>
          <a:lstStyle/>
          <a:p>
            <a:pPr indent="0" lvl="0" marL="12700" marR="5080" rtl="0" algn="just">
              <a:lnSpc>
                <a:spcPct val="125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The “Sea Coral System” is a mechanism that extracts moisture from seawater or sludge water using a sea coral catalyst. Another sea coral catalyst adsorbs the water molecules to produce pure water completely free of minerals (in- cluding arsenic). To perform the process efficiently, generate vaporization heat by air blowing.</a:t>
            </a:r>
            <a:endParaRPr b="0" i="0" sz="800" u="none" cap="none" strike="noStrike">
              <a:solidFill>
                <a:srgbClr val="000000"/>
              </a:solidFill>
              <a:latin typeface="Arial"/>
              <a:ea typeface="Arial"/>
              <a:cs typeface="Arial"/>
              <a:sym typeface="Arial"/>
            </a:endParaRPr>
          </a:p>
        </p:txBody>
      </p:sp>
      <p:sp>
        <p:nvSpPr>
          <p:cNvPr id="1679" name="Google Shape;1679;p13"/>
          <p:cNvSpPr txBox="1"/>
          <p:nvPr/>
        </p:nvSpPr>
        <p:spPr>
          <a:xfrm>
            <a:off x="8385497" y="5059139"/>
            <a:ext cx="152781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discharge of water molecules</a:t>
            </a:r>
            <a:endParaRPr b="0" i="0" sz="900" u="none" cap="none" strike="noStrike">
              <a:solidFill>
                <a:srgbClr val="000000"/>
              </a:solidFill>
              <a:latin typeface="Arial"/>
              <a:ea typeface="Arial"/>
              <a:cs typeface="Arial"/>
              <a:sym typeface="Arial"/>
            </a:endParaRPr>
          </a:p>
        </p:txBody>
      </p:sp>
      <p:sp>
        <p:nvSpPr>
          <p:cNvPr id="1680" name="Google Shape;1680;p13"/>
          <p:cNvSpPr txBox="1"/>
          <p:nvPr/>
        </p:nvSpPr>
        <p:spPr>
          <a:xfrm>
            <a:off x="304373" y="5059139"/>
            <a:ext cx="136271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absorption of the solution</a:t>
            </a:r>
            <a:endParaRPr b="0" i="0" sz="900" u="none" cap="none" strike="noStrike">
              <a:solidFill>
                <a:srgbClr val="000000"/>
              </a:solidFill>
              <a:latin typeface="Arial"/>
              <a:ea typeface="Arial"/>
              <a:cs typeface="Arial"/>
              <a:sym typeface="Arial"/>
            </a:endParaRPr>
          </a:p>
        </p:txBody>
      </p:sp>
      <p:sp>
        <p:nvSpPr>
          <p:cNvPr id="1681" name="Google Shape;1681;p13"/>
          <p:cNvSpPr txBox="1"/>
          <p:nvPr/>
        </p:nvSpPr>
        <p:spPr>
          <a:xfrm>
            <a:off x="2316510" y="5059139"/>
            <a:ext cx="144970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rise of the aqueous solution</a:t>
            </a:r>
            <a:endParaRPr b="0" i="0" sz="900" u="none" cap="none" strike="noStrike">
              <a:solidFill>
                <a:srgbClr val="000000"/>
              </a:solidFill>
              <a:latin typeface="Arial"/>
              <a:ea typeface="Arial"/>
              <a:cs typeface="Arial"/>
              <a:sym typeface="Arial"/>
            </a:endParaRPr>
          </a:p>
        </p:txBody>
      </p:sp>
      <p:sp>
        <p:nvSpPr>
          <p:cNvPr id="1682" name="Google Shape;1682;p13"/>
          <p:cNvSpPr txBox="1"/>
          <p:nvPr/>
        </p:nvSpPr>
        <p:spPr>
          <a:xfrm>
            <a:off x="4336077" y="5059139"/>
            <a:ext cx="139065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release of water molecules</a:t>
            </a:r>
            <a:endParaRPr b="0" i="0" sz="900" u="none" cap="none" strike="noStrike">
              <a:solidFill>
                <a:srgbClr val="000000"/>
              </a:solidFill>
              <a:latin typeface="Arial"/>
              <a:ea typeface="Arial"/>
              <a:cs typeface="Arial"/>
              <a:sym typeface="Arial"/>
            </a:endParaRPr>
          </a:p>
        </p:txBody>
      </p:sp>
      <p:sp>
        <p:nvSpPr>
          <p:cNvPr id="1683" name="Google Shape;1683;p13"/>
          <p:cNvSpPr txBox="1"/>
          <p:nvPr/>
        </p:nvSpPr>
        <p:spPr>
          <a:xfrm>
            <a:off x="6373588" y="5059139"/>
            <a:ext cx="159067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absorption of water molecules</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87" name="Shape 1687"/>
        <p:cNvGrpSpPr/>
        <p:nvPr/>
      </p:nvGrpSpPr>
      <p:grpSpPr>
        <a:xfrm>
          <a:off x="0" y="0"/>
          <a:ext cx="0" cy="0"/>
          <a:chOff x="0" y="0"/>
          <a:chExt cx="0" cy="0"/>
        </a:xfrm>
      </p:grpSpPr>
      <p:grpSp>
        <p:nvGrpSpPr>
          <p:cNvPr id="1688" name="Google Shape;1688;p14"/>
          <p:cNvGrpSpPr/>
          <p:nvPr/>
        </p:nvGrpSpPr>
        <p:grpSpPr>
          <a:xfrm>
            <a:off x="581399" y="595411"/>
            <a:ext cx="9395776" cy="5097445"/>
            <a:chOff x="581399" y="595411"/>
            <a:chExt cx="9395776" cy="5097445"/>
          </a:xfrm>
        </p:grpSpPr>
        <p:pic>
          <p:nvPicPr>
            <p:cNvPr id="1689" name="Google Shape;1689;p14"/>
            <p:cNvPicPr preferRelativeResize="0"/>
            <p:nvPr/>
          </p:nvPicPr>
          <p:blipFill rotWithShape="1">
            <a:blip r:embed="rId3">
              <a:alphaModFix/>
            </a:blip>
            <a:srcRect b="0" l="0" r="0" t="0"/>
            <a:stretch/>
          </p:blipFill>
          <p:spPr>
            <a:xfrm>
              <a:off x="3959528" y="595411"/>
              <a:ext cx="6017647" cy="5097445"/>
            </a:xfrm>
            <a:prstGeom prst="rect">
              <a:avLst/>
            </a:prstGeom>
            <a:noFill/>
            <a:ln>
              <a:noFill/>
            </a:ln>
          </p:spPr>
        </p:pic>
        <p:sp>
          <p:nvSpPr>
            <p:cNvPr id="1690" name="Google Shape;1690;p14"/>
            <p:cNvSpPr/>
            <p:nvPr/>
          </p:nvSpPr>
          <p:spPr>
            <a:xfrm>
              <a:off x="706043" y="2426220"/>
              <a:ext cx="3492500" cy="2984500"/>
            </a:xfrm>
            <a:custGeom>
              <a:rect b="b" l="l" r="r" t="t"/>
              <a:pathLst>
                <a:path extrusionOk="0" h="2984500" w="3492500">
                  <a:moveTo>
                    <a:pt x="3492157" y="0"/>
                  </a:moveTo>
                  <a:lnTo>
                    <a:pt x="0" y="0"/>
                  </a:lnTo>
                  <a:lnTo>
                    <a:pt x="0" y="2984398"/>
                  </a:lnTo>
                  <a:lnTo>
                    <a:pt x="3492157" y="2984398"/>
                  </a:lnTo>
                  <a:lnTo>
                    <a:pt x="3492157" y="0"/>
                  </a:lnTo>
                  <a:close/>
                </a:path>
              </a:pathLst>
            </a:custGeom>
            <a:solidFill>
              <a:srgbClr val="DCF2F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14"/>
            <p:cNvSpPr/>
            <p:nvPr/>
          </p:nvSpPr>
          <p:spPr>
            <a:xfrm>
              <a:off x="706043" y="2426220"/>
              <a:ext cx="3492500" cy="2984500"/>
            </a:xfrm>
            <a:custGeom>
              <a:rect b="b" l="l" r="r" t="t"/>
              <a:pathLst>
                <a:path extrusionOk="0" h="2984500" w="3492500">
                  <a:moveTo>
                    <a:pt x="0" y="2984398"/>
                  </a:moveTo>
                  <a:lnTo>
                    <a:pt x="3492157" y="2984398"/>
                  </a:lnTo>
                  <a:lnTo>
                    <a:pt x="3492157" y="0"/>
                  </a:lnTo>
                  <a:lnTo>
                    <a:pt x="0" y="0"/>
                  </a:lnTo>
                  <a:lnTo>
                    <a:pt x="0" y="298439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14"/>
            <p:cNvSpPr/>
            <p:nvPr/>
          </p:nvSpPr>
          <p:spPr>
            <a:xfrm>
              <a:off x="880859" y="4449203"/>
              <a:ext cx="3121025" cy="860425"/>
            </a:xfrm>
            <a:custGeom>
              <a:rect b="b" l="l" r="r" t="t"/>
              <a:pathLst>
                <a:path extrusionOk="0" h="860425" w="3121025">
                  <a:moveTo>
                    <a:pt x="3120529" y="0"/>
                  </a:moveTo>
                  <a:lnTo>
                    <a:pt x="0" y="0"/>
                  </a:lnTo>
                  <a:lnTo>
                    <a:pt x="0" y="860399"/>
                  </a:lnTo>
                  <a:lnTo>
                    <a:pt x="3120529" y="860399"/>
                  </a:lnTo>
                  <a:lnTo>
                    <a:pt x="312052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14"/>
            <p:cNvSpPr/>
            <p:nvPr/>
          </p:nvSpPr>
          <p:spPr>
            <a:xfrm>
              <a:off x="880859" y="4449203"/>
              <a:ext cx="3121025" cy="860425"/>
            </a:xfrm>
            <a:custGeom>
              <a:rect b="b" l="l" r="r" t="t"/>
              <a:pathLst>
                <a:path extrusionOk="0" h="860425" w="3121025">
                  <a:moveTo>
                    <a:pt x="0" y="860399"/>
                  </a:moveTo>
                  <a:lnTo>
                    <a:pt x="3120529" y="860399"/>
                  </a:lnTo>
                  <a:lnTo>
                    <a:pt x="3120529" y="0"/>
                  </a:lnTo>
                  <a:lnTo>
                    <a:pt x="0" y="0"/>
                  </a:lnTo>
                  <a:lnTo>
                    <a:pt x="0" y="860399"/>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14"/>
            <p:cNvSpPr/>
            <p:nvPr/>
          </p:nvSpPr>
          <p:spPr>
            <a:xfrm>
              <a:off x="880859" y="3347313"/>
              <a:ext cx="3121025" cy="896619"/>
            </a:xfrm>
            <a:custGeom>
              <a:rect b="b" l="l" r="r" t="t"/>
              <a:pathLst>
                <a:path extrusionOk="0" h="896620" w="3121025">
                  <a:moveTo>
                    <a:pt x="3120529" y="0"/>
                  </a:moveTo>
                  <a:lnTo>
                    <a:pt x="0" y="0"/>
                  </a:lnTo>
                  <a:lnTo>
                    <a:pt x="0" y="896404"/>
                  </a:lnTo>
                  <a:lnTo>
                    <a:pt x="3120529" y="896404"/>
                  </a:lnTo>
                  <a:lnTo>
                    <a:pt x="312052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14"/>
            <p:cNvSpPr/>
            <p:nvPr/>
          </p:nvSpPr>
          <p:spPr>
            <a:xfrm>
              <a:off x="880859" y="3347313"/>
              <a:ext cx="3121025" cy="896619"/>
            </a:xfrm>
            <a:custGeom>
              <a:rect b="b" l="l" r="r" t="t"/>
              <a:pathLst>
                <a:path extrusionOk="0" h="896620" w="3121025">
                  <a:moveTo>
                    <a:pt x="0" y="896404"/>
                  </a:moveTo>
                  <a:lnTo>
                    <a:pt x="3120529" y="896404"/>
                  </a:lnTo>
                  <a:lnTo>
                    <a:pt x="3120529" y="0"/>
                  </a:lnTo>
                  <a:lnTo>
                    <a:pt x="0" y="0"/>
                  </a:lnTo>
                  <a:lnTo>
                    <a:pt x="0" y="89640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p14"/>
            <p:cNvSpPr/>
            <p:nvPr/>
          </p:nvSpPr>
          <p:spPr>
            <a:xfrm>
              <a:off x="581399" y="948241"/>
              <a:ext cx="2994025" cy="0"/>
            </a:xfrm>
            <a:custGeom>
              <a:rect b="b" l="l" r="r" t="t"/>
              <a:pathLst>
                <a:path extrusionOk="0" h="120000" w="2994025">
                  <a:moveTo>
                    <a:pt x="0" y="0"/>
                  </a:moveTo>
                  <a:lnTo>
                    <a:pt x="2993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97" name="Google Shape;1697;p14"/>
          <p:cNvSpPr txBox="1"/>
          <p:nvPr/>
        </p:nvSpPr>
        <p:spPr>
          <a:xfrm>
            <a:off x="257299" y="7267585"/>
            <a:ext cx="357505"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14</a:t>
            </a:r>
            <a:endParaRPr b="0" i="0" sz="600" u="none" cap="none" strike="noStrike">
              <a:solidFill>
                <a:srgbClr val="000000"/>
              </a:solidFill>
              <a:latin typeface="Arial"/>
              <a:ea typeface="Arial"/>
              <a:cs typeface="Arial"/>
              <a:sym typeface="Arial"/>
            </a:endParaRPr>
          </a:p>
        </p:txBody>
      </p:sp>
      <p:sp>
        <p:nvSpPr>
          <p:cNvPr id="1698" name="Google Shape;1698;p14"/>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1699" name="Google Shape;1699;p14"/>
          <p:cNvSpPr txBox="1"/>
          <p:nvPr/>
        </p:nvSpPr>
        <p:spPr>
          <a:xfrm>
            <a:off x="568699" y="961436"/>
            <a:ext cx="5557520" cy="1016000"/>
          </a:xfrm>
          <a:prstGeom prst="rect">
            <a:avLst/>
          </a:prstGeom>
          <a:noFill/>
          <a:ln>
            <a:noFill/>
          </a:ln>
        </p:spPr>
        <p:txBody>
          <a:bodyPr anchorCtr="0" anchor="t" bIns="0" lIns="0" spcFirstLastPara="1" rIns="0" wrap="square" tIns="40625">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Fuel Recovery Mechanism is s follows:</a:t>
            </a:r>
            <a:endParaRPr b="0" i="0" sz="900" u="none" cap="none" strike="noStrike">
              <a:solidFill>
                <a:srgbClr val="000000"/>
              </a:solidFill>
              <a:latin typeface="Arial"/>
              <a:ea typeface="Arial"/>
              <a:cs typeface="Arial"/>
              <a:sym typeface="Arial"/>
            </a:endParaRPr>
          </a:p>
          <a:p>
            <a:pPr indent="-143510" lvl="0" marL="191770" marR="0" rtl="0" algn="l">
              <a:lnSpc>
                <a:spcPct val="100000"/>
              </a:lnSpc>
              <a:spcBef>
                <a:spcPts val="219"/>
              </a:spcBef>
              <a:spcAft>
                <a:spcPts val="0"/>
              </a:spcAft>
              <a:buClr>
                <a:srgbClr val="231F20"/>
              </a:buClr>
              <a:buSzPts val="900"/>
              <a:buFont typeface="Arial"/>
              <a:buAutoNum type="arabicPeriod"/>
            </a:pPr>
            <a:r>
              <a:rPr b="0" i="0" lang="en-US" sz="900" u="none" cap="none" strike="noStrike">
                <a:solidFill>
                  <a:srgbClr val="231F20"/>
                </a:solidFill>
                <a:latin typeface="Arial"/>
                <a:ea typeface="Arial"/>
                <a:cs typeface="Arial"/>
                <a:sym typeface="Arial"/>
              </a:rPr>
              <a:t>Inject high-temperature oxygen-free steam(further superheated) at 600 °C into the cracking furnace.</a:t>
            </a:r>
            <a:endParaRPr b="0" i="0" sz="900" u="none" cap="none" strike="noStrike">
              <a:solidFill>
                <a:srgbClr val="000000"/>
              </a:solidFill>
              <a:latin typeface="Arial"/>
              <a:ea typeface="Arial"/>
              <a:cs typeface="Arial"/>
              <a:sym typeface="Arial"/>
            </a:endParaRPr>
          </a:p>
          <a:p>
            <a:pPr indent="-142875" lvl="0" marL="191135" marR="0" rtl="0" algn="l">
              <a:lnSpc>
                <a:spcPct val="100000"/>
              </a:lnSpc>
              <a:spcBef>
                <a:spcPts val="215"/>
              </a:spcBef>
              <a:spcAft>
                <a:spcPts val="0"/>
              </a:spcAft>
              <a:buClr>
                <a:srgbClr val="231F20"/>
              </a:buClr>
              <a:buSzPts val="900"/>
              <a:buFont typeface="Arial"/>
              <a:buAutoNum type="arabicPeriod"/>
            </a:pPr>
            <a:r>
              <a:rPr b="0" i="0" lang="en-US" sz="900" u="none" cap="none" strike="noStrike">
                <a:solidFill>
                  <a:srgbClr val="231F20"/>
                </a:solidFill>
                <a:latin typeface="Arial"/>
                <a:ea typeface="Arial"/>
                <a:cs typeface="Arial"/>
                <a:sym typeface="Arial"/>
              </a:rPr>
              <a:t>Distillate and vaporize oil component by high-temperature H₂O gas.</a:t>
            </a:r>
            <a:endParaRPr b="0" i="0" sz="900" u="none" cap="none" strike="noStrike">
              <a:solidFill>
                <a:srgbClr val="000000"/>
              </a:solidFill>
              <a:latin typeface="Arial"/>
              <a:ea typeface="Arial"/>
              <a:cs typeface="Arial"/>
              <a:sym typeface="Arial"/>
            </a:endParaRPr>
          </a:p>
          <a:p>
            <a:pPr indent="-143510" lvl="0" marL="191770" marR="0" rtl="0" algn="l">
              <a:lnSpc>
                <a:spcPct val="100000"/>
              </a:lnSpc>
              <a:spcBef>
                <a:spcPts val="220"/>
              </a:spcBef>
              <a:spcAft>
                <a:spcPts val="0"/>
              </a:spcAft>
              <a:buClr>
                <a:srgbClr val="231F20"/>
              </a:buClr>
              <a:buSzPts val="900"/>
              <a:buFont typeface="Arial"/>
              <a:buAutoNum type="arabicPeriod"/>
            </a:pPr>
            <a:r>
              <a:rPr b="0" i="0" lang="en-US" sz="900" u="none" cap="none" strike="noStrike">
                <a:solidFill>
                  <a:srgbClr val="231F20"/>
                </a:solidFill>
                <a:latin typeface="Arial"/>
                <a:ea typeface="Arial"/>
                <a:cs typeface="Arial"/>
                <a:sym typeface="Arial"/>
              </a:rPr>
              <a:t>The vaporized gas is treated with chlorine catalyst and liquefied by a cooling condenser.</a:t>
            </a:r>
            <a:endParaRPr b="0" i="0" sz="900" u="none" cap="none" strike="noStrike">
              <a:solidFill>
                <a:srgbClr val="000000"/>
              </a:solidFill>
              <a:latin typeface="Arial"/>
              <a:ea typeface="Arial"/>
              <a:cs typeface="Arial"/>
              <a:sym typeface="Arial"/>
            </a:endParaRPr>
          </a:p>
          <a:p>
            <a:pPr indent="-142875" lvl="0" marL="191135" marR="0" rtl="0" algn="l">
              <a:lnSpc>
                <a:spcPct val="100000"/>
              </a:lnSpc>
              <a:spcBef>
                <a:spcPts val="220"/>
              </a:spcBef>
              <a:spcAft>
                <a:spcPts val="0"/>
              </a:spcAft>
              <a:buClr>
                <a:srgbClr val="231F20"/>
              </a:buClr>
              <a:buSzPts val="900"/>
              <a:buFont typeface="Arial"/>
              <a:buAutoNum type="arabicPeriod"/>
            </a:pPr>
            <a:r>
              <a:rPr b="0" i="0" lang="en-US" sz="900" u="none" cap="none" strike="noStrike">
                <a:solidFill>
                  <a:srgbClr val="231F20"/>
                </a:solidFill>
                <a:latin typeface="Arial"/>
                <a:ea typeface="Arial"/>
                <a:cs typeface="Arial"/>
                <a:sym typeface="Arial"/>
              </a:rPr>
              <a:t>Segregate gas-oil and heavy-oil by the temperature difference of vaporized gas through a solenoid valve.</a:t>
            </a:r>
            <a:endParaRPr b="0" i="0" sz="900" u="none" cap="none" strike="noStrike">
              <a:solidFill>
                <a:srgbClr val="000000"/>
              </a:solidFill>
              <a:latin typeface="Arial"/>
              <a:ea typeface="Arial"/>
              <a:cs typeface="Arial"/>
              <a:sym typeface="Arial"/>
            </a:endParaRPr>
          </a:p>
          <a:p>
            <a:pPr indent="-143510" lvl="0" marL="191770" marR="0" rtl="0" algn="l">
              <a:lnSpc>
                <a:spcPct val="100000"/>
              </a:lnSpc>
              <a:spcBef>
                <a:spcPts val="220"/>
              </a:spcBef>
              <a:spcAft>
                <a:spcPts val="0"/>
              </a:spcAft>
              <a:buClr>
                <a:srgbClr val="231F20"/>
              </a:buClr>
              <a:buSzPts val="900"/>
              <a:buFont typeface="Arial"/>
              <a:buAutoNum type="arabicPeriod"/>
            </a:pPr>
            <a:r>
              <a:rPr b="0" i="0" lang="en-US" sz="900" u="none" cap="none" strike="noStrike">
                <a:solidFill>
                  <a:srgbClr val="231F20"/>
                </a:solidFill>
                <a:latin typeface="Arial"/>
                <a:ea typeface="Arial"/>
                <a:cs typeface="Arial"/>
                <a:sym typeface="Arial"/>
              </a:rPr>
              <a:t>Water is separated in an oil/water separation tank, remove impurities in a filtration tank, and recover recycled oil.</a:t>
            </a:r>
            <a:endParaRPr b="0" i="0" sz="900" u="none" cap="none" strike="noStrike">
              <a:solidFill>
                <a:srgbClr val="000000"/>
              </a:solidFill>
              <a:latin typeface="Arial"/>
              <a:ea typeface="Arial"/>
              <a:cs typeface="Arial"/>
              <a:sym typeface="Arial"/>
            </a:endParaRPr>
          </a:p>
        </p:txBody>
      </p:sp>
      <p:sp>
        <p:nvSpPr>
          <p:cNvPr id="1700" name="Google Shape;1700;p14"/>
          <p:cNvSpPr txBox="1"/>
          <p:nvPr/>
        </p:nvSpPr>
        <p:spPr>
          <a:xfrm>
            <a:off x="568699" y="484858"/>
            <a:ext cx="2470785" cy="408940"/>
          </a:xfrm>
          <a:prstGeom prst="rect">
            <a:avLst/>
          </a:prstGeom>
          <a:noFill/>
          <a:ln>
            <a:noFill/>
          </a:ln>
        </p:spPr>
        <p:txBody>
          <a:bodyPr anchorCtr="0" anchor="t" bIns="0" lIns="0" spcFirstLastPara="1" rIns="0" wrap="square" tIns="3175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616264"/>
                </a:solidFill>
                <a:latin typeface="Arial"/>
                <a:ea typeface="Arial"/>
                <a:cs typeface="Arial"/>
                <a:sym typeface="Arial"/>
              </a:rPr>
              <a:t>New generation Resource Recovery Equipment</a:t>
            </a:r>
            <a:endParaRPr b="0" i="0" sz="900" u="none" cap="none" strike="noStrike">
              <a:solidFill>
                <a:srgbClr val="000000"/>
              </a:solidFill>
              <a:latin typeface="Arial"/>
              <a:ea typeface="Arial"/>
              <a:cs typeface="Arial"/>
              <a:sym typeface="Arial"/>
            </a:endParaRPr>
          </a:p>
          <a:p>
            <a:pPr indent="0" lvl="0" marL="12700" marR="0" rtl="0" algn="l">
              <a:lnSpc>
                <a:spcPct val="100000"/>
              </a:lnSpc>
              <a:spcBef>
                <a:spcPts val="225"/>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Fuel Recovery Mechanism</a:t>
            </a:r>
            <a:endParaRPr b="0" i="0" sz="1300" u="none" cap="none" strike="noStrike">
              <a:solidFill>
                <a:srgbClr val="000000"/>
              </a:solidFill>
              <a:latin typeface="Arial"/>
              <a:ea typeface="Arial"/>
              <a:cs typeface="Arial"/>
              <a:sym typeface="Arial"/>
            </a:endParaRPr>
          </a:p>
        </p:txBody>
      </p:sp>
      <p:grpSp>
        <p:nvGrpSpPr>
          <p:cNvPr id="1701" name="Google Shape;1701;p14"/>
          <p:cNvGrpSpPr/>
          <p:nvPr/>
        </p:nvGrpSpPr>
        <p:grpSpPr>
          <a:xfrm>
            <a:off x="5253989" y="5636362"/>
            <a:ext cx="2012535" cy="1352564"/>
            <a:chOff x="5253989" y="5636362"/>
            <a:chExt cx="2012535" cy="1352564"/>
          </a:xfrm>
        </p:grpSpPr>
        <p:sp>
          <p:nvSpPr>
            <p:cNvPr id="1702" name="Google Shape;1702;p14"/>
            <p:cNvSpPr/>
            <p:nvPr/>
          </p:nvSpPr>
          <p:spPr>
            <a:xfrm>
              <a:off x="6063964" y="5636362"/>
              <a:ext cx="960755" cy="324485"/>
            </a:xfrm>
            <a:custGeom>
              <a:rect b="b" l="l" r="r" t="t"/>
              <a:pathLst>
                <a:path extrusionOk="0" h="324485" w="960754">
                  <a:moveTo>
                    <a:pt x="960526" y="0"/>
                  </a:moveTo>
                  <a:lnTo>
                    <a:pt x="80175" y="0"/>
                  </a:lnTo>
                  <a:lnTo>
                    <a:pt x="48965" y="6299"/>
                  </a:lnTo>
                  <a:lnTo>
                    <a:pt x="23480" y="23480"/>
                  </a:lnTo>
                  <a:lnTo>
                    <a:pt x="6299" y="48965"/>
                  </a:lnTo>
                  <a:lnTo>
                    <a:pt x="0" y="80175"/>
                  </a:lnTo>
                  <a:lnTo>
                    <a:pt x="0" y="324357"/>
                  </a:lnTo>
                  <a:lnTo>
                    <a:pt x="80175" y="324357"/>
                  </a:lnTo>
                  <a:lnTo>
                    <a:pt x="80175" y="116179"/>
                  </a:lnTo>
                  <a:lnTo>
                    <a:pt x="83004" y="102163"/>
                  </a:lnTo>
                  <a:lnTo>
                    <a:pt x="90719" y="90719"/>
                  </a:lnTo>
                  <a:lnTo>
                    <a:pt x="102163" y="83004"/>
                  </a:lnTo>
                  <a:lnTo>
                    <a:pt x="116179" y="80175"/>
                  </a:lnTo>
                  <a:lnTo>
                    <a:pt x="960526" y="80175"/>
                  </a:lnTo>
                  <a:lnTo>
                    <a:pt x="960526" y="0"/>
                  </a:lnTo>
                  <a:close/>
                </a:path>
              </a:pathLst>
            </a:custGeom>
            <a:solidFill>
              <a:srgbClr val="FFF3E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14"/>
            <p:cNvSpPr/>
            <p:nvPr/>
          </p:nvSpPr>
          <p:spPr>
            <a:xfrm>
              <a:off x="6063964" y="5636362"/>
              <a:ext cx="960755" cy="324485"/>
            </a:xfrm>
            <a:custGeom>
              <a:rect b="b" l="l" r="r" t="t"/>
              <a:pathLst>
                <a:path extrusionOk="0" h="324485" w="960754">
                  <a:moveTo>
                    <a:pt x="80175" y="324357"/>
                  </a:moveTo>
                  <a:lnTo>
                    <a:pt x="80175" y="116179"/>
                  </a:lnTo>
                  <a:lnTo>
                    <a:pt x="83004" y="102163"/>
                  </a:lnTo>
                  <a:lnTo>
                    <a:pt x="90719" y="90719"/>
                  </a:lnTo>
                  <a:lnTo>
                    <a:pt x="102163" y="83004"/>
                  </a:lnTo>
                  <a:lnTo>
                    <a:pt x="116179" y="80175"/>
                  </a:lnTo>
                  <a:lnTo>
                    <a:pt x="960526" y="80175"/>
                  </a:lnTo>
                  <a:lnTo>
                    <a:pt x="960526" y="0"/>
                  </a:lnTo>
                  <a:lnTo>
                    <a:pt x="80175" y="0"/>
                  </a:lnTo>
                  <a:lnTo>
                    <a:pt x="48965" y="6299"/>
                  </a:lnTo>
                  <a:lnTo>
                    <a:pt x="23480" y="23480"/>
                  </a:lnTo>
                  <a:lnTo>
                    <a:pt x="6299" y="48965"/>
                  </a:lnTo>
                  <a:lnTo>
                    <a:pt x="0" y="80175"/>
                  </a:lnTo>
                  <a:lnTo>
                    <a:pt x="0" y="324357"/>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14"/>
            <p:cNvSpPr/>
            <p:nvPr/>
          </p:nvSpPr>
          <p:spPr>
            <a:xfrm>
              <a:off x="6563512" y="6161430"/>
              <a:ext cx="378460" cy="708660"/>
            </a:xfrm>
            <a:custGeom>
              <a:rect b="b" l="l" r="r" t="t"/>
              <a:pathLst>
                <a:path extrusionOk="0" h="708659" w="378459">
                  <a:moveTo>
                    <a:pt x="378002" y="0"/>
                  </a:moveTo>
                  <a:lnTo>
                    <a:pt x="138595" y="0"/>
                  </a:lnTo>
                  <a:lnTo>
                    <a:pt x="138595" y="69850"/>
                  </a:lnTo>
                  <a:lnTo>
                    <a:pt x="138595" y="638810"/>
                  </a:lnTo>
                  <a:lnTo>
                    <a:pt x="0" y="638810"/>
                  </a:lnTo>
                  <a:lnTo>
                    <a:pt x="0" y="708660"/>
                  </a:lnTo>
                  <a:lnTo>
                    <a:pt x="212394" y="708660"/>
                  </a:lnTo>
                  <a:lnTo>
                    <a:pt x="212394" y="638810"/>
                  </a:lnTo>
                  <a:lnTo>
                    <a:pt x="212394" y="69850"/>
                  </a:lnTo>
                  <a:lnTo>
                    <a:pt x="378002" y="69850"/>
                  </a:lnTo>
                  <a:lnTo>
                    <a:pt x="378002" y="0"/>
                  </a:lnTo>
                  <a:close/>
                </a:path>
              </a:pathLst>
            </a:custGeom>
            <a:solidFill>
              <a:srgbClr val="FFF3E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14"/>
            <p:cNvSpPr/>
            <p:nvPr/>
          </p:nvSpPr>
          <p:spPr>
            <a:xfrm>
              <a:off x="6563514" y="6160960"/>
              <a:ext cx="378460" cy="709930"/>
            </a:xfrm>
            <a:custGeom>
              <a:rect b="b" l="l" r="r" t="t"/>
              <a:pathLst>
                <a:path extrusionOk="0" h="709929" w="378459">
                  <a:moveTo>
                    <a:pt x="0" y="639279"/>
                  </a:moveTo>
                  <a:lnTo>
                    <a:pt x="138595" y="639279"/>
                  </a:lnTo>
                  <a:lnTo>
                    <a:pt x="138595" y="0"/>
                  </a:lnTo>
                  <a:lnTo>
                    <a:pt x="378002" y="0"/>
                  </a:lnTo>
                  <a:lnTo>
                    <a:pt x="378002" y="70485"/>
                  </a:lnTo>
                  <a:lnTo>
                    <a:pt x="212394" y="70485"/>
                  </a:lnTo>
                  <a:lnTo>
                    <a:pt x="212394" y="709485"/>
                  </a:lnTo>
                  <a:lnTo>
                    <a:pt x="0" y="709485"/>
                  </a:lnTo>
                  <a:lnTo>
                    <a:pt x="0" y="648309"/>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06" name="Google Shape;1706;p14"/>
            <p:cNvPicPr preferRelativeResize="0"/>
            <p:nvPr/>
          </p:nvPicPr>
          <p:blipFill rotWithShape="1">
            <a:blip r:embed="rId4">
              <a:alphaModFix/>
            </a:blip>
            <a:srcRect b="0" l="0" r="0" t="0"/>
            <a:stretch/>
          </p:blipFill>
          <p:spPr>
            <a:xfrm>
              <a:off x="5253989" y="5851639"/>
              <a:ext cx="1366621" cy="1136700"/>
            </a:xfrm>
            <a:prstGeom prst="rect">
              <a:avLst/>
            </a:prstGeom>
            <a:noFill/>
            <a:ln>
              <a:noFill/>
            </a:ln>
          </p:spPr>
        </p:pic>
        <p:sp>
          <p:nvSpPr>
            <p:cNvPr id="1707" name="Google Shape;1707;p14"/>
            <p:cNvSpPr/>
            <p:nvPr/>
          </p:nvSpPr>
          <p:spPr>
            <a:xfrm>
              <a:off x="5253991" y="5851641"/>
              <a:ext cx="1367155" cy="1137285"/>
            </a:xfrm>
            <a:custGeom>
              <a:rect b="b" l="l" r="r" t="t"/>
              <a:pathLst>
                <a:path extrusionOk="0" h="1137284" w="1367154">
                  <a:moveTo>
                    <a:pt x="352323" y="0"/>
                  </a:moveTo>
                  <a:lnTo>
                    <a:pt x="352323" y="960196"/>
                  </a:lnTo>
                  <a:lnTo>
                    <a:pt x="469" y="960119"/>
                  </a:lnTo>
                  <a:lnTo>
                    <a:pt x="0" y="1057681"/>
                  </a:lnTo>
                  <a:lnTo>
                    <a:pt x="352323" y="1056525"/>
                  </a:lnTo>
                  <a:lnTo>
                    <a:pt x="352323" y="1136700"/>
                  </a:lnTo>
                  <a:lnTo>
                    <a:pt x="1366621" y="1136700"/>
                  </a:lnTo>
                  <a:lnTo>
                    <a:pt x="1366621" y="0"/>
                  </a:lnTo>
                  <a:lnTo>
                    <a:pt x="352323"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14"/>
            <p:cNvSpPr/>
            <p:nvPr/>
          </p:nvSpPr>
          <p:spPr>
            <a:xfrm>
              <a:off x="6845519" y="5636364"/>
              <a:ext cx="421005" cy="774700"/>
            </a:xfrm>
            <a:custGeom>
              <a:rect b="b" l="l" r="r" t="t"/>
              <a:pathLst>
                <a:path extrusionOk="0" h="774700" w="421004">
                  <a:moveTo>
                    <a:pt x="340347" y="0"/>
                  </a:moveTo>
                  <a:lnTo>
                    <a:pt x="0" y="0"/>
                  </a:lnTo>
                  <a:lnTo>
                    <a:pt x="0" y="80175"/>
                  </a:lnTo>
                  <a:lnTo>
                    <a:pt x="304342" y="80175"/>
                  </a:lnTo>
                  <a:lnTo>
                    <a:pt x="318358" y="83004"/>
                  </a:lnTo>
                  <a:lnTo>
                    <a:pt x="329803" y="90719"/>
                  </a:lnTo>
                  <a:lnTo>
                    <a:pt x="337518" y="102163"/>
                  </a:lnTo>
                  <a:lnTo>
                    <a:pt x="340347" y="116179"/>
                  </a:lnTo>
                  <a:lnTo>
                    <a:pt x="340347" y="774357"/>
                  </a:lnTo>
                  <a:lnTo>
                    <a:pt x="420522" y="774357"/>
                  </a:lnTo>
                  <a:lnTo>
                    <a:pt x="420522" y="80175"/>
                  </a:lnTo>
                  <a:lnTo>
                    <a:pt x="414220" y="48965"/>
                  </a:lnTo>
                  <a:lnTo>
                    <a:pt x="397036" y="23480"/>
                  </a:lnTo>
                  <a:lnTo>
                    <a:pt x="371551" y="6299"/>
                  </a:lnTo>
                  <a:lnTo>
                    <a:pt x="340347" y="0"/>
                  </a:lnTo>
                  <a:close/>
                </a:path>
              </a:pathLst>
            </a:custGeom>
            <a:solidFill>
              <a:srgbClr val="FFF3E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14"/>
            <p:cNvSpPr/>
            <p:nvPr/>
          </p:nvSpPr>
          <p:spPr>
            <a:xfrm>
              <a:off x="6845519" y="5636364"/>
              <a:ext cx="421005" cy="774700"/>
            </a:xfrm>
            <a:custGeom>
              <a:rect b="b" l="l" r="r" t="t"/>
              <a:pathLst>
                <a:path extrusionOk="0" h="774700" w="421004">
                  <a:moveTo>
                    <a:pt x="340347" y="774357"/>
                  </a:moveTo>
                  <a:lnTo>
                    <a:pt x="340347" y="116179"/>
                  </a:lnTo>
                  <a:lnTo>
                    <a:pt x="337518" y="102163"/>
                  </a:lnTo>
                  <a:lnTo>
                    <a:pt x="329803" y="90719"/>
                  </a:lnTo>
                  <a:lnTo>
                    <a:pt x="318358" y="83004"/>
                  </a:lnTo>
                  <a:lnTo>
                    <a:pt x="304342" y="80175"/>
                  </a:lnTo>
                  <a:lnTo>
                    <a:pt x="0" y="80175"/>
                  </a:lnTo>
                  <a:lnTo>
                    <a:pt x="0" y="0"/>
                  </a:lnTo>
                  <a:lnTo>
                    <a:pt x="340347" y="0"/>
                  </a:lnTo>
                  <a:lnTo>
                    <a:pt x="371551" y="6299"/>
                  </a:lnTo>
                  <a:lnTo>
                    <a:pt x="397036" y="23480"/>
                  </a:lnTo>
                  <a:lnTo>
                    <a:pt x="414220" y="48965"/>
                  </a:lnTo>
                  <a:lnTo>
                    <a:pt x="420522" y="80175"/>
                  </a:lnTo>
                  <a:lnTo>
                    <a:pt x="420522" y="774357"/>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10" name="Google Shape;1710;p14"/>
          <p:cNvSpPr txBox="1"/>
          <p:nvPr/>
        </p:nvSpPr>
        <p:spPr>
          <a:xfrm>
            <a:off x="4633348" y="2403045"/>
            <a:ext cx="1149350" cy="377190"/>
          </a:xfrm>
          <a:prstGeom prst="rect">
            <a:avLst/>
          </a:prstGeom>
          <a:noFill/>
          <a:ln>
            <a:noFill/>
          </a:ln>
        </p:spPr>
        <p:txBody>
          <a:bodyPr anchorCtr="0" anchor="t" bIns="0" lIns="0" spcFirstLastPara="1" rIns="0" wrap="square" tIns="22225">
            <a:spAutoFit/>
          </a:bodyPr>
          <a:lstStyle/>
          <a:p>
            <a:pPr indent="0" lvl="0" marL="38100" marR="30480" rtl="0" algn="l">
              <a:lnSpc>
                <a:spcPct val="1167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«Decomposition furnace» </a:t>
            </a:r>
            <a:r>
              <a:rPr b="0" i="0" lang="en-US" sz="600" u="none" cap="none" strike="noStrike">
                <a:solidFill>
                  <a:srgbClr val="231F20"/>
                </a:solidFill>
                <a:latin typeface="Arial"/>
                <a:ea typeface="Arial"/>
                <a:cs typeface="Arial"/>
                <a:sym typeface="Arial"/>
              </a:rPr>
              <a:t>Volume approx. 14 m</a:t>
            </a:r>
            <a:r>
              <a:rPr b="0" baseline="30000" i="0" lang="en-US" sz="525" u="none" cap="none" strike="noStrike">
                <a:solidFill>
                  <a:srgbClr val="231F20"/>
                </a:solidFill>
                <a:latin typeface="Arial"/>
                <a:ea typeface="Arial"/>
                <a:cs typeface="Arial"/>
                <a:sym typeface="Arial"/>
              </a:rPr>
              <a:t>3 </a:t>
            </a:r>
            <a:r>
              <a:rPr b="0" i="0" lang="en-US" sz="600" u="none" cap="none" strike="noStrike">
                <a:solidFill>
                  <a:srgbClr val="231F20"/>
                </a:solidFill>
                <a:latin typeface="Arial"/>
                <a:ea typeface="Arial"/>
                <a:cs typeface="Arial"/>
                <a:sym typeface="Arial"/>
              </a:rPr>
              <a:t>Temperature approx. 600 °C</a:t>
            </a:r>
            <a:endParaRPr b="0" i="0" sz="600" u="none" cap="none" strike="noStrike">
              <a:solidFill>
                <a:srgbClr val="000000"/>
              </a:solidFill>
              <a:latin typeface="Arial"/>
              <a:ea typeface="Arial"/>
              <a:cs typeface="Arial"/>
              <a:sym typeface="Arial"/>
            </a:endParaRPr>
          </a:p>
        </p:txBody>
      </p:sp>
      <p:sp>
        <p:nvSpPr>
          <p:cNvPr id="1711" name="Google Shape;1711;p14"/>
          <p:cNvSpPr txBox="1"/>
          <p:nvPr/>
        </p:nvSpPr>
        <p:spPr>
          <a:xfrm>
            <a:off x="6335699" y="1519336"/>
            <a:ext cx="321945" cy="10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OFF GAS</a:t>
            </a:r>
            <a:endParaRPr b="0" i="0" sz="500" u="none" cap="none" strike="noStrike">
              <a:solidFill>
                <a:srgbClr val="000000"/>
              </a:solidFill>
              <a:latin typeface="Arial"/>
              <a:ea typeface="Arial"/>
              <a:cs typeface="Arial"/>
              <a:sym typeface="Arial"/>
            </a:endParaRPr>
          </a:p>
        </p:txBody>
      </p:sp>
      <p:sp>
        <p:nvSpPr>
          <p:cNvPr id="1712" name="Google Shape;1712;p14"/>
          <p:cNvSpPr txBox="1"/>
          <p:nvPr/>
        </p:nvSpPr>
        <p:spPr>
          <a:xfrm>
            <a:off x="4408814" y="5379111"/>
            <a:ext cx="1256665" cy="1930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100"/>
              <a:buFont typeface="Arial"/>
              <a:buNone/>
            </a:pPr>
            <a:r>
              <a:rPr b="0" i="0" lang="en-US" sz="1100" u="none" cap="none" strike="noStrike">
                <a:solidFill>
                  <a:srgbClr val="231F20"/>
                </a:solidFill>
                <a:latin typeface="Arial"/>
                <a:ea typeface="Arial"/>
                <a:cs typeface="Arial"/>
                <a:sym typeface="Arial"/>
              </a:rPr>
              <a:t>Oil recovery system</a:t>
            </a:r>
            <a:endParaRPr b="0" i="0" sz="1100" u="none" cap="none" strike="noStrike">
              <a:solidFill>
                <a:srgbClr val="000000"/>
              </a:solidFill>
              <a:latin typeface="Arial"/>
              <a:ea typeface="Arial"/>
              <a:cs typeface="Arial"/>
              <a:sym typeface="Arial"/>
            </a:endParaRPr>
          </a:p>
        </p:txBody>
      </p:sp>
      <p:grpSp>
        <p:nvGrpSpPr>
          <p:cNvPr id="1713" name="Google Shape;1713;p14"/>
          <p:cNvGrpSpPr/>
          <p:nvPr/>
        </p:nvGrpSpPr>
        <p:grpSpPr>
          <a:xfrm>
            <a:off x="5728715" y="5917336"/>
            <a:ext cx="757555" cy="1019175"/>
            <a:chOff x="5728715" y="5917336"/>
            <a:chExt cx="757555" cy="1019175"/>
          </a:xfrm>
        </p:grpSpPr>
        <p:sp>
          <p:nvSpPr>
            <p:cNvPr id="1714" name="Google Shape;1714;p14"/>
            <p:cNvSpPr/>
            <p:nvPr/>
          </p:nvSpPr>
          <p:spPr>
            <a:xfrm>
              <a:off x="5728715" y="5917336"/>
              <a:ext cx="757555" cy="1019175"/>
            </a:xfrm>
            <a:custGeom>
              <a:rect b="b" l="l" r="r" t="t"/>
              <a:pathLst>
                <a:path extrusionOk="0" h="1019175" w="757554">
                  <a:moveTo>
                    <a:pt x="757402" y="0"/>
                  </a:moveTo>
                  <a:lnTo>
                    <a:pt x="0" y="0"/>
                  </a:lnTo>
                  <a:lnTo>
                    <a:pt x="0" y="1018806"/>
                  </a:lnTo>
                  <a:lnTo>
                    <a:pt x="757402" y="1018806"/>
                  </a:lnTo>
                  <a:lnTo>
                    <a:pt x="757402" y="0"/>
                  </a:lnTo>
                  <a:close/>
                </a:path>
              </a:pathLst>
            </a:custGeom>
            <a:solidFill>
              <a:srgbClr val="E1F4F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14"/>
            <p:cNvSpPr/>
            <p:nvPr/>
          </p:nvSpPr>
          <p:spPr>
            <a:xfrm>
              <a:off x="5728715" y="5917336"/>
              <a:ext cx="757555" cy="1019175"/>
            </a:xfrm>
            <a:custGeom>
              <a:rect b="b" l="l" r="r" t="t"/>
              <a:pathLst>
                <a:path extrusionOk="0" h="1019175" w="757554">
                  <a:moveTo>
                    <a:pt x="0" y="1018806"/>
                  </a:moveTo>
                  <a:lnTo>
                    <a:pt x="757402" y="1018806"/>
                  </a:lnTo>
                  <a:lnTo>
                    <a:pt x="757402" y="0"/>
                  </a:lnTo>
                  <a:lnTo>
                    <a:pt x="0" y="0"/>
                  </a:lnTo>
                  <a:lnTo>
                    <a:pt x="0" y="1018806"/>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16" name="Google Shape;1716;p14"/>
          <p:cNvSpPr txBox="1"/>
          <p:nvPr/>
        </p:nvSpPr>
        <p:spPr>
          <a:xfrm>
            <a:off x="5880963" y="6566344"/>
            <a:ext cx="450215" cy="330835"/>
          </a:xfrm>
          <a:prstGeom prst="rect">
            <a:avLst/>
          </a:prstGeom>
          <a:solidFill>
            <a:srgbClr val="90650B"/>
          </a:solidFill>
          <a:ln>
            <a:noFill/>
          </a:ln>
        </p:spPr>
        <p:txBody>
          <a:bodyPr anchorCtr="0" anchor="t" bIns="0" lIns="0" spcFirstLastPara="1" rIns="0" wrap="square" tIns="93975">
            <a:spAutoFit/>
          </a:bodyPr>
          <a:lstStyle/>
          <a:p>
            <a:pPr indent="0" lvl="0" marL="37465"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Arial"/>
                <a:ea typeface="Arial"/>
                <a:cs typeface="Arial"/>
                <a:sym typeface="Arial"/>
              </a:rPr>
              <a:t>Carbon</a:t>
            </a:r>
            <a:endParaRPr b="0" i="0" sz="900" u="none" cap="none" strike="noStrike">
              <a:solidFill>
                <a:srgbClr val="000000"/>
              </a:solidFill>
              <a:latin typeface="Arial"/>
              <a:ea typeface="Arial"/>
              <a:cs typeface="Arial"/>
              <a:sym typeface="Arial"/>
            </a:endParaRPr>
          </a:p>
        </p:txBody>
      </p:sp>
      <p:sp>
        <p:nvSpPr>
          <p:cNvPr id="1717" name="Google Shape;1717;p14"/>
          <p:cNvSpPr txBox="1"/>
          <p:nvPr/>
        </p:nvSpPr>
        <p:spPr>
          <a:xfrm>
            <a:off x="4436144" y="5689641"/>
            <a:ext cx="972185" cy="339090"/>
          </a:xfrm>
          <a:prstGeom prst="rect">
            <a:avLst/>
          </a:prstGeom>
          <a:solidFill>
            <a:srgbClr val="ECF8FE"/>
          </a:solidFill>
          <a:ln cap="flat" cmpd="sng" w="9525">
            <a:solidFill>
              <a:srgbClr val="231F20"/>
            </a:solidFill>
            <a:prstDash val="solid"/>
            <a:round/>
            <a:headEnd len="sm" w="sm" type="none"/>
            <a:tailEnd len="sm" w="sm" type="none"/>
          </a:ln>
        </p:spPr>
        <p:txBody>
          <a:bodyPr anchorCtr="0" anchor="t" bIns="0" lIns="0" spcFirstLastPara="1" rIns="0" wrap="square" tIns="27925">
            <a:spAutoFit/>
          </a:bodyPr>
          <a:lstStyle/>
          <a:p>
            <a:pPr indent="0" lvl="0" marL="15621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purpose boiler</a:t>
            </a:r>
            <a:endParaRPr b="0" i="0" sz="800" u="none" cap="none" strike="noStrike">
              <a:solidFill>
                <a:srgbClr val="000000"/>
              </a:solidFill>
              <a:latin typeface="Arial"/>
              <a:ea typeface="Arial"/>
              <a:cs typeface="Arial"/>
              <a:sym typeface="Arial"/>
            </a:endParaRPr>
          </a:p>
          <a:p>
            <a:pPr indent="0" lvl="0" marL="198755" marR="0" rtl="0" algn="l">
              <a:lnSpc>
                <a:spcPct val="100000"/>
              </a:lnSpc>
              <a:spcBef>
                <a:spcPts val="195"/>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max. 165℃</a:t>
            </a:r>
            <a:endParaRPr b="0" i="0" sz="900" u="none" cap="none" strike="noStrike">
              <a:solidFill>
                <a:srgbClr val="000000"/>
              </a:solidFill>
              <a:latin typeface="Arial"/>
              <a:ea typeface="Arial"/>
              <a:cs typeface="Arial"/>
              <a:sym typeface="Arial"/>
            </a:endParaRPr>
          </a:p>
        </p:txBody>
      </p:sp>
      <p:grpSp>
        <p:nvGrpSpPr>
          <p:cNvPr id="1718" name="Google Shape;1718;p14"/>
          <p:cNvGrpSpPr/>
          <p:nvPr/>
        </p:nvGrpSpPr>
        <p:grpSpPr>
          <a:xfrm>
            <a:off x="4431644" y="5960510"/>
            <a:ext cx="2016596" cy="749986"/>
            <a:chOff x="4431644" y="5960510"/>
            <a:chExt cx="2016596" cy="749986"/>
          </a:xfrm>
        </p:grpSpPr>
        <p:sp>
          <p:nvSpPr>
            <p:cNvPr id="1719" name="Google Shape;1719;p14"/>
            <p:cNvSpPr/>
            <p:nvPr/>
          </p:nvSpPr>
          <p:spPr>
            <a:xfrm>
              <a:off x="4870914" y="6050943"/>
              <a:ext cx="163195" cy="80645"/>
            </a:xfrm>
            <a:custGeom>
              <a:rect b="b" l="l" r="r" t="t"/>
              <a:pathLst>
                <a:path extrusionOk="0" h="80645" w="163195">
                  <a:moveTo>
                    <a:pt x="163195" y="0"/>
                  </a:moveTo>
                  <a:lnTo>
                    <a:pt x="0" y="0"/>
                  </a:lnTo>
                  <a:lnTo>
                    <a:pt x="81432" y="80175"/>
                  </a:lnTo>
                  <a:lnTo>
                    <a:pt x="16319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14"/>
            <p:cNvSpPr/>
            <p:nvPr/>
          </p:nvSpPr>
          <p:spPr>
            <a:xfrm>
              <a:off x="5775399" y="5980703"/>
              <a:ext cx="48260" cy="705485"/>
            </a:xfrm>
            <a:custGeom>
              <a:rect b="b" l="l" r="r" t="t"/>
              <a:pathLst>
                <a:path extrusionOk="0" h="705484" w="48260">
                  <a:moveTo>
                    <a:pt x="0" y="0"/>
                  </a:moveTo>
                  <a:lnTo>
                    <a:pt x="0" y="705294"/>
                  </a:lnTo>
                </a:path>
                <a:path extrusionOk="0" h="705484" w="48260">
                  <a:moveTo>
                    <a:pt x="0" y="0"/>
                  </a:moveTo>
                  <a:lnTo>
                    <a:pt x="47764" y="0"/>
                  </a:lnTo>
                </a:path>
              </a:pathLst>
            </a:custGeom>
            <a:noFill/>
            <a:ln cap="flat" cmpd="sng" w="125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14"/>
            <p:cNvSpPr/>
            <p:nvPr/>
          </p:nvSpPr>
          <p:spPr>
            <a:xfrm>
              <a:off x="5817259" y="5960511"/>
              <a:ext cx="35560" cy="40640"/>
            </a:xfrm>
            <a:custGeom>
              <a:rect b="b" l="l" r="r" t="t"/>
              <a:pathLst>
                <a:path extrusionOk="0" h="40639" w="35560">
                  <a:moveTo>
                    <a:pt x="0" y="0"/>
                  </a:moveTo>
                  <a:lnTo>
                    <a:pt x="0" y="40385"/>
                  </a:lnTo>
                  <a:lnTo>
                    <a:pt x="34975" y="20192"/>
                  </a:lnTo>
                  <a:lnTo>
                    <a:pt x="0"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14"/>
            <p:cNvSpPr/>
            <p:nvPr/>
          </p:nvSpPr>
          <p:spPr>
            <a:xfrm>
              <a:off x="5775399" y="6217150"/>
              <a:ext cx="48260" cy="0"/>
            </a:xfrm>
            <a:custGeom>
              <a:rect b="b" l="l" r="r" t="t"/>
              <a:pathLst>
                <a:path extrusionOk="0" h="120000" w="48260">
                  <a:moveTo>
                    <a:pt x="0" y="0"/>
                  </a:moveTo>
                  <a:lnTo>
                    <a:pt x="477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14"/>
            <p:cNvSpPr/>
            <p:nvPr/>
          </p:nvSpPr>
          <p:spPr>
            <a:xfrm>
              <a:off x="5817259" y="6196958"/>
              <a:ext cx="35560" cy="40640"/>
            </a:xfrm>
            <a:custGeom>
              <a:rect b="b" l="l" r="r" t="t"/>
              <a:pathLst>
                <a:path extrusionOk="0" h="40639" w="35560">
                  <a:moveTo>
                    <a:pt x="0" y="0"/>
                  </a:moveTo>
                  <a:lnTo>
                    <a:pt x="0" y="40386"/>
                  </a:lnTo>
                  <a:lnTo>
                    <a:pt x="34975" y="20193"/>
                  </a:lnTo>
                  <a:lnTo>
                    <a:pt x="0"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14"/>
            <p:cNvSpPr/>
            <p:nvPr/>
          </p:nvSpPr>
          <p:spPr>
            <a:xfrm>
              <a:off x="5408142" y="6453597"/>
              <a:ext cx="415290" cy="0"/>
            </a:xfrm>
            <a:custGeom>
              <a:rect b="b" l="l" r="r" t="t"/>
              <a:pathLst>
                <a:path extrusionOk="0" h="120000" w="415289">
                  <a:moveTo>
                    <a:pt x="0" y="0"/>
                  </a:moveTo>
                  <a:lnTo>
                    <a:pt x="415025" y="0"/>
                  </a:lnTo>
                </a:path>
              </a:pathLst>
            </a:custGeom>
            <a:noFill/>
            <a:ln cap="flat" cmpd="sng" w="125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14"/>
            <p:cNvSpPr/>
            <p:nvPr/>
          </p:nvSpPr>
          <p:spPr>
            <a:xfrm>
              <a:off x="5817259" y="6433407"/>
              <a:ext cx="35560" cy="40640"/>
            </a:xfrm>
            <a:custGeom>
              <a:rect b="b" l="l" r="r" t="t"/>
              <a:pathLst>
                <a:path extrusionOk="0" h="40639" w="35560">
                  <a:moveTo>
                    <a:pt x="0" y="0"/>
                  </a:moveTo>
                  <a:lnTo>
                    <a:pt x="0" y="40386"/>
                  </a:lnTo>
                  <a:lnTo>
                    <a:pt x="34975" y="20193"/>
                  </a:lnTo>
                  <a:lnTo>
                    <a:pt x="0"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14"/>
            <p:cNvSpPr/>
            <p:nvPr/>
          </p:nvSpPr>
          <p:spPr>
            <a:xfrm>
              <a:off x="5775399" y="6690046"/>
              <a:ext cx="48260" cy="0"/>
            </a:xfrm>
            <a:custGeom>
              <a:rect b="b" l="l" r="r" t="t"/>
              <a:pathLst>
                <a:path extrusionOk="0" h="120000" w="48260">
                  <a:moveTo>
                    <a:pt x="0" y="0"/>
                  </a:moveTo>
                  <a:lnTo>
                    <a:pt x="4776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14"/>
            <p:cNvSpPr/>
            <p:nvPr/>
          </p:nvSpPr>
          <p:spPr>
            <a:xfrm>
              <a:off x="5817259" y="6669856"/>
              <a:ext cx="35560" cy="40640"/>
            </a:xfrm>
            <a:custGeom>
              <a:rect b="b" l="l" r="r" t="t"/>
              <a:pathLst>
                <a:path extrusionOk="0" h="40640" w="35560">
                  <a:moveTo>
                    <a:pt x="0" y="0"/>
                  </a:moveTo>
                  <a:lnTo>
                    <a:pt x="0" y="40386"/>
                  </a:lnTo>
                  <a:lnTo>
                    <a:pt x="34975" y="20193"/>
                  </a:lnTo>
                  <a:lnTo>
                    <a:pt x="0"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14"/>
            <p:cNvSpPr/>
            <p:nvPr/>
          </p:nvSpPr>
          <p:spPr>
            <a:xfrm>
              <a:off x="6399980" y="5984754"/>
              <a:ext cx="48260" cy="705485"/>
            </a:xfrm>
            <a:custGeom>
              <a:rect b="b" l="l" r="r" t="t"/>
              <a:pathLst>
                <a:path extrusionOk="0" h="705484" w="48260">
                  <a:moveTo>
                    <a:pt x="47764" y="705294"/>
                  </a:moveTo>
                  <a:lnTo>
                    <a:pt x="47764" y="0"/>
                  </a:lnTo>
                </a:path>
                <a:path extrusionOk="0" h="705484" w="48260">
                  <a:moveTo>
                    <a:pt x="47764" y="705294"/>
                  </a:moveTo>
                  <a:lnTo>
                    <a:pt x="0" y="705294"/>
                  </a:lnTo>
                </a:path>
              </a:pathLst>
            </a:custGeom>
            <a:noFill/>
            <a:ln cap="flat" cmpd="sng" w="125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14"/>
            <p:cNvSpPr/>
            <p:nvPr/>
          </p:nvSpPr>
          <p:spPr>
            <a:xfrm>
              <a:off x="6370910" y="6669854"/>
              <a:ext cx="35560" cy="40640"/>
            </a:xfrm>
            <a:custGeom>
              <a:rect b="b" l="l" r="r" t="t"/>
              <a:pathLst>
                <a:path extrusionOk="0" h="40640" w="35560">
                  <a:moveTo>
                    <a:pt x="34975" y="0"/>
                  </a:moveTo>
                  <a:lnTo>
                    <a:pt x="0" y="20193"/>
                  </a:lnTo>
                  <a:lnTo>
                    <a:pt x="34975" y="40386"/>
                  </a:lnTo>
                  <a:lnTo>
                    <a:pt x="3497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14"/>
            <p:cNvSpPr/>
            <p:nvPr/>
          </p:nvSpPr>
          <p:spPr>
            <a:xfrm>
              <a:off x="6399980" y="6453601"/>
              <a:ext cx="48260" cy="0"/>
            </a:xfrm>
            <a:custGeom>
              <a:rect b="b" l="l" r="r" t="t"/>
              <a:pathLst>
                <a:path extrusionOk="0" h="120000" w="48260">
                  <a:moveTo>
                    <a:pt x="47764"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14"/>
            <p:cNvSpPr/>
            <p:nvPr/>
          </p:nvSpPr>
          <p:spPr>
            <a:xfrm>
              <a:off x="6370910" y="6433406"/>
              <a:ext cx="35560" cy="40640"/>
            </a:xfrm>
            <a:custGeom>
              <a:rect b="b" l="l" r="r" t="t"/>
              <a:pathLst>
                <a:path extrusionOk="0" h="40639" w="35560">
                  <a:moveTo>
                    <a:pt x="34975" y="0"/>
                  </a:moveTo>
                  <a:lnTo>
                    <a:pt x="0" y="20192"/>
                  </a:lnTo>
                  <a:lnTo>
                    <a:pt x="34975" y="40385"/>
                  </a:lnTo>
                  <a:lnTo>
                    <a:pt x="3497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14"/>
            <p:cNvSpPr/>
            <p:nvPr/>
          </p:nvSpPr>
          <p:spPr>
            <a:xfrm>
              <a:off x="6399980" y="6217153"/>
              <a:ext cx="48260" cy="0"/>
            </a:xfrm>
            <a:custGeom>
              <a:rect b="b" l="l" r="r" t="t"/>
              <a:pathLst>
                <a:path extrusionOk="0" h="120000" w="48260">
                  <a:moveTo>
                    <a:pt x="47764"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14"/>
            <p:cNvSpPr/>
            <p:nvPr/>
          </p:nvSpPr>
          <p:spPr>
            <a:xfrm>
              <a:off x="6370910" y="6196957"/>
              <a:ext cx="35560" cy="40640"/>
            </a:xfrm>
            <a:custGeom>
              <a:rect b="b" l="l" r="r" t="t"/>
              <a:pathLst>
                <a:path extrusionOk="0" h="40639" w="35560">
                  <a:moveTo>
                    <a:pt x="34975" y="0"/>
                  </a:moveTo>
                  <a:lnTo>
                    <a:pt x="0" y="20192"/>
                  </a:lnTo>
                  <a:lnTo>
                    <a:pt x="34975" y="40385"/>
                  </a:lnTo>
                  <a:lnTo>
                    <a:pt x="3497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14"/>
            <p:cNvSpPr/>
            <p:nvPr/>
          </p:nvSpPr>
          <p:spPr>
            <a:xfrm>
              <a:off x="6399980" y="5980704"/>
              <a:ext cx="48260" cy="0"/>
            </a:xfrm>
            <a:custGeom>
              <a:rect b="b" l="l" r="r" t="t"/>
              <a:pathLst>
                <a:path extrusionOk="0" h="120000" w="48260">
                  <a:moveTo>
                    <a:pt x="47764" y="0"/>
                  </a:moveTo>
                  <a:lnTo>
                    <a:pt x="0" y="0"/>
                  </a:lnTo>
                </a:path>
              </a:pathLst>
            </a:custGeom>
            <a:noFill/>
            <a:ln cap="flat" cmpd="sng" w="125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14"/>
            <p:cNvSpPr/>
            <p:nvPr/>
          </p:nvSpPr>
          <p:spPr>
            <a:xfrm>
              <a:off x="6370910" y="5960510"/>
              <a:ext cx="35560" cy="40640"/>
            </a:xfrm>
            <a:custGeom>
              <a:rect b="b" l="l" r="r" t="t"/>
              <a:pathLst>
                <a:path extrusionOk="0" h="40639" w="35560">
                  <a:moveTo>
                    <a:pt x="34975" y="0"/>
                  </a:moveTo>
                  <a:lnTo>
                    <a:pt x="0" y="20193"/>
                  </a:lnTo>
                  <a:lnTo>
                    <a:pt x="34975" y="40386"/>
                  </a:lnTo>
                  <a:lnTo>
                    <a:pt x="3497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14"/>
            <p:cNvSpPr/>
            <p:nvPr/>
          </p:nvSpPr>
          <p:spPr>
            <a:xfrm>
              <a:off x="4436148" y="6151080"/>
              <a:ext cx="972185" cy="415290"/>
            </a:xfrm>
            <a:custGeom>
              <a:rect b="b" l="l" r="r" t="t"/>
              <a:pathLst>
                <a:path extrusionOk="0" h="415290" w="972185">
                  <a:moveTo>
                    <a:pt x="971994" y="0"/>
                  </a:moveTo>
                  <a:lnTo>
                    <a:pt x="0" y="0"/>
                  </a:lnTo>
                  <a:lnTo>
                    <a:pt x="0" y="414896"/>
                  </a:lnTo>
                  <a:lnTo>
                    <a:pt x="971994" y="414896"/>
                  </a:lnTo>
                  <a:lnTo>
                    <a:pt x="971994" y="0"/>
                  </a:lnTo>
                  <a:close/>
                </a:path>
              </a:pathLst>
            </a:custGeom>
            <a:solidFill>
              <a:srgbClr val="E1F4F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14"/>
            <p:cNvSpPr/>
            <p:nvPr/>
          </p:nvSpPr>
          <p:spPr>
            <a:xfrm>
              <a:off x="4436144" y="6155578"/>
              <a:ext cx="0" cy="406400"/>
            </a:xfrm>
            <a:custGeom>
              <a:rect b="b" l="l" r="r" t="t"/>
              <a:pathLst>
                <a:path extrusionOk="0" h="406400" w="120000">
                  <a:moveTo>
                    <a:pt x="0" y="405904"/>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14"/>
            <p:cNvSpPr/>
            <p:nvPr/>
          </p:nvSpPr>
          <p:spPr>
            <a:xfrm>
              <a:off x="5408145" y="6155578"/>
              <a:ext cx="0" cy="406400"/>
            </a:xfrm>
            <a:custGeom>
              <a:rect b="b" l="l" r="r" t="t"/>
              <a:pathLst>
                <a:path extrusionOk="0" h="406400" w="120000">
                  <a:moveTo>
                    <a:pt x="0" y="405904"/>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14"/>
            <p:cNvSpPr/>
            <p:nvPr/>
          </p:nvSpPr>
          <p:spPr>
            <a:xfrm>
              <a:off x="4431644" y="6151082"/>
              <a:ext cx="981075" cy="0"/>
            </a:xfrm>
            <a:custGeom>
              <a:rect b="b" l="l" r="r" t="t"/>
              <a:pathLst>
                <a:path extrusionOk="0" h="120000" w="981075">
                  <a:moveTo>
                    <a:pt x="0" y="0"/>
                  </a:moveTo>
                  <a:lnTo>
                    <a:pt x="9809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14"/>
            <p:cNvSpPr/>
            <p:nvPr/>
          </p:nvSpPr>
          <p:spPr>
            <a:xfrm>
              <a:off x="4431644" y="6565982"/>
              <a:ext cx="981075" cy="0"/>
            </a:xfrm>
            <a:custGeom>
              <a:rect b="b" l="l" r="r" t="t"/>
              <a:pathLst>
                <a:path extrusionOk="0" h="120000" w="981075">
                  <a:moveTo>
                    <a:pt x="0" y="0"/>
                  </a:moveTo>
                  <a:lnTo>
                    <a:pt x="9809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1" name="Google Shape;1741;p14"/>
          <p:cNvSpPr txBox="1"/>
          <p:nvPr/>
        </p:nvSpPr>
        <p:spPr>
          <a:xfrm>
            <a:off x="4458568" y="6159971"/>
            <a:ext cx="927735" cy="392430"/>
          </a:xfrm>
          <a:prstGeom prst="rect">
            <a:avLst/>
          </a:prstGeom>
          <a:noFill/>
          <a:ln>
            <a:noFill/>
          </a:ln>
        </p:spPr>
        <p:txBody>
          <a:bodyPr anchorCtr="0" anchor="t" bIns="0" lIns="0" spcFirstLastPara="1" rIns="0" wrap="square" tIns="52050">
            <a:spAutoFit/>
          </a:bodyPr>
          <a:lstStyle/>
          <a:p>
            <a:pPr indent="0" lvl="0" marL="12700" marR="5080" rtl="0" algn="ctr">
              <a:lnSpc>
                <a:spcPct val="677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Superheated steam generator</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195"/>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max. 600℃</a:t>
            </a:r>
            <a:endParaRPr b="0" i="0" sz="900" u="none" cap="none" strike="noStrike">
              <a:solidFill>
                <a:srgbClr val="000000"/>
              </a:solidFill>
              <a:latin typeface="Arial"/>
              <a:ea typeface="Arial"/>
              <a:cs typeface="Arial"/>
              <a:sym typeface="Arial"/>
            </a:endParaRPr>
          </a:p>
        </p:txBody>
      </p:sp>
      <p:grpSp>
        <p:nvGrpSpPr>
          <p:cNvPr id="1742" name="Google Shape;1742;p14"/>
          <p:cNvGrpSpPr/>
          <p:nvPr/>
        </p:nvGrpSpPr>
        <p:grpSpPr>
          <a:xfrm>
            <a:off x="4431644" y="6652438"/>
            <a:ext cx="981075" cy="339090"/>
            <a:chOff x="4431644" y="6652438"/>
            <a:chExt cx="981075" cy="339090"/>
          </a:xfrm>
        </p:grpSpPr>
        <p:sp>
          <p:nvSpPr>
            <p:cNvPr id="1743" name="Google Shape;1743;p14"/>
            <p:cNvSpPr/>
            <p:nvPr/>
          </p:nvSpPr>
          <p:spPr>
            <a:xfrm>
              <a:off x="4436148" y="6652438"/>
              <a:ext cx="972185" cy="339090"/>
            </a:xfrm>
            <a:custGeom>
              <a:rect b="b" l="l" r="r" t="t"/>
              <a:pathLst>
                <a:path extrusionOk="0" h="339090" w="972185">
                  <a:moveTo>
                    <a:pt x="971994" y="0"/>
                  </a:moveTo>
                  <a:lnTo>
                    <a:pt x="0" y="0"/>
                  </a:lnTo>
                  <a:lnTo>
                    <a:pt x="0" y="338696"/>
                  </a:lnTo>
                  <a:lnTo>
                    <a:pt x="971994" y="338696"/>
                  </a:lnTo>
                  <a:lnTo>
                    <a:pt x="97199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14"/>
            <p:cNvSpPr/>
            <p:nvPr/>
          </p:nvSpPr>
          <p:spPr>
            <a:xfrm>
              <a:off x="4431644" y="6652442"/>
              <a:ext cx="981075" cy="0"/>
            </a:xfrm>
            <a:custGeom>
              <a:rect b="b" l="l" r="r" t="t"/>
              <a:pathLst>
                <a:path extrusionOk="0" h="120000" w="981075">
                  <a:moveTo>
                    <a:pt x="0" y="0"/>
                  </a:moveTo>
                  <a:lnTo>
                    <a:pt x="9809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14"/>
            <p:cNvSpPr/>
            <p:nvPr/>
          </p:nvSpPr>
          <p:spPr>
            <a:xfrm>
              <a:off x="4436144" y="6656936"/>
              <a:ext cx="0" cy="330200"/>
            </a:xfrm>
            <a:custGeom>
              <a:rect b="b" l="l" r="r" t="t"/>
              <a:pathLst>
                <a:path extrusionOk="0" h="330200" w="120000">
                  <a:moveTo>
                    <a:pt x="0" y="329704"/>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14"/>
            <p:cNvSpPr/>
            <p:nvPr/>
          </p:nvSpPr>
          <p:spPr>
            <a:xfrm>
              <a:off x="5408145" y="6656936"/>
              <a:ext cx="0" cy="330200"/>
            </a:xfrm>
            <a:custGeom>
              <a:rect b="b" l="l" r="r" t="t"/>
              <a:pathLst>
                <a:path extrusionOk="0" h="330200" w="120000">
                  <a:moveTo>
                    <a:pt x="0" y="329704"/>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14"/>
            <p:cNvSpPr/>
            <p:nvPr/>
          </p:nvSpPr>
          <p:spPr>
            <a:xfrm>
              <a:off x="4431644" y="6991142"/>
              <a:ext cx="981075" cy="0"/>
            </a:xfrm>
            <a:custGeom>
              <a:rect b="b" l="l" r="r" t="t"/>
              <a:pathLst>
                <a:path extrusionOk="0" h="120000" w="981075">
                  <a:moveTo>
                    <a:pt x="0" y="0"/>
                  </a:moveTo>
                  <a:lnTo>
                    <a:pt x="980998"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8" name="Google Shape;1748;p14"/>
          <p:cNvSpPr txBox="1"/>
          <p:nvPr/>
        </p:nvSpPr>
        <p:spPr>
          <a:xfrm>
            <a:off x="4562995" y="6669900"/>
            <a:ext cx="71882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Heating burner</a:t>
            </a:r>
            <a:endParaRPr b="0" i="0" sz="800" u="none" cap="none" strike="noStrike">
              <a:solidFill>
                <a:srgbClr val="000000"/>
              </a:solidFill>
              <a:latin typeface="Arial"/>
              <a:ea typeface="Arial"/>
              <a:cs typeface="Arial"/>
              <a:sym typeface="Arial"/>
            </a:endParaRPr>
          </a:p>
        </p:txBody>
      </p:sp>
      <p:sp>
        <p:nvSpPr>
          <p:cNvPr id="1749" name="Google Shape;1749;p14"/>
          <p:cNvSpPr txBox="1"/>
          <p:nvPr/>
        </p:nvSpPr>
        <p:spPr>
          <a:xfrm>
            <a:off x="4669189" y="6814425"/>
            <a:ext cx="506095"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833kcal/s</a:t>
            </a:r>
            <a:endParaRPr b="0" i="0" sz="900" u="none" cap="none" strike="noStrike">
              <a:solidFill>
                <a:srgbClr val="000000"/>
              </a:solidFill>
              <a:latin typeface="Arial"/>
              <a:ea typeface="Arial"/>
              <a:cs typeface="Arial"/>
              <a:sym typeface="Arial"/>
            </a:endParaRPr>
          </a:p>
        </p:txBody>
      </p:sp>
      <p:sp>
        <p:nvSpPr>
          <p:cNvPr id="1750" name="Google Shape;1750;p14"/>
          <p:cNvSpPr txBox="1"/>
          <p:nvPr/>
        </p:nvSpPr>
        <p:spPr>
          <a:xfrm>
            <a:off x="5440814" y="6815645"/>
            <a:ext cx="17780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a:t>
            </a:r>
            <a:endParaRPr b="0" i="0" sz="400" u="none" cap="none" strike="noStrike">
              <a:solidFill>
                <a:srgbClr val="000000"/>
              </a:solidFill>
              <a:latin typeface="Arial"/>
              <a:ea typeface="Arial"/>
              <a:cs typeface="Arial"/>
              <a:sym typeface="Arial"/>
            </a:endParaRPr>
          </a:p>
        </p:txBody>
      </p:sp>
      <p:grpSp>
        <p:nvGrpSpPr>
          <p:cNvPr id="1751" name="Google Shape;1751;p14"/>
          <p:cNvGrpSpPr/>
          <p:nvPr/>
        </p:nvGrpSpPr>
        <p:grpSpPr>
          <a:xfrm>
            <a:off x="6938995" y="6372840"/>
            <a:ext cx="1613083" cy="618497"/>
            <a:chOff x="6938995" y="6372840"/>
            <a:chExt cx="1613083" cy="618497"/>
          </a:xfrm>
        </p:grpSpPr>
        <p:sp>
          <p:nvSpPr>
            <p:cNvPr id="1752" name="Google Shape;1752;p14"/>
            <p:cNvSpPr/>
            <p:nvPr/>
          </p:nvSpPr>
          <p:spPr>
            <a:xfrm>
              <a:off x="7519492" y="6826287"/>
              <a:ext cx="1032510" cy="80645"/>
            </a:xfrm>
            <a:custGeom>
              <a:rect b="b" l="l" r="r" t="t"/>
              <a:pathLst>
                <a:path extrusionOk="0" h="80645" w="1032509">
                  <a:moveTo>
                    <a:pt x="78130" y="0"/>
                  </a:moveTo>
                  <a:lnTo>
                    <a:pt x="0" y="0"/>
                  </a:lnTo>
                  <a:lnTo>
                    <a:pt x="0" y="80175"/>
                  </a:lnTo>
                  <a:lnTo>
                    <a:pt x="78130" y="80175"/>
                  </a:lnTo>
                  <a:lnTo>
                    <a:pt x="78130" y="0"/>
                  </a:lnTo>
                  <a:close/>
                </a:path>
                <a:path extrusionOk="0" h="80645" w="1032509">
                  <a:moveTo>
                    <a:pt x="1031963" y="0"/>
                  </a:moveTo>
                  <a:lnTo>
                    <a:pt x="654126" y="0"/>
                  </a:lnTo>
                  <a:lnTo>
                    <a:pt x="654126" y="80175"/>
                  </a:lnTo>
                  <a:lnTo>
                    <a:pt x="1031963" y="80175"/>
                  </a:lnTo>
                  <a:lnTo>
                    <a:pt x="1031963" y="0"/>
                  </a:lnTo>
                  <a:close/>
                </a:path>
              </a:pathLst>
            </a:custGeom>
            <a:solidFill>
              <a:srgbClr val="FFF3E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14"/>
            <p:cNvSpPr/>
            <p:nvPr/>
          </p:nvSpPr>
          <p:spPr>
            <a:xfrm>
              <a:off x="7358278" y="6826287"/>
              <a:ext cx="1193800" cy="80645"/>
            </a:xfrm>
            <a:custGeom>
              <a:rect b="b" l="l" r="r" t="t"/>
              <a:pathLst>
                <a:path extrusionOk="0" h="80645" w="1193800">
                  <a:moveTo>
                    <a:pt x="1193177" y="80175"/>
                  </a:moveTo>
                  <a:lnTo>
                    <a:pt x="0" y="80175"/>
                  </a:lnTo>
                  <a:lnTo>
                    <a:pt x="0" y="0"/>
                  </a:lnTo>
                  <a:lnTo>
                    <a:pt x="1193177" y="0"/>
                  </a:lnTo>
                  <a:lnTo>
                    <a:pt x="1193177" y="8017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14"/>
            <p:cNvSpPr/>
            <p:nvPr/>
          </p:nvSpPr>
          <p:spPr>
            <a:xfrm>
              <a:off x="6943496" y="6372847"/>
              <a:ext cx="576580" cy="618490"/>
            </a:xfrm>
            <a:custGeom>
              <a:rect b="b" l="l" r="r" t="t"/>
              <a:pathLst>
                <a:path extrusionOk="0" h="618490" w="576579">
                  <a:moveTo>
                    <a:pt x="575995" y="0"/>
                  </a:moveTo>
                  <a:lnTo>
                    <a:pt x="0" y="0"/>
                  </a:lnTo>
                  <a:lnTo>
                    <a:pt x="0" y="618197"/>
                  </a:lnTo>
                  <a:lnTo>
                    <a:pt x="575995" y="618197"/>
                  </a:lnTo>
                  <a:lnTo>
                    <a:pt x="575995" y="0"/>
                  </a:lnTo>
                  <a:close/>
                </a:path>
              </a:pathLst>
            </a:custGeom>
            <a:solidFill>
              <a:srgbClr val="EAD1B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14"/>
            <p:cNvSpPr/>
            <p:nvPr/>
          </p:nvSpPr>
          <p:spPr>
            <a:xfrm>
              <a:off x="6938995" y="6372840"/>
              <a:ext cx="585470" cy="0"/>
            </a:xfrm>
            <a:custGeom>
              <a:rect b="b" l="l" r="r" t="t"/>
              <a:pathLst>
                <a:path extrusionOk="0" h="120000" w="585470">
                  <a:moveTo>
                    <a:pt x="0" y="0"/>
                  </a:moveTo>
                  <a:lnTo>
                    <a:pt x="585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14"/>
            <p:cNvSpPr/>
            <p:nvPr/>
          </p:nvSpPr>
          <p:spPr>
            <a:xfrm>
              <a:off x="6943495" y="6377335"/>
              <a:ext cx="0" cy="609600"/>
            </a:xfrm>
            <a:custGeom>
              <a:rect b="b" l="l" r="r" t="t"/>
              <a:pathLst>
                <a:path extrusionOk="0" h="609600" w="120000">
                  <a:moveTo>
                    <a:pt x="0" y="609206"/>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14"/>
            <p:cNvSpPr/>
            <p:nvPr/>
          </p:nvSpPr>
          <p:spPr>
            <a:xfrm>
              <a:off x="7519495" y="6377335"/>
              <a:ext cx="0" cy="609600"/>
            </a:xfrm>
            <a:custGeom>
              <a:rect b="b" l="l" r="r" t="t"/>
              <a:pathLst>
                <a:path extrusionOk="0" h="609600" w="120000">
                  <a:moveTo>
                    <a:pt x="0" y="609206"/>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14"/>
            <p:cNvSpPr/>
            <p:nvPr/>
          </p:nvSpPr>
          <p:spPr>
            <a:xfrm>
              <a:off x="6938995" y="6991041"/>
              <a:ext cx="585470" cy="0"/>
            </a:xfrm>
            <a:custGeom>
              <a:rect b="b" l="l" r="r" t="t"/>
              <a:pathLst>
                <a:path extrusionOk="0" h="120000" w="585470">
                  <a:moveTo>
                    <a:pt x="0" y="0"/>
                  </a:moveTo>
                  <a:lnTo>
                    <a:pt x="585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59" name="Google Shape;1759;p14"/>
          <p:cNvSpPr txBox="1"/>
          <p:nvPr/>
        </p:nvSpPr>
        <p:spPr>
          <a:xfrm>
            <a:off x="6278638" y="5577952"/>
            <a:ext cx="718185" cy="173990"/>
          </a:xfrm>
          <a:prstGeom prst="rect">
            <a:avLst/>
          </a:prstGeom>
          <a:solidFill>
            <a:srgbClr val="E7F6FD"/>
          </a:solidFill>
          <a:ln cap="flat" cmpd="sng" w="9525">
            <a:solidFill>
              <a:srgbClr val="231F20"/>
            </a:solidFill>
            <a:prstDash val="solid"/>
            <a:round/>
            <a:headEnd len="sm" w="sm" type="none"/>
            <a:tailEnd len="sm" w="sm" type="none"/>
          </a:ln>
        </p:spPr>
        <p:txBody>
          <a:bodyPr anchorCtr="0" anchor="t" bIns="0" lIns="0" spcFirstLastPara="1" rIns="0" wrap="square" tIns="21575">
            <a:spAutoFit/>
          </a:bodyPr>
          <a:lstStyle/>
          <a:p>
            <a:pPr indent="0" lvl="0" marL="3302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Catalytic layer</a:t>
            </a:r>
            <a:endParaRPr b="0" i="0" sz="800" u="none" cap="none" strike="noStrike">
              <a:solidFill>
                <a:srgbClr val="000000"/>
              </a:solidFill>
              <a:latin typeface="Arial"/>
              <a:ea typeface="Arial"/>
              <a:cs typeface="Arial"/>
              <a:sym typeface="Arial"/>
            </a:endParaRPr>
          </a:p>
        </p:txBody>
      </p:sp>
      <p:sp>
        <p:nvSpPr>
          <p:cNvPr id="1760" name="Google Shape;1760;p14"/>
          <p:cNvSpPr txBox="1"/>
          <p:nvPr/>
        </p:nvSpPr>
        <p:spPr>
          <a:xfrm>
            <a:off x="6976246" y="6489730"/>
            <a:ext cx="511175" cy="261620"/>
          </a:xfrm>
          <a:prstGeom prst="rect">
            <a:avLst/>
          </a:prstGeom>
          <a:noFill/>
          <a:ln>
            <a:noFill/>
          </a:ln>
        </p:spPr>
        <p:txBody>
          <a:bodyPr anchorCtr="0" anchor="t" bIns="0" lIns="0" spcFirstLastPara="1" rIns="0" wrap="square" tIns="22850">
            <a:spAutoFit/>
          </a:bodyPr>
          <a:lstStyle/>
          <a:p>
            <a:pPr indent="192405" lvl="0" marL="12700" marR="5080" rtl="0" algn="l">
              <a:lnSpc>
                <a:spcPct val="1125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Oil separation</a:t>
            </a:r>
            <a:endParaRPr b="0" i="0" sz="800" u="none" cap="none" strike="noStrike">
              <a:solidFill>
                <a:srgbClr val="000000"/>
              </a:solidFill>
              <a:latin typeface="Arial"/>
              <a:ea typeface="Arial"/>
              <a:cs typeface="Arial"/>
              <a:sym typeface="Arial"/>
            </a:endParaRPr>
          </a:p>
        </p:txBody>
      </p:sp>
      <p:sp>
        <p:nvSpPr>
          <p:cNvPr id="1761" name="Google Shape;1761;p14"/>
          <p:cNvSpPr txBox="1"/>
          <p:nvPr/>
        </p:nvSpPr>
        <p:spPr>
          <a:xfrm>
            <a:off x="7120822" y="6718330"/>
            <a:ext cx="22225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tank</a:t>
            </a:r>
            <a:endParaRPr b="0" i="0" sz="800" u="none" cap="none" strike="noStrike">
              <a:solidFill>
                <a:srgbClr val="000000"/>
              </a:solidFill>
              <a:latin typeface="Arial"/>
              <a:ea typeface="Arial"/>
              <a:cs typeface="Arial"/>
              <a:sym typeface="Arial"/>
            </a:endParaRPr>
          </a:p>
        </p:txBody>
      </p:sp>
      <p:grpSp>
        <p:nvGrpSpPr>
          <p:cNvPr id="1762" name="Google Shape;1762;p14"/>
          <p:cNvGrpSpPr/>
          <p:nvPr/>
        </p:nvGrpSpPr>
        <p:grpSpPr>
          <a:xfrm>
            <a:off x="7593121" y="6372840"/>
            <a:ext cx="585470" cy="618497"/>
            <a:chOff x="7593121" y="6372840"/>
            <a:chExt cx="585470" cy="618497"/>
          </a:xfrm>
        </p:grpSpPr>
        <p:sp>
          <p:nvSpPr>
            <p:cNvPr id="1763" name="Google Shape;1763;p14"/>
            <p:cNvSpPr/>
            <p:nvPr/>
          </p:nvSpPr>
          <p:spPr>
            <a:xfrm>
              <a:off x="7597622" y="6372847"/>
              <a:ext cx="576580" cy="618490"/>
            </a:xfrm>
            <a:custGeom>
              <a:rect b="b" l="l" r="r" t="t"/>
              <a:pathLst>
                <a:path extrusionOk="0" h="618490" w="576579">
                  <a:moveTo>
                    <a:pt x="575995" y="0"/>
                  </a:moveTo>
                  <a:lnTo>
                    <a:pt x="0" y="0"/>
                  </a:lnTo>
                  <a:lnTo>
                    <a:pt x="0" y="618197"/>
                  </a:lnTo>
                  <a:lnTo>
                    <a:pt x="575995" y="618197"/>
                  </a:lnTo>
                  <a:lnTo>
                    <a:pt x="575995" y="0"/>
                  </a:lnTo>
                  <a:close/>
                </a:path>
              </a:pathLst>
            </a:custGeom>
            <a:solidFill>
              <a:srgbClr val="EAD1B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14"/>
            <p:cNvSpPr/>
            <p:nvPr/>
          </p:nvSpPr>
          <p:spPr>
            <a:xfrm>
              <a:off x="7593121" y="6372840"/>
              <a:ext cx="585470" cy="0"/>
            </a:xfrm>
            <a:custGeom>
              <a:rect b="b" l="l" r="r" t="t"/>
              <a:pathLst>
                <a:path extrusionOk="0" h="120000" w="585470">
                  <a:moveTo>
                    <a:pt x="0" y="0"/>
                  </a:moveTo>
                  <a:lnTo>
                    <a:pt x="585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14"/>
            <p:cNvSpPr/>
            <p:nvPr/>
          </p:nvSpPr>
          <p:spPr>
            <a:xfrm>
              <a:off x="7597621" y="6377335"/>
              <a:ext cx="0" cy="609600"/>
            </a:xfrm>
            <a:custGeom>
              <a:rect b="b" l="l" r="r" t="t"/>
              <a:pathLst>
                <a:path extrusionOk="0" h="609600" w="120000">
                  <a:moveTo>
                    <a:pt x="0" y="609206"/>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14"/>
            <p:cNvSpPr/>
            <p:nvPr/>
          </p:nvSpPr>
          <p:spPr>
            <a:xfrm>
              <a:off x="8173622" y="6377335"/>
              <a:ext cx="0" cy="609600"/>
            </a:xfrm>
            <a:custGeom>
              <a:rect b="b" l="l" r="r" t="t"/>
              <a:pathLst>
                <a:path extrusionOk="0" h="609600" w="120000">
                  <a:moveTo>
                    <a:pt x="0" y="609206"/>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14"/>
            <p:cNvSpPr/>
            <p:nvPr/>
          </p:nvSpPr>
          <p:spPr>
            <a:xfrm>
              <a:off x="7593121" y="6991041"/>
              <a:ext cx="585470" cy="0"/>
            </a:xfrm>
            <a:custGeom>
              <a:rect b="b" l="l" r="r" t="t"/>
              <a:pathLst>
                <a:path extrusionOk="0" h="120000" w="585470">
                  <a:moveTo>
                    <a:pt x="0" y="0"/>
                  </a:moveTo>
                  <a:lnTo>
                    <a:pt x="585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68" name="Google Shape;1768;p14"/>
          <p:cNvSpPr txBox="1"/>
          <p:nvPr/>
        </p:nvSpPr>
        <p:spPr>
          <a:xfrm>
            <a:off x="7689808" y="6489730"/>
            <a:ext cx="393065" cy="375920"/>
          </a:xfrm>
          <a:prstGeom prst="rect">
            <a:avLst/>
          </a:prstGeom>
          <a:noFill/>
          <a:ln>
            <a:noFill/>
          </a:ln>
        </p:spPr>
        <p:txBody>
          <a:bodyPr anchorCtr="0" anchor="t" bIns="0" lIns="0" spcFirstLastPara="1" rIns="0" wrap="square" tIns="22850">
            <a:spAutoFit/>
          </a:bodyPr>
          <a:lstStyle/>
          <a:p>
            <a:pPr indent="27940" lvl="0" marL="12700" marR="5080" rtl="0" algn="ctr">
              <a:lnSpc>
                <a:spcPct val="1125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Oil filtration tank</a:t>
            </a:r>
            <a:endParaRPr b="0" i="0" sz="800" u="none" cap="none" strike="noStrike">
              <a:solidFill>
                <a:srgbClr val="000000"/>
              </a:solidFill>
              <a:latin typeface="Arial"/>
              <a:ea typeface="Arial"/>
              <a:cs typeface="Arial"/>
              <a:sym typeface="Arial"/>
            </a:endParaRPr>
          </a:p>
        </p:txBody>
      </p:sp>
      <p:grpSp>
        <p:nvGrpSpPr>
          <p:cNvPr id="1769" name="Google Shape;1769;p14"/>
          <p:cNvGrpSpPr/>
          <p:nvPr/>
        </p:nvGrpSpPr>
        <p:grpSpPr>
          <a:xfrm>
            <a:off x="8247885" y="6208142"/>
            <a:ext cx="531495" cy="783590"/>
            <a:chOff x="8247885" y="6208142"/>
            <a:chExt cx="531495" cy="783590"/>
          </a:xfrm>
        </p:grpSpPr>
        <p:sp>
          <p:nvSpPr>
            <p:cNvPr id="1770" name="Google Shape;1770;p14"/>
            <p:cNvSpPr/>
            <p:nvPr/>
          </p:nvSpPr>
          <p:spPr>
            <a:xfrm>
              <a:off x="8247885" y="6208142"/>
              <a:ext cx="531495" cy="783590"/>
            </a:xfrm>
            <a:custGeom>
              <a:rect b="b" l="l" r="r" t="t"/>
              <a:pathLst>
                <a:path extrusionOk="0" h="783590" w="531495">
                  <a:moveTo>
                    <a:pt x="422998" y="0"/>
                  </a:moveTo>
                  <a:lnTo>
                    <a:pt x="108000" y="0"/>
                  </a:lnTo>
                  <a:lnTo>
                    <a:pt x="65960" y="8486"/>
                  </a:lnTo>
                  <a:lnTo>
                    <a:pt x="31630" y="31630"/>
                  </a:lnTo>
                  <a:lnTo>
                    <a:pt x="8486" y="65960"/>
                  </a:lnTo>
                  <a:lnTo>
                    <a:pt x="0" y="108000"/>
                  </a:lnTo>
                  <a:lnTo>
                    <a:pt x="0" y="675005"/>
                  </a:lnTo>
                  <a:lnTo>
                    <a:pt x="8486" y="717040"/>
                  </a:lnTo>
                  <a:lnTo>
                    <a:pt x="31630" y="751370"/>
                  </a:lnTo>
                  <a:lnTo>
                    <a:pt x="65960" y="774517"/>
                  </a:lnTo>
                  <a:lnTo>
                    <a:pt x="108000" y="783005"/>
                  </a:lnTo>
                  <a:lnTo>
                    <a:pt x="422998" y="783005"/>
                  </a:lnTo>
                  <a:lnTo>
                    <a:pt x="465039" y="774517"/>
                  </a:lnTo>
                  <a:lnTo>
                    <a:pt x="499368" y="751370"/>
                  </a:lnTo>
                  <a:lnTo>
                    <a:pt x="522513" y="717040"/>
                  </a:lnTo>
                  <a:lnTo>
                    <a:pt x="530999" y="675005"/>
                  </a:lnTo>
                  <a:lnTo>
                    <a:pt x="530999" y="108000"/>
                  </a:lnTo>
                  <a:lnTo>
                    <a:pt x="522513" y="65960"/>
                  </a:lnTo>
                  <a:lnTo>
                    <a:pt x="499368" y="31630"/>
                  </a:lnTo>
                  <a:lnTo>
                    <a:pt x="465039" y="8486"/>
                  </a:lnTo>
                  <a:lnTo>
                    <a:pt x="422998" y="0"/>
                  </a:lnTo>
                  <a:close/>
                </a:path>
              </a:pathLst>
            </a:custGeom>
            <a:solidFill>
              <a:srgbClr val="EAD1B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14"/>
            <p:cNvSpPr/>
            <p:nvPr/>
          </p:nvSpPr>
          <p:spPr>
            <a:xfrm>
              <a:off x="8247885" y="6208142"/>
              <a:ext cx="531495" cy="783590"/>
            </a:xfrm>
            <a:custGeom>
              <a:rect b="b" l="l" r="r" t="t"/>
              <a:pathLst>
                <a:path extrusionOk="0" h="783590" w="531495">
                  <a:moveTo>
                    <a:pt x="108000" y="0"/>
                  </a:moveTo>
                  <a:lnTo>
                    <a:pt x="65960" y="8486"/>
                  </a:lnTo>
                  <a:lnTo>
                    <a:pt x="31630" y="31630"/>
                  </a:lnTo>
                  <a:lnTo>
                    <a:pt x="8486" y="65960"/>
                  </a:lnTo>
                  <a:lnTo>
                    <a:pt x="0" y="108000"/>
                  </a:lnTo>
                  <a:lnTo>
                    <a:pt x="0" y="675005"/>
                  </a:lnTo>
                  <a:lnTo>
                    <a:pt x="8486" y="717040"/>
                  </a:lnTo>
                  <a:lnTo>
                    <a:pt x="31630" y="751370"/>
                  </a:lnTo>
                  <a:lnTo>
                    <a:pt x="65960" y="774517"/>
                  </a:lnTo>
                  <a:lnTo>
                    <a:pt x="108000" y="783005"/>
                  </a:lnTo>
                  <a:lnTo>
                    <a:pt x="422998" y="783005"/>
                  </a:lnTo>
                  <a:lnTo>
                    <a:pt x="465039" y="774517"/>
                  </a:lnTo>
                  <a:lnTo>
                    <a:pt x="499368" y="751370"/>
                  </a:lnTo>
                  <a:lnTo>
                    <a:pt x="522513" y="717040"/>
                  </a:lnTo>
                  <a:lnTo>
                    <a:pt x="530999" y="675005"/>
                  </a:lnTo>
                  <a:lnTo>
                    <a:pt x="530999" y="108000"/>
                  </a:lnTo>
                  <a:lnTo>
                    <a:pt x="522513" y="65960"/>
                  </a:lnTo>
                  <a:lnTo>
                    <a:pt x="499368" y="31630"/>
                  </a:lnTo>
                  <a:lnTo>
                    <a:pt x="465039" y="8486"/>
                  </a:lnTo>
                  <a:lnTo>
                    <a:pt x="422998" y="0"/>
                  </a:lnTo>
                  <a:lnTo>
                    <a:pt x="10800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72" name="Google Shape;1772;p14"/>
          <p:cNvSpPr txBox="1"/>
          <p:nvPr/>
        </p:nvSpPr>
        <p:spPr>
          <a:xfrm>
            <a:off x="8388390" y="6471202"/>
            <a:ext cx="250190" cy="289560"/>
          </a:xfrm>
          <a:prstGeom prst="rect">
            <a:avLst/>
          </a:prstGeom>
          <a:noFill/>
          <a:ln>
            <a:noFill/>
          </a:ln>
        </p:spPr>
        <p:txBody>
          <a:bodyPr anchorCtr="0" anchor="t" bIns="0" lIns="0" spcFirstLastPara="1" rIns="0" wrap="square" tIns="25400">
            <a:spAutoFit/>
          </a:bodyPr>
          <a:lstStyle/>
          <a:p>
            <a:pPr indent="41910" lvl="0" marL="12700" marR="5080" rtl="0" algn="l">
              <a:lnSpc>
                <a:spcPct val="111111"/>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Oil tank</a:t>
            </a:r>
            <a:endParaRPr b="0" i="0" sz="900" u="none" cap="none" strike="noStrike">
              <a:solidFill>
                <a:srgbClr val="000000"/>
              </a:solidFill>
              <a:latin typeface="Arial"/>
              <a:ea typeface="Arial"/>
              <a:cs typeface="Arial"/>
              <a:sym typeface="Arial"/>
            </a:endParaRPr>
          </a:p>
        </p:txBody>
      </p:sp>
      <p:sp>
        <p:nvSpPr>
          <p:cNvPr id="1773" name="Google Shape;1773;p14"/>
          <p:cNvSpPr txBox="1"/>
          <p:nvPr/>
        </p:nvSpPr>
        <p:spPr>
          <a:xfrm>
            <a:off x="5857675" y="6103816"/>
            <a:ext cx="521970" cy="220979"/>
          </a:xfrm>
          <a:prstGeom prst="rect">
            <a:avLst/>
          </a:prstGeom>
          <a:noFill/>
          <a:ln>
            <a:noFill/>
          </a:ln>
        </p:spPr>
        <p:txBody>
          <a:bodyPr anchorCtr="0" anchor="t" bIns="0" lIns="0" spcFirstLastPara="1" rIns="0" wrap="square" tIns="30475">
            <a:spAutoFit/>
          </a:bodyPr>
          <a:lstStyle/>
          <a:p>
            <a:pPr indent="48260" lvl="0" marL="12700" marR="508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Distillated vaporization</a:t>
            </a:r>
            <a:endParaRPr b="0" i="0" sz="700" u="none" cap="none" strike="noStrike">
              <a:solidFill>
                <a:srgbClr val="000000"/>
              </a:solidFill>
              <a:latin typeface="Arial"/>
              <a:ea typeface="Arial"/>
              <a:cs typeface="Arial"/>
              <a:sym typeface="Arial"/>
            </a:endParaRPr>
          </a:p>
        </p:txBody>
      </p:sp>
      <p:grpSp>
        <p:nvGrpSpPr>
          <p:cNvPr id="1774" name="Google Shape;1774;p14"/>
          <p:cNvGrpSpPr/>
          <p:nvPr/>
        </p:nvGrpSpPr>
        <p:grpSpPr>
          <a:xfrm>
            <a:off x="5726261" y="2589893"/>
            <a:ext cx="1861723" cy="3686637"/>
            <a:chOff x="5726261" y="2589893"/>
            <a:chExt cx="1861723" cy="3686637"/>
          </a:xfrm>
        </p:grpSpPr>
        <p:sp>
          <p:nvSpPr>
            <p:cNvPr id="1775" name="Google Shape;1775;p14"/>
            <p:cNvSpPr/>
            <p:nvPr/>
          </p:nvSpPr>
          <p:spPr>
            <a:xfrm>
              <a:off x="6046218" y="6032447"/>
              <a:ext cx="122555" cy="60325"/>
            </a:xfrm>
            <a:custGeom>
              <a:rect b="b" l="l" r="r" t="t"/>
              <a:pathLst>
                <a:path extrusionOk="0" h="60325" w="122554">
                  <a:moveTo>
                    <a:pt x="61328" y="0"/>
                  </a:moveTo>
                  <a:lnTo>
                    <a:pt x="0" y="60134"/>
                  </a:lnTo>
                  <a:lnTo>
                    <a:pt x="122389" y="60134"/>
                  </a:lnTo>
                  <a:lnTo>
                    <a:pt x="61328"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14"/>
            <p:cNvSpPr/>
            <p:nvPr/>
          </p:nvSpPr>
          <p:spPr>
            <a:xfrm>
              <a:off x="5726261" y="5490651"/>
              <a:ext cx="678180" cy="0"/>
            </a:xfrm>
            <a:custGeom>
              <a:rect b="b" l="l" r="r" t="t"/>
              <a:pathLst>
                <a:path extrusionOk="0" h="120000" w="678179">
                  <a:moveTo>
                    <a:pt x="0" y="0"/>
                  </a:moveTo>
                  <a:lnTo>
                    <a:pt x="67815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14"/>
            <p:cNvSpPr/>
            <p:nvPr/>
          </p:nvSpPr>
          <p:spPr>
            <a:xfrm>
              <a:off x="5743817" y="2589893"/>
              <a:ext cx="423545" cy="490855"/>
            </a:xfrm>
            <a:custGeom>
              <a:rect b="b" l="l" r="r" t="t"/>
              <a:pathLst>
                <a:path extrusionOk="0" h="490855" w="423545">
                  <a:moveTo>
                    <a:pt x="423430" y="490537"/>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78" name="Google Shape;1778;p14"/>
            <p:cNvPicPr preferRelativeResize="0"/>
            <p:nvPr/>
          </p:nvPicPr>
          <p:blipFill rotWithShape="1">
            <a:blip r:embed="rId5">
              <a:alphaModFix/>
            </a:blip>
            <a:srcRect b="0" l="0" r="0" t="0"/>
            <a:stretch/>
          </p:blipFill>
          <p:spPr>
            <a:xfrm>
              <a:off x="7276311" y="3618941"/>
              <a:ext cx="168116" cy="219501"/>
            </a:xfrm>
            <a:prstGeom prst="rect">
              <a:avLst/>
            </a:prstGeom>
            <a:noFill/>
            <a:ln>
              <a:noFill/>
            </a:ln>
          </p:spPr>
        </p:pic>
        <p:sp>
          <p:nvSpPr>
            <p:cNvPr id="1779" name="Google Shape;1779;p14"/>
            <p:cNvSpPr/>
            <p:nvPr/>
          </p:nvSpPr>
          <p:spPr>
            <a:xfrm>
              <a:off x="6900329" y="6102540"/>
              <a:ext cx="683260" cy="173990"/>
            </a:xfrm>
            <a:custGeom>
              <a:rect b="b" l="l" r="r" t="t"/>
              <a:pathLst>
                <a:path extrusionOk="0" h="173989" w="683259">
                  <a:moveTo>
                    <a:pt x="682878" y="0"/>
                  </a:moveTo>
                  <a:lnTo>
                    <a:pt x="0" y="0"/>
                  </a:lnTo>
                  <a:lnTo>
                    <a:pt x="0" y="173596"/>
                  </a:lnTo>
                  <a:lnTo>
                    <a:pt x="682878" y="173596"/>
                  </a:lnTo>
                  <a:lnTo>
                    <a:pt x="682878" y="0"/>
                  </a:lnTo>
                  <a:close/>
                </a:path>
              </a:pathLst>
            </a:custGeom>
            <a:solidFill>
              <a:srgbClr val="E7F6F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14"/>
            <p:cNvSpPr/>
            <p:nvPr/>
          </p:nvSpPr>
          <p:spPr>
            <a:xfrm>
              <a:off x="6895834" y="6102543"/>
              <a:ext cx="692150" cy="0"/>
            </a:xfrm>
            <a:custGeom>
              <a:rect b="b" l="l" r="r" t="t"/>
              <a:pathLst>
                <a:path extrusionOk="0" h="120000" w="692150">
                  <a:moveTo>
                    <a:pt x="0" y="0"/>
                  </a:moveTo>
                  <a:lnTo>
                    <a:pt x="6918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14"/>
            <p:cNvSpPr/>
            <p:nvPr/>
          </p:nvSpPr>
          <p:spPr>
            <a:xfrm>
              <a:off x="6900334" y="6107037"/>
              <a:ext cx="0" cy="165100"/>
            </a:xfrm>
            <a:custGeom>
              <a:rect b="b" l="l" r="r" t="t"/>
              <a:pathLst>
                <a:path extrusionOk="0" h="165100" w="120000">
                  <a:moveTo>
                    <a:pt x="0" y="164604"/>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14"/>
            <p:cNvSpPr/>
            <p:nvPr/>
          </p:nvSpPr>
          <p:spPr>
            <a:xfrm>
              <a:off x="7583214" y="6107037"/>
              <a:ext cx="0" cy="165100"/>
            </a:xfrm>
            <a:custGeom>
              <a:rect b="b" l="l" r="r" t="t"/>
              <a:pathLst>
                <a:path extrusionOk="0" h="165100" w="120000">
                  <a:moveTo>
                    <a:pt x="0" y="164604"/>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14"/>
            <p:cNvSpPr/>
            <p:nvPr/>
          </p:nvSpPr>
          <p:spPr>
            <a:xfrm>
              <a:off x="6895834" y="6276143"/>
              <a:ext cx="692150" cy="0"/>
            </a:xfrm>
            <a:custGeom>
              <a:rect b="b" l="l" r="r" t="t"/>
              <a:pathLst>
                <a:path extrusionOk="0" h="120000" w="692150">
                  <a:moveTo>
                    <a:pt x="0" y="0"/>
                  </a:moveTo>
                  <a:lnTo>
                    <a:pt x="69188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84" name="Google Shape;1784;p14"/>
          <p:cNvSpPr txBox="1"/>
          <p:nvPr/>
        </p:nvSpPr>
        <p:spPr>
          <a:xfrm>
            <a:off x="5490899" y="5653354"/>
            <a:ext cx="553720" cy="193040"/>
          </a:xfrm>
          <a:prstGeom prst="rect">
            <a:avLst/>
          </a:prstGeom>
          <a:noFill/>
          <a:ln>
            <a:noFill/>
          </a:ln>
        </p:spPr>
        <p:txBody>
          <a:bodyPr anchorCtr="0" anchor="t" bIns="0" lIns="0" spcFirstLastPara="1" rIns="0" wrap="square" tIns="12700">
            <a:spAutoFit/>
          </a:bodyPr>
          <a:lstStyle/>
          <a:p>
            <a:pPr indent="0" lvl="0" marL="0" marR="5715" rtl="0" algn="r">
              <a:lnSpc>
                <a:spcPct val="11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Decomposition</a:t>
            </a:r>
            <a:endParaRPr b="0" i="0" sz="600" u="none" cap="none" strike="noStrike">
              <a:solidFill>
                <a:srgbClr val="000000"/>
              </a:solidFill>
              <a:latin typeface="Arial"/>
              <a:ea typeface="Arial"/>
              <a:cs typeface="Arial"/>
              <a:sym typeface="Arial"/>
            </a:endParaRPr>
          </a:p>
          <a:p>
            <a:pPr indent="0" lvl="0" marL="0" marR="5080" rtl="0" algn="r">
              <a:lnSpc>
                <a:spcPct val="11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furnace</a:t>
            </a:r>
            <a:endParaRPr b="0" i="0" sz="600" u="none" cap="none" strike="noStrike">
              <a:solidFill>
                <a:srgbClr val="000000"/>
              </a:solidFill>
              <a:latin typeface="Arial"/>
              <a:ea typeface="Arial"/>
              <a:cs typeface="Arial"/>
              <a:sym typeface="Arial"/>
            </a:endParaRPr>
          </a:p>
        </p:txBody>
      </p:sp>
      <p:sp>
        <p:nvSpPr>
          <p:cNvPr id="1785" name="Google Shape;1785;p14"/>
          <p:cNvSpPr txBox="1"/>
          <p:nvPr/>
        </p:nvSpPr>
        <p:spPr>
          <a:xfrm>
            <a:off x="6900333" y="5845252"/>
            <a:ext cx="679450" cy="173990"/>
          </a:xfrm>
          <a:prstGeom prst="rect">
            <a:avLst/>
          </a:prstGeom>
          <a:solidFill>
            <a:srgbClr val="E7F6FD"/>
          </a:solidFill>
          <a:ln cap="flat" cmpd="sng" w="9525">
            <a:solidFill>
              <a:srgbClr val="231F20"/>
            </a:solidFill>
            <a:prstDash val="solid"/>
            <a:round/>
            <a:headEnd len="sm" w="sm" type="none"/>
            <a:tailEnd len="sm" w="sm" type="none"/>
          </a:ln>
        </p:spPr>
        <p:txBody>
          <a:bodyPr anchorCtr="0" anchor="t" bIns="0" lIns="0" spcFirstLastPara="1" rIns="0" wrap="square" tIns="21575">
            <a:spAutoFit/>
          </a:bodyPr>
          <a:lstStyle/>
          <a:p>
            <a:pPr indent="0" lvl="0" marL="85725"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Condenser</a:t>
            </a:r>
            <a:endParaRPr b="0" i="0" sz="800" u="none" cap="none" strike="noStrike">
              <a:solidFill>
                <a:srgbClr val="000000"/>
              </a:solidFill>
              <a:latin typeface="Arial"/>
              <a:ea typeface="Arial"/>
              <a:cs typeface="Arial"/>
              <a:sym typeface="Arial"/>
            </a:endParaRPr>
          </a:p>
        </p:txBody>
      </p:sp>
      <p:sp>
        <p:nvSpPr>
          <p:cNvPr id="1786" name="Google Shape;1786;p14"/>
          <p:cNvSpPr txBox="1"/>
          <p:nvPr/>
        </p:nvSpPr>
        <p:spPr>
          <a:xfrm>
            <a:off x="7019381" y="6111431"/>
            <a:ext cx="445134"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Drain pot</a:t>
            </a:r>
            <a:endParaRPr b="0" i="0" sz="800" u="none" cap="none" strike="noStrike">
              <a:solidFill>
                <a:srgbClr val="000000"/>
              </a:solidFill>
              <a:latin typeface="Arial"/>
              <a:ea typeface="Arial"/>
              <a:cs typeface="Arial"/>
              <a:sym typeface="Arial"/>
            </a:endParaRPr>
          </a:p>
        </p:txBody>
      </p:sp>
      <p:sp>
        <p:nvSpPr>
          <p:cNvPr id="1787" name="Google Shape;1787;p14"/>
          <p:cNvSpPr txBox="1"/>
          <p:nvPr/>
        </p:nvSpPr>
        <p:spPr>
          <a:xfrm rot="-5400000">
            <a:off x="6696410" y="6574275"/>
            <a:ext cx="306070" cy="106680"/>
          </a:xfrm>
          <a:prstGeom prst="rect">
            <a:avLst/>
          </a:prstGeom>
          <a:noFill/>
          <a:ln>
            <a:noFill/>
          </a:ln>
        </p:spPr>
        <p:txBody>
          <a:bodyPr anchorCtr="0" anchor="t" bIns="0" lIns="0" spcFirstLastPara="1" rIns="0" wrap="square" tIns="5700">
            <a:spAutoFit/>
          </a:bodyPr>
          <a:lstStyle/>
          <a:p>
            <a:pPr indent="0" lvl="0" marL="12700" marR="0" rtl="0" algn="l">
              <a:lnSpc>
                <a:spcPct val="100000"/>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OFF GAS</a:t>
            </a:r>
            <a:endParaRPr b="0" i="0" sz="550" u="none" cap="none" strike="noStrike">
              <a:solidFill>
                <a:srgbClr val="000000"/>
              </a:solidFill>
              <a:latin typeface="Arial"/>
              <a:ea typeface="Arial"/>
              <a:cs typeface="Arial"/>
              <a:sym typeface="Arial"/>
            </a:endParaRPr>
          </a:p>
        </p:txBody>
      </p:sp>
      <p:sp>
        <p:nvSpPr>
          <p:cNvPr id="1788" name="Google Shape;1788;p14"/>
          <p:cNvSpPr txBox="1"/>
          <p:nvPr/>
        </p:nvSpPr>
        <p:spPr>
          <a:xfrm>
            <a:off x="5464742" y="5120354"/>
            <a:ext cx="113220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Image : URB-50 / Batch 5Mt</a:t>
            </a:r>
            <a:endParaRPr b="0" i="0" sz="600" u="none" cap="none" strike="noStrike">
              <a:solidFill>
                <a:srgbClr val="000000"/>
              </a:solidFill>
              <a:latin typeface="Arial"/>
              <a:ea typeface="Arial"/>
              <a:cs typeface="Arial"/>
              <a:sym typeface="Arial"/>
            </a:endParaRPr>
          </a:p>
        </p:txBody>
      </p:sp>
      <p:sp>
        <p:nvSpPr>
          <p:cNvPr id="1789" name="Google Shape;1789;p14"/>
          <p:cNvSpPr txBox="1"/>
          <p:nvPr/>
        </p:nvSpPr>
        <p:spPr>
          <a:xfrm>
            <a:off x="706043" y="5462663"/>
            <a:ext cx="3492500" cy="1531620"/>
          </a:xfrm>
          <a:prstGeom prst="rect">
            <a:avLst/>
          </a:prstGeom>
          <a:solidFill>
            <a:srgbClr val="DCF2FD"/>
          </a:solidFill>
          <a:ln cap="flat" cmpd="sng" w="9525">
            <a:solidFill>
              <a:srgbClr val="231F20"/>
            </a:solidFill>
            <a:prstDash val="solid"/>
            <a:round/>
            <a:headEnd len="sm" w="sm" type="none"/>
            <a:tailEnd len="sm" w="sm" type="none"/>
          </a:ln>
        </p:spPr>
        <p:txBody>
          <a:bodyPr anchorCtr="0" anchor="t" bIns="0" lIns="0" spcFirstLastPara="1" rIns="0" wrap="square" tIns="1250">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imes New Roman"/>
              <a:ea typeface="Times New Roman"/>
              <a:cs typeface="Times New Roman"/>
              <a:sym typeface="Times New Roman"/>
            </a:endParaRPr>
          </a:p>
          <a:p>
            <a:pPr indent="-139700" lvl="0" marL="312420" marR="0" rtl="0" algn="l">
              <a:lnSpc>
                <a:spcPct val="100000"/>
              </a:lnSpc>
              <a:spcBef>
                <a:spcPts val="5"/>
              </a:spcBef>
              <a:spcAft>
                <a:spcPts val="0"/>
              </a:spcAft>
              <a:buClr>
                <a:srgbClr val="231F20"/>
              </a:buClr>
              <a:buSzPts val="900"/>
              <a:buFont typeface="Arial"/>
              <a:buChar char="■"/>
            </a:pPr>
            <a:r>
              <a:rPr b="0" i="0" lang="en-US" sz="900" u="none" cap="none" strike="noStrike">
                <a:solidFill>
                  <a:srgbClr val="231F20"/>
                </a:solidFill>
                <a:latin typeface="Arial"/>
                <a:ea typeface="Arial"/>
                <a:cs typeface="Arial"/>
                <a:sym typeface="Arial"/>
              </a:rPr>
              <a:t>Heating power of superheated steam</a:t>
            </a:r>
            <a:endParaRPr b="0" i="0" sz="900" u="none" cap="none" strike="noStrike">
              <a:solidFill>
                <a:srgbClr val="000000"/>
              </a:solidFill>
              <a:latin typeface="Arial"/>
              <a:ea typeface="Arial"/>
              <a:cs typeface="Arial"/>
              <a:sym typeface="Arial"/>
            </a:endParaRPr>
          </a:p>
          <a:p>
            <a:pPr indent="0" lvl="0" marL="172720" marR="187325" rtl="0" algn="l">
              <a:lnSpc>
                <a:spcPct val="111100"/>
              </a:lnSpc>
              <a:spcBef>
                <a:spcPts val="50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Water becomes steam when it reaches 100°C. At this time, the steam tempera- ture is 100°C.</a:t>
            </a:r>
            <a:endParaRPr b="0" i="0" sz="900" u="none" cap="none" strike="noStrike">
              <a:solidFill>
                <a:srgbClr val="000000"/>
              </a:solidFill>
              <a:latin typeface="Arial"/>
              <a:ea typeface="Arial"/>
              <a:cs typeface="Arial"/>
              <a:sym typeface="Arial"/>
            </a:endParaRPr>
          </a:p>
          <a:p>
            <a:pPr indent="0" lvl="0" marL="172720" marR="187325" rtl="0" algn="l">
              <a:lnSpc>
                <a:spcPct val="1111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Through further rubbing the molecules at high speed, the temperature of the steam exceeds 100°C, and it becomes colorless and transparent H₂O gas.</a:t>
            </a:r>
            <a:endParaRPr b="0" i="0" sz="900" u="none" cap="none" strike="noStrike">
              <a:solidFill>
                <a:srgbClr val="000000"/>
              </a:solidFill>
              <a:latin typeface="Arial"/>
              <a:ea typeface="Arial"/>
              <a:cs typeface="Arial"/>
              <a:sym typeface="Arial"/>
            </a:endParaRPr>
          </a:p>
          <a:p>
            <a:pPr indent="0" lvl="0" marL="172720" marR="187325" rtl="0" algn="just">
              <a:lnSpc>
                <a:spcPct val="1111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This gas has the characteristics of spread heat transfer, convective heat trans- fer, and condensation heat transfer. It holds the combined heat transfer power of oxygen, convection, radiation, condensation with accurate controllability.</a:t>
            </a:r>
            <a:endParaRPr b="0" i="0" sz="900" u="none" cap="none" strike="noStrike">
              <a:solidFill>
                <a:srgbClr val="000000"/>
              </a:solidFill>
              <a:latin typeface="Arial"/>
              <a:ea typeface="Arial"/>
              <a:cs typeface="Arial"/>
              <a:sym typeface="Arial"/>
            </a:endParaRPr>
          </a:p>
        </p:txBody>
      </p:sp>
      <p:sp>
        <p:nvSpPr>
          <p:cNvPr id="1790" name="Google Shape;1790;p14"/>
          <p:cNvSpPr/>
          <p:nvPr/>
        </p:nvSpPr>
        <p:spPr>
          <a:xfrm>
            <a:off x="437400" y="520738"/>
            <a:ext cx="73025" cy="902335"/>
          </a:xfrm>
          <a:custGeom>
            <a:rect b="b" l="l" r="r" t="t"/>
            <a:pathLst>
              <a:path extrusionOk="0" h="902335" w="73025">
                <a:moveTo>
                  <a:pt x="72948" y="0"/>
                </a:moveTo>
                <a:lnTo>
                  <a:pt x="0" y="0"/>
                </a:lnTo>
                <a:lnTo>
                  <a:pt x="0" y="901801"/>
                </a:lnTo>
                <a:lnTo>
                  <a:pt x="72948" y="901801"/>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91" name="Google Shape;1791;p14"/>
          <p:cNvGrpSpPr/>
          <p:nvPr/>
        </p:nvGrpSpPr>
        <p:grpSpPr>
          <a:xfrm>
            <a:off x="1734060" y="3442930"/>
            <a:ext cx="5106670" cy="3519308"/>
            <a:chOff x="1734060" y="3442930"/>
            <a:chExt cx="5106670" cy="3519308"/>
          </a:xfrm>
        </p:grpSpPr>
        <p:sp>
          <p:nvSpPr>
            <p:cNvPr id="1792" name="Google Shape;1792;p14"/>
            <p:cNvSpPr/>
            <p:nvPr/>
          </p:nvSpPr>
          <p:spPr>
            <a:xfrm>
              <a:off x="6771515" y="6798599"/>
              <a:ext cx="69215" cy="137160"/>
            </a:xfrm>
            <a:custGeom>
              <a:rect b="b" l="l" r="r" t="t"/>
              <a:pathLst>
                <a:path extrusionOk="0" h="137159" w="69215">
                  <a:moveTo>
                    <a:pt x="0" y="136804"/>
                  </a:moveTo>
                  <a:lnTo>
                    <a:pt x="69037" y="136804"/>
                  </a:lnTo>
                  <a:lnTo>
                    <a:pt x="6903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14"/>
            <p:cNvSpPr/>
            <p:nvPr/>
          </p:nvSpPr>
          <p:spPr>
            <a:xfrm>
              <a:off x="6719401" y="6908898"/>
              <a:ext cx="73025" cy="53340"/>
            </a:xfrm>
            <a:custGeom>
              <a:rect b="b" l="l" r="r" t="t"/>
              <a:pathLst>
                <a:path extrusionOk="0" h="53340" w="73025">
                  <a:moveTo>
                    <a:pt x="72847" y="0"/>
                  </a:moveTo>
                  <a:lnTo>
                    <a:pt x="0" y="26504"/>
                  </a:lnTo>
                  <a:lnTo>
                    <a:pt x="72847" y="53009"/>
                  </a:lnTo>
                  <a:lnTo>
                    <a:pt x="72847"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14"/>
            <p:cNvSpPr/>
            <p:nvPr/>
          </p:nvSpPr>
          <p:spPr>
            <a:xfrm>
              <a:off x="2379889" y="3793930"/>
              <a:ext cx="306070" cy="0"/>
            </a:xfrm>
            <a:custGeom>
              <a:rect b="b" l="l" r="r" t="t"/>
              <a:pathLst>
                <a:path extrusionOk="0" h="120000" w="306069">
                  <a:moveTo>
                    <a:pt x="0" y="0"/>
                  </a:moveTo>
                  <a:lnTo>
                    <a:pt x="305727" y="0"/>
                  </a:lnTo>
                </a:path>
              </a:pathLst>
            </a:custGeom>
            <a:noFill/>
            <a:ln cap="flat" cmpd="sng" w="363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14"/>
            <p:cNvSpPr/>
            <p:nvPr/>
          </p:nvSpPr>
          <p:spPr>
            <a:xfrm>
              <a:off x="2652203" y="3702642"/>
              <a:ext cx="98425" cy="182880"/>
            </a:xfrm>
            <a:custGeom>
              <a:rect b="b" l="l" r="r" t="t"/>
              <a:pathLst>
                <a:path extrusionOk="0" h="182879" w="98425">
                  <a:moveTo>
                    <a:pt x="0" y="0"/>
                  </a:moveTo>
                  <a:lnTo>
                    <a:pt x="0" y="182587"/>
                  </a:lnTo>
                  <a:lnTo>
                    <a:pt x="98196" y="91287"/>
                  </a:lnTo>
                  <a:lnTo>
                    <a:pt x="0"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p14"/>
            <p:cNvSpPr/>
            <p:nvPr/>
          </p:nvSpPr>
          <p:spPr>
            <a:xfrm>
              <a:off x="2438891" y="3544419"/>
              <a:ext cx="205740" cy="247015"/>
            </a:xfrm>
            <a:custGeom>
              <a:rect b="b" l="l" r="r" t="t"/>
              <a:pathLst>
                <a:path extrusionOk="0" h="247014" w="205739">
                  <a:moveTo>
                    <a:pt x="0" y="246608"/>
                  </a:moveTo>
                  <a:lnTo>
                    <a:pt x="205257"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14"/>
            <p:cNvSpPr/>
            <p:nvPr/>
          </p:nvSpPr>
          <p:spPr>
            <a:xfrm>
              <a:off x="2603191" y="3510006"/>
              <a:ext cx="73660" cy="70485"/>
            </a:xfrm>
            <a:custGeom>
              <a:rect b="b" l="l" r="r" t="t"/>
              <a:pathLst>
                <a:path extrusionOk="0" h="70485" w="73660">
                  <a:moveTo>
                    <a:pt x="69595" y="0"/>
                  </a:moveTo>
                  <a:lnTo>
                    <a:pt x="0" y="8928"/>
                  </a:lnTo>
                  <a:lnTo>
                    <a:pt x="73444" y="70065"/>
                  </a:lnTo>
                  <a:lnTo>
                    <a:pt x="6959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14"/>
            <p:cNvSpPr/>
            <p:nvPr/>
          </p:nvSpPr>
          <p:spPr>
            <a:xfrm>
              <a:off x="1734060" y="3442930"/>
              <a:ext cx="702310" cy="702310"/>
            </a:xfrm>
            <a:custGeom>
              <a:rect b="b" l="l" r="r" t="t"/>
              <a:pathLst>
                <a:path extrusionOk="0" h="702310" w="702310">
                  <a:moveTo>
                    <a:pt x="565759" y="0"/>
                  </a:moveTo>
                  <a:lnTo>
                    <a:pt x="136245" y="0"/>
                  </a:lnTo>
                  <a:lnTo>
                    <a:pt x="93181" y="6945"/>
                  </a:lnTo>
                  <a:lnTo>
                    <a:pt x="55780" y="26287"/>
                  </a:lnTo>
                  <a:lnTo>
                    <a:pt x="26287" y="55780"/>
                  </a:lnTo>
                  <a:lnTo>
                    <a:pt x="6945" y="93181"/>
                  </a:lnTo>
                  <a:lnTo>
                    <a:pt x="0" y="136245"/>
                  </a:lnTo>
                  <a:lnTo>
                    <a:pt x="0" y="565759"/>
                  </a:lnTo>
                  <a:lnTo>
                    <a:pt x="6945" y="608824"/>
                  </a:lnTo>
                  <a:lnTo>
                    <a:pt x="26287" y="646224"/>
                  </a:lnTo>
                  <a:lnTo>
                    <a:pt x="55780" y="675718"/>
                  </a:lnTo>
                  <a:lnTo>
                    <a:pt x="93181" y="695059"/>
                  </a:lnTo>
                  <a:lnTo>
                    <a:pt x="136245" y="702005"/>
                  </a:lnTo>
                  <a:lnTo>
                    <a:pt x="565759" y="702005"/>
                  </a:lnTo>
                  <a:lnTo>
                    <a:pt x="608824" y="695059"/>
                  </a:lnTo>
                  <a:lnTo>
                    <a:pt x="646224" y="675718"/>
                  </a:lnTo>
                  <a:lnTo>
                    <a:pt x="675718" y="646224"/>
                  </a:lnTo>
                  <a:lnTo>
                    <a:pt x="695059" y="608824"/>
                  </a:lnTo>
                  <a:lnTo>
                    <a:pt x="702005" y="565759"/>
                  </a:lnTo>
                  <a:lnTo>
                    <a:pt x="702005" y="136245"/>
                  </a:lnTo>
                  <a:lnTo>
                    <a:pt x="695059" y="93181"/>
                  </a:lnTo>
                  <a:lnTo>
                    <a:pt x="675718" y="55780"/>
                  </a:lnTo>
                  <a:lnTo>
                    <a:pt x="646224" y="26287"/>
                  </a:lnTo>
                  <a:lnTo>
                    <a:pt x="608824" y="6945"/>
                  </a:lnTo>
                  <a:lnTo>
                    <a:pt x="56575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14"/>
            <p:cNvSpPr/>
            <p:nvPr/>
          </p:nvSpPr>
          <p:spPr>
            <a:xfrm>
              <a:off x="1734060" y="3442930"/>
              <a:ext cx="702310" cy="702310"/>
            </a:xfrm>
            <a:custGeom>
              <a:rect b="b" l="l" r="r" t="t"/>
              <a:pathLst>
                <a:path extrusionOk="0" h="702310" w="702310">
                  <a:moveTo>
                    <a:pt x="136245" y="0"/>
                  </a:moveTo>
                  <a:lnTo>
                    <a:pt x="93181" y="6945"/>
                  </a:lnTo>
                  <a:lnTo>
                    <a:pt x="55780" y="26287"/>
                  </a:lnTo>
                  <a:lnTo>
                    <a:pt x="26287" y="55780"/>
                  </a:lnTo>
                  <a:lnTo>
                    <a:pt x="6945" y="93181"/>
                  </a:lnTo>
                  <a:lnTo>
                    <a:pt x="0" y="136245"/>
                  </a:lnTo>
                  <a:lnTo>
                    <a:pt x="0" y="565759"/>
                  </a:lnTo>
                  <a:lnTo>
                    <a:pt x="6945" y="608824"/>
                  </a:lnTo>
                  <a:lnTo>
                    <a:pt x="26287" y="646224"/>
                  </a:lnTo>
                  <a:lnTo>
                    <a:pt x="55780" y="675718"/>
                  </a:lnTo>
                  <a:lnTo>
                    <a:pt x="93181" y="695059"/>
                  </a:lnTo>
                  <a:lnTo>
                    <a:pt x="136245" y="702005"/>
                  </a:lnTo>
                  <a:lnTo>
                    <a:pt x="565759" y="702005"/>
                  </a:lnTo>
                  <a:lnTo>
                    <a:pt x="608824" y="695059"/>
                  </a:lnTo>
                  <a:lnTo>
                    <a:pt x="646224" y="675718"/>
                  </a:lnTo>
                  <a:lnTo>
                    <a:pt x="675718" y="646224"/>
                  </a:lnTo>
                  <a:lnTo>
                    <a:pt x="695059" y="608824"/>
                  </a:lnTo>
                  <a:lnTo>
                    <a:pt x="702005" y="565759"/>
                  </a:lnTo>
                  <a:lnTo>
                    <a:pt x="702005" y="136245"/>
                  </a:lnTo>
                  <a:lnTo>
                    <a:pt x="695059" y="93181"/>
                  </a:lnTo>
                  <a:lnTo>
                    <a:pt x="675718" y="55780"/>
                  </a:lnTo>
                  <a:lnTo>
                    <a:pt x="646224" y="26287"/>
                  </a:lnTo>
                  <a:lnTo>
                    <a:pt x="608824" y="6945"/>
                  </a:lnTo>
                  <a:lnTo>
                    <a:pt x="565759" y="0"/>
                  </a:lnTo>
                  <a:lnTo>
                    <a:pt x="136245" y="0"/>
                  </a:lnTo>
                  <a:close/>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00" name="Google Shape;1800;p14"/>
          <p:cNvSpPr txBox="1"/>
          <p:nvPr/>
        </p:nvSpPr>
        <p:spPr>
          <a:xfrm>
            <a:off x="2507890" y="3696613"/>
            <a:ext cx="1219200" cy="435609"/>
          </a:xfrm>
          <a:prstGeom prst="rect">
            <a:avLst/>
          </a:prstGeom>
          <a:noFill/>
          <a:ln>
            <a:noFill/>
          </a:ln>
        </p:spPr>
        <p:txBody>
          <a:bodyPr anchorCtr="0" anchor="t" bIns="0" lIns="0" spcFirstLastPara="1" rIns="0" wrap="square" tIns="12700">
            <a:spAutoFit/>
          </a:bodyPr>
          <a:lstStyle/>
          <a:p>
            <a:pPr indent="0" lvl="0" marL="305435" marR="0" rtl="0" algn="l">
              <a:lnSpc>
                <a:spcPct val="100000"/>
              </a:lnSpc>
              <a:spcBef>
                <a:spcPts val="0"/>
              </a:spcBef>
              <a:spcAft>
                <a:spcPts val="0"/>
              </a:spcAft>
              <a:buClr>
                <a:srgbClr val="000000"/>
              </a:buClr>
              <a:buSzPts val="1000"/>
              <a:buFont typeface="Arial"/>
              <a:buNone/>
            </a:pPr>
            <a:r>
              <a:rPr b="0" i="0" lang="en-US" sz="1000" u="none" cap="none" strike="noStrike">
                <a:solidFill>
                  <a:srgbClr val="231F20"/>
                </a:solidFill>
                <a:latin typeface="Arial"/>
                <a:ea typeface="Arial"/>
                <a:cs typeface="Arial"/>
                <a:sym typeface="Arial"/>
              </a:rPr>
              <a:t>Carbon</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185"/>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Reducing atmosphere, anoxia</a:t>
            </a:r>
            <a:endParaRPr b="0" i="0" sz="700" u="none" cap="none" strike="noStrike">
              <a:solidFill>
                <a:srgbClr val="000000"/>
              </a:solidFill>
              <a:latin typeface="Arial"/>
              <a:ea typeface="Arial"/>
              <a:cs typeface="Arial"/>
              <a:sym typeface="Arial"/>
            </a:endParaRPr>
          </a:p>
        </p:txBody>
      </p:sp>
      <p:sp>
        <p:nvSpPr>
          <p:cNvPr id="1801" name="Google Shape;1801;p14"/>
          <p:cNvSpPr/>
          <p:nvPr/>
        </p:nvSpPr>
        <p:spPr>
          <a:xfrm>
            <a:off x="1548377" y="3702418"/>
            <a:ext cx="280670" cy="291465"/>
          </a:xfrm>
          <a:custGeom>
            <a:rect b="b" l="l" r="r" t="t"/>
            <a:pathLst>
              <a:path extrusionOk="0" h="291464" w="280669">
                <a:moveTo>
                  <a:pt x="113601" y="0"/>
                </a:moveTo>
                <a:lnTo>
                  <a:pt x="113601" y="103809"/>
                </a:lnTo>
                <a:lnTo>
                  <a:pt x="0" y="103809"/>
                </a:lnTo>
                <a:lnTo>
                  <a:pt x="0" y="187210"/>
                </a:lnTo>
                <a:lnTo>
                  <a:pt x="113601" y="187210"/>
                </a:lnTo>
                <a:lnTo>
                  <a:pt x="113601" y="291020"/>
                </a:lnTo>
                <a:lnTo>
                  <a:pt x="280314" y="145516"/>
                </a:lnTo>
                <a:lnTo>
                  <a:pt x="113601" y="0"/>
                </a:lnTo>
                <a:close/>
              </a:path>
            </a:pathLst>
          </a:custGeom>
          <a:solidFill>
            <a:srgbClr val="A9ABA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14"/>
          <p:cNvSpPr txBox="1"/>
          <p:nvPr/>
        </p:nvSpPr>
        <p:spPr>
          <a:xfrm>
            <a:off x="987695" y="4294000"/>
            <a:ext cx="2242820" cy="1473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231F20"/>
                </a:solidFill>
                <a:latin typeface="Arial"/>
                <a:ea typeface="Arial"/>
                <a:cs typeface="Arial"/>
                <a:sym typeface="Arial"/>
              </a:rPr>
              <a:t>Conventional incinerator / carbonizing furnace</a:t>
            </a:r>
            <a:endParaRPr b="0" i="0" sz="800" u="none" cap="none" strike="noStrike">
              <a:solidFill>
                <a:srgbClr val="000000"/>
              </a:solidFill>
              <a:latin typeface="Arial"/>
              <a:ea typeface="Arial"/>
              <a:cs typeface="Arial"/>
              <a:sym typeface="Arial"/>
            </a:endParaRPr>
          </a:p>
        </p:txBody>
      </p:sp>
      <p:pic>
        <p:nvPicPr>
          <p:cNvPr id="1803" name="Google Shape;1803;p14"/>
          <p:cNvPicPr preferRelativeResize="0"/>
          <p:nvPr/>
        </p:nvPicPr>
        <p:blipFill rotWithShape="1">
          <a:blip r:embed="rId6">
            <a:alphaModFix/>
          </a:blip>
          <a:srcRect b="0" l="0" r="0" t="0"/>
          <a:stretch/>
        </p:blipFill>
        <p:spPr>
          <a:xfrm>
            <a:off x="1809216" y="3495637"/>
            <a:ext cx="252006" cy="251993"/>
          </a:xfrm>
          <a:prstGeom prst="rect">
            <a:avLst/>
          </a:prstGeom>
          <a:noFill/>
          <a:ln>
            <a:noFill/>
          </a:ln>
        </p:spPr>
      </p:pic>
      <p:sp>
        <p:nvSpPr>
          <p:cNvPr id="1804" name="Google Shape;1804;p14"/>
          <p:cNvSpPr txBox="1"/>
          <p:nvPr/>
        </p:nvSpPr>
        <p:spPr>
          <a:xfrm>
            <a:off x="1889361" y="3485560"/>
            <a:ext cx="104775"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C</a:t>
            </a:r>
            <a:endParaRPr b="0" i="0" sz="1000" u="none" cap="none" strike="noStrike">
              <a:solidFill>
                <a:srgbClr val="000000"/>
              </a:solidFill>
              <a:latin typeface="Arial"/>
              <a:ea typeface="Arial"/>
              <a:cs typeface="Arial"/>
              <a:sym typeface="Arial"/>
            </a:endParaRPr>
          </a:p>
        </p:txBody>
      </p:sp>
      <p:sp>
        <p:nvSpPr>
          <p:cNvPr id="1805" name="Google Shape;1805;p14"/>
          <p:cNvSpPr txBox="1"/>
          <p:nvPr/>
        </p:nvSpPr>
        <p:spPr>
          <a:xfrm>
            <a:off x="1857786" y="3618160"/>
            <a:ext cx="168910"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Carbon</a:t>
            </a:r>
            <a:endParaRPr b="0" i="0" sz="400" u="none" cap="none" strike="noStrike">
              <a:solidFill>
                <a:srgbClr val="000000"/>
              </a:solidFill>
              <a:latin typeface="Arial"/>
              <a:ea typeface="Arial"/>
              <a:cs typeface="Arial"/>
              <a:sym typeface="Arial"/>
            </a:endParaRPr>
          </a:p>
        </p:txBody>
      </p:sp>
      <p:pic>
        <p:nvPicPr>
          <p:cNvPr id="1806" name="Google Shape;1806;p14"/>
          <p:cNvPicPr preferRelativeResize="0"/>
          <p:nvPr/>
        </p:nvPicPr>
        <p:blipFill rotWithShape="1">
          <a:blip r:embed="rId7">
            <a:alphaModFix/>
          </a:blip>
          <a:srcRect b="0" l="0" r="0" t="0"/>
          <a:stretch/>
        </p:blipFill>
        <p:spPr>
          <a:xfrm>
            <a:off x="1895525" y="3633228"/>
            <a:ext cx="477532" cy="468007"/>
          </a:xfrm>
          <a:prstGeom prst="rect">
            <a:avLst/>
          </a:prstGeom>
          <a:noFill/>
          <a:ln>
            <a:noFill/>
          </a:ln>
        </p:spPr>
      </p:pic>
      <p:sp>
        <p:nvSpPr>
          <p:cNvPr id="1807" name="Google Shape;1807;p14"/>
          <p:cNvSpPr txBox="1"/>
          <p:nvPr/>
        </p:nvSpPr>
        <p:spPr>
          <a:xfrm>
            <a:off x="1975669" y="3839151"/>
            <a:ext cx="104775"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H</a:t>
            </a:r>
            <a:endParaRPr b="0" i="0" sz="1000" u="none" cap="none" strike="noStrike">
              <a:solidFill>
                <a:srgbClr val="000000"/>
              </a:solidFill>
              <a:latin typeface="Arial"/>
              <a:ea typeface="Arial"/>
              <a:cs typeface="Arial"/>
              <a:sym typeface="Arial"/>
            </a:endParaRPr>
          </a:p>
        </p:txBody>
      </p:sp>
      <p:sp>
        <p:nvSpPr>
          <p:cNvPr id="1808" name="Google Shape;1808;p14"/>
          <p:cNvSpPr txBox="1"/>
          <p:nvPr/>
        </p:nvSpPr>
        <p:spPr>
          <a:xfrm>
            <a:off x="1925618" y="3971750"/>
            <a:ext cx="205104"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Hydrogen</a:t>
            </a:r>
            <a:endParaRPr b="0" i="0" sz="400" u="none" cap="none" strike="noStrike">
              <a:solidFill>
                <a:srgbClr val="000000"/>
              </a:solidFill>
              <a:latin typeface="Arial"/>
              <a:ea typeface="Arial"/>
              <a:cs typeface="Arial"/>
              <a:sym typeface="Arial"/>
            </a:endParaRPr>
          </a:p>
        </p:txBody>
      </p:sp>
      <p:sp>
        <p:nvSpPr>
          <p:cNvPr id="1809" name="Google Shape;1809;p14"/>
          <p:cNvSpPr txBox="1"/>
          <p:nvPr/>
        </p:nvSpPr>
        <p:spPr>
          <a:xfrm>
            <a:off x="2162633" y="3623151"/>
            <a:ext cx="181610"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CL</a:t>
            </a:r>
            <a:endParaRPr b="0" i="0" sz="1000" u="none" cap="none" strike="noStrike">
              <a:solidFill>
                <a:srgbClr val="000000"/>
              </a:solidFill>
              <a:latin typeface="Arial"/>
              <a:ea typeface="Arial"/>
              <a:cs typeface="Arial"/>
              <a:sym typeface="Arial"/>
            </a:endParaRPr>
          </a:p>
        </p:txBody>
      </p:sp>
      <p:sp>
        <p:nvSpPr>
          <p:cNvPr id="1810" name="Google Shape;1810;p14"/>
          <p:cNvSpPr txBox="1"/>
          <p:nvPr/>
        </p:nvSpPr>
        <p:spPr>
          <a:xfrm>
            <a:off x="2159962" y="3755752"/>
            <a:ext cx="187325"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Chlorine</a:t>
            </a:r>
            <a:endParaRPr b="0" i="0" sz="400" u="none" cap="none" strike="noStrike">
              <a:solidFill>
                <a:srgbClr val="000000"/>
              </a:solidFill>
              <a:latin typeface="Arial"/>
              <a:ea typeface="Arial"/>
              <a:cs typeface="Arial"/>
              <a:sym typeface="Arial"/>
            </a:endParaRPr>
          </a:p>
        </p:txBody>
      </p:sp>
      <p:pic>
        <p:nvPicPr>
          <p:cNvPr id="1811" name="Google Shape;1811;p14"/>
          <p:cNvPicPr preferRelativeResize="0"/>
          <p:nvPr/>
        </p:nvPicPr>
        <p:blipFill rotWithShape="1">
          <a:blip r:embed="rId8">
            <a:alphaModFix/>
          </a:blip>
          <a:srcRect b="0" l="0" r="0" t="0"/>
          <a:stretch/>
        </p:blipFill>
        <p:spPr>
          <a:xfrm>
            <a:off x="1020659" y="3565232"/>
            <a:ext cx="523888" cy="434860"/>
          </a:xfrm>
          <a:prstGeom prst="rect">
            <a:avLst/>
          </a:prstGeom>
          <a:noFill/>
          <a:ln>
            <a:noFill/>
          </a:ln>
        </p:spPr>
      </p:pic>
      <p:sp>
        <p:nvSpPr>
          <p:cNvPr id="1812" name="Google Shape;1812;p14"/>
          <p:cNvSpPr txBox="1"/>
          <p:nvPr/>
        </p:nvSpPr>
        <p:spPr>
          <a:xfrm>
            <a:off x="1206082" y="3636379"/>
            <a:ext cx="252095" cy="305435"/>
          </a:xfrm>
          <a:prstGeom prst="rect">
            <a:avLst/>
          </a:prstGeom>
          <a:noFill/>
          <a:ln>
            <a:noFill/>
          </a:ln>
        </p:spPr>
        <p:txBody>
          <a:bodyPr anchorCtr="0" anchor="t" bIns="0" lIns="0" spcFirstLastPara="1" rIns="0" wrap="square" tIns="12700">
            <a:spAutoFit/>
          </a:bodyPr>
          <a:lstStyle/>
          <a:p>
            <a:pPr indent="0" lvl="0" marL="0" marR="0" rtl="0" algn="l">
              <a:lnSpc>
                <a:spcPct val="1155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H</a:t>
            </a:r>
            <a:r>
              <a:rPr b="0" baseline="30000" i="0" lang="en-US" sz="750" u="none" cap="none" strike="noStrike">
                <a:solidFill>
                  <a:srgbClr val="231F20"/>
                </a:solidFill>
                <a:latin typeface="Arial Black"/>
                <a:ea typeface="Arial Black"/>
                <a:cs typeface="Arial Black"/>
                <a:sym typeface="Arial Black"/>
              </a:rPr>
              <a:t>2</a:t>
            </a:r>
            <a:r>
              <a:rPr b="1" i="0" lang="en-US" sz="1000" u="none" cap="none" strike="noStrike">
                <a:solidFill>
                  <a:srgbClr val="231F20"/>
                </a:solidFill>
                <a:latin typeface="Arial"/>
                <a:ea typeface="Arial"/>
                <a:cs typeface="Arial"/>
                <a:sym typeface="Arial"/>
              </a:rPr>
              <a:t>O</a:t>
            </a:r>
            <a:endParaRPr b="0" i="0" sz="1000" u="none" cap="none" strike="noStrike">
              <a:solidFill>
                <a:srgbClr val="000000"/>
              </a:solidFill>
              <a:latin typeface="Arial"/>
              <a:ea typeface="Arial"/>
              <a:cs typeface="Arial"/>
              <a:sym typeface="Arial"/>
            </a:endParaRPr>
          </a:p>
          <a:p>
            <a:pPr indent="0" lvl="0" marL="24130" marR="0" rtl="0" algn="l">
              <a:lnSpc>
                <a:spcPct val="111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Water</a:t>
            </a:r>
            <a:endParaRPr b="0" i="0" sz="500" u="none" cap="none" strike="noStrike">
              <a:solidFill>
                <a:srgbClr val="000000"/>
              </a:solidFill>
              <a:latin typeface="Arial"/>
              <a:ea typeface="Arial"/>
              <a:cs typeface="Arial"/>
              <a:sym typeface="Arial"/>
            </a:endParaRPr>
          </a:p>
          <a:p>
            <a:pPr indent="0" lvl="0" marL="5715" marR="0" rtl="0" algn="l">
              <a:lnSpc>
                <a:spcPct val="100000"/>
              </a:lnSpc>
              <a:spcBef>
                <a:spcPts val="1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Compound</a:t>
            </a:r>
            <a:endParaRPr b="0" i="0" sz="400" u="none" cap="none" strike="noStrike">
              <a:solidFill>
                <a:srgbClr val="000000"/>
              </a:solidFill>
              <a:latin typeface="Arial"/>
              <a:ea typeface="Arial"/>
              <a:cs typeface="Arial"/>
              <a:sym typeface="Arial"/>
            </a:endParaRPr>
          </a:p>
        </p:txBody>
      </p:sp>
      <p:pic>
        <p:nvPicPr>
          <p:cNvPr id="1813" name="Google Shape;1813;p14"/>
          <p:cNvPicPr preferRelativeResize="0"/>
          <p:nvPr/>
        </p:nvPicPr>
        <p:blipFill rotWithShape="1">
          <a:blip r:embed="rId9">
            <a:alphaModFix/>
          </a:blip>
          <a:srcRect b="0" l="0" r="0" t="0"/>
          <a:stretch/>
        </p:blipFill>
        <p:spPr>
          <a:xfrm>
            <a:off x="1068711" y="4660303"/>
            <a:ext cx="486811" cy="429482"/>
          </a:xfrm>
          <a:prstGeom prst="rect">
            <a:avLst/>
          </a:prstGeom>
          <a:noFill/>
          <a:ln>
            <a:noFill/>
          </a:ln>
        </p:spPr>
      </p:pic>
      <p:sp>
        <p:nvSpPr>
          <p:cNvPr id="1814" name="Google Shape;1814;p14"/>
          <p:cNvSpPr txBox="1"/>
          <p:nvPr/>
        </p:nvSpPr>
        <p:spPr>
          <a:xfrm>
            <a:off x="1241138" y="4739271"/>
            <a:ext cx="156845"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O</a:t>
            </a:r>
            <a:r>
              <a:rPr b="0" baseline="30000" i="0" lang="en-US" sz="750" u="none" cap="none" strike="noStrike">
                <a:solidFill>
                  <a:srgbClr val="231F20"/>
                </a:solidFill>
                <a:latin typeface="Arial Black"/>
                <a:ea typeface="Arial Black"/>
                <a:cs typeface="Arial Black"/>
                <a:sym typeface="Arial Black"/>
              </a:rPr>
              <a:t>2</a:t>
            </a:r>
            <a:endParaRPr b="0" baseline="30000" i="0" sz="750" u="none" cap="none" strike="noStrike">
              <a:solidFill>
                <a:srgbClr val="000000"/>
              </a:solidFill>
              <a:latin typeface="Arial Black"/>
              <a:ea typeface="Arial Black"/>
              <a:cs typeface="Arial Black"/>
              <a:sym typeface="Arial Black"/>
            </a:endParaRPr>
          </a:p>
        </p:txBody>
      </p:sp>
      <p:sp>
        <p:nvSpPr>
          <p:cNvPr id="1815" name="Google Shape;1815;p14"/>
          <p:cNvSpPr txBox="1"/>
          <p:nvPr/>
        </p:nvSpPr>
        <p:spPr>
          <a:xfrm>
            <a:off x="1189986" y="4870346"/>
            <a:ext cx="259079" cy="1016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Oxygen</a:t>
            </a:r>
            <a:endParaRPr b="0" i="0" sz="500" u="none" cap="none" strike="noStrike">
              <a:solidFill>
                <a:srgbClr val="000000"/>
              </a:solidFill>
              <a:latin typeface="Arial"/>
              <a:ea typeface="Arial"/>
              <a:cs typeface="Arial"/>
              <a:sym typeface="Arial"/>
            </a:endParaRPr>
          </a:p>
        </p:txBody>
      </p:sp>
      <p:sp>
        <p:nvSpPr>
          <p:cNvPr id="1816" name="Google Shape;1816;p14"/>
          <p:cNvSpPr txBox="1"/>
          <p:nvPr/>
        </p:nvSpPr>
        <p:spPr>
          <a:xfrm>
            <a:off x="2813400" y="4809708"/>
            <a:ext cx="234950"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500"/>
              <a:buFont typeface="Arial"/>
              <a:buNone/>
            </a:pPr>
            <a:r>
              <a:rPr b="0" baseline="30000" i="0" lang="en-US" sz="1500" u="none" cap="none" strike="noStrike">
                <a:solidFill>
                  <a:srgbClr val="231F20"/>
                </a:solidFill>
                <a:latin typeface="Arial"/>
                <a:ea typeface="Arial"/>
                <a:cs typeface="Arial"/>
                <a:sym typeface="Arial"/>
              </a:rPr>
              <a:t>CO</a:t>
            </a:r>
            <a:r>
              <a:rPr b="1" i="0" lang="en-US" sz="600" u="none" cap="none" strike="noStrike">
                <a:solidFill>
                  <a:srgbClr val="231F20"/>
                </a:solidFill>
                <a:latin typeface="Arial"/>
                <a:ea typeface="Arial"/>
                <a:cs typeface="Arial"/>
                <a:sym typeface="Arial"/>
              </a:rPr>
              <a:t>2</a:t>
            </a:r>
            <a:endParaRPr b="0" i="0" sz="600" u="none" cap="none" strike="noStrike">
              <a:solidFill>
                <a:srgbClr val="000000"/>
              </a:solidFill>
              <a:latin typeface="Arial"/>
              <a:ea typeface="Arial"/>
              <a:cs typeface="Arial"/>
              <a:sym typeface="Arial"/>
            </a:endParaRPr>
          </a:p>
        </p:txBody>
      </p:sp>
      <p:sp>
        <p:nvSpPr>
          <p:cNvPr id="1817" name="Google Shape;1817;p14"/>
          <p:cNvSpPr txBox="1"/>
          <p:nvPr/>
        </p:nvSpPr>
        <p:spPr>
          <a:xfrm>
            <a:off x="2692307" y="4549913"/>
            <a:ext cx="909955" cy="1473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sng" cap="none" strike="noStrike">
                <a:solidFill>
                  <a:srgbClr val="91272A"/>
                </a:solidFill>
                <a:latin typeface="Arial"/>
                <a:ea typeface="Arial"/>
                <a:cs typeface="Arial"/>
                <a:sym typeface="Arial"/>
              </a:rPr>
              <a:t>Dioxin generation</a:t>
            </a:r>
            <a:r>
              <a:rPr b="1" i="0" lang="en-US" sz="800" u="none" cap="none" strike="noStrike">
                <a:solidFill>
                  <a:srgbClr val="91272A"/>
                </a:solidFill>
                <a:latin typeface="Arial"/>
                <a:ea typeface="Arial"/>
                <a:cs typeface="Arial"/>
                <a:sym typeface="Arial"/>
              </a:rPr>
              <a:t> </a:t>
            </a:r>
            <a:r>
              <a:rPr b="1" i="0" lang="en-US" sz="800" u="sng" cap="none" strike="noStrike">
                <a:solidFill>
                  <a:srgbClr val="91272A"/>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p:txBody>
      </p:sp>
      <p:grpSp>
        <p:nvGrpSpPr>
          <p:cNvPr id="1818" name="Google Shape;1818;p14"/>
          <p:cNvGrpSpPr/>
          <p:nvPr/>
        </p:nvGrpSpPr>
        <p:grpSpPr>
          <a:xfrm>
            <a:off x="945000" y="3217039"/>
            <a:ext cx="1805628" cy="2035204"/>
            <a:chOff x="945000" y="3217039"/>
            <a:chExt cx="1805628" cy="2035204"/>
          </a:xfrm>
        </p:grpSpPr>
        <p:sp>
          <p:nvSpPr>
            <p:cNvPr id="1819" name="Google Shape;1819;p14"/>
            <p:cNvSpPr/>
            <p:nvPr/>
          </p:nvSpPr>
          <p:spPr>
            <a:xfrm>
              <a:off x="2379889" y="4900930"/>
              <a:ext cx="306070" cy="0"/>
            </a:xfrm>
            <a:custGeom>
              <a:rect b="b" l="l" r="r" t="t"/>
              <a:pathLst>
                <a:path extrusionOk="0" h="120000" w="306069">
                  <a:moveTo>
                    <a:pt x="0" y="0"/>
                  </a:moveTo>
                  <a:lnTo>
                    <a:pt x="305727" y="0"/>
                  </a:lnTo>
                </a:path>
              </a:pathLst>
            </a:custGeom>
            <a:noFill/>
            <a:ln cap="flat" cmpd="sng" w="363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14"/>
            <p:cNvSpPr/>
            <p:nvPr/>
          </p:nvSpPr>
          <p:spPr>
            <a:xfrm>
              <a:off x="2652203" y="4809642"/>
              <a:ext cx="98425" cy="182880"/>
            </a:xfrm>
            <a:custGeom>
              <a:rect b="b" l="l" r="r" t="t"/>
              <a:pathLst>
                <a:path extrusionOk="0" h="182879" w="98425">
                  <a:moveTo>
                    <a:pt x="0" y="0"/>
                  </a:moveTo>
                  <a:lnTo>
                    <a:pt x="0" y="182587"/>
                  </a:lnTo>
                  <a:lnTo>
                    <a:pt x="98196" y="91287"/>
                  </a:lnTo>
                  <a:lnTo>
                    <a:pt x="0"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14"/>
            <p:cNvSpPr/>
            <p:nvPr/>
          </p:nvSpPr>
          <p:spPr>
            <a:xfrm>
              <a:off x="2442494" y="4667689"/>
              <a:ext cx="167005" cy="231140"/>
            </a:xfrm>
            <a:custGeom>
              <a:rect b="b" l="l" r="r" t="t"/>
              <a:pathLst>
                <a:path extrusionOk="0" h="231139" w="167005">
                  <a:moveTo>
                    <a:pt x="0" y="230581"/>
                  </a:moveTo>
                  <a:lnTo>
                    <a:pt x="16667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14"/>
            <p:cNvSpPr/>
            <p:nvPr/>
          </p:nvSpPr>
          <p:spPr>
            <a:xfrm>
              <a:off x="2566575" y="4631405"/>
              <a:ext cx="77470" cy="69850"/>
            </a:xfrm>
            <a:custGeom>
              <a:rect b="b" l="l" r="r" t="t"/>
              <a:pathLst>
                <a:path extrusionOk="0" h="69850" w="77469">
                  <a:moveTo>
                    <a:pt x="68821" y="0"/>
                  </a:moveTo>
                  <a:lnTo>
                    <a:pt x="0" y="13652"/>
                  </a:lnTo>
                  <a:lnTo>
                    <a:pt x="77431" y="69634"/>
                  </a:lnTo>
                  <a:lnTo>
                    <a:pt x="68821"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14"/>
            <p:cNvSpPr/>
            <p:nvPr/>
          </p:nvSpPr>
          <p:spPr>
            <a:xfrm>
              <a:off x="1734060" y="4549933"/>
              <a:ext cx="702310" cy="702310"/>
            </a:xfrm>
            <a:custGeom>
              <a:rect b="b" l="l" r="r" t="t"/>
              <a:pathLst>
                <a:path extrusionOk="0" h="702310" w="702310">
                  <a:moveTo>
                    <a:pt x="565759" y="0"/>
                  </a:moveTo>
                  <a:lnTo>
                    <a:pt x="136245" y="0"/>
                  </a:lnTo>
                  <a:lnTo>
                    <a:pt x="93181" y="6945"/>
                  </a:lnTo>
                  <a:lnTo>
                    <a:pt x="55780" y="26287"/>
                  </a:lnTo>
                  <a:lnTo>
                    <a:pt x="26287" y="55780"/>
                  </a:lnTo>
                  <a:lnTo>
                    <a:pt x="6945" y="93181"/>
                  </a:lnTo>
                  <a:lnTo>
                    <a:pt x="0" y="136245"/>
                  </a:lnTo>
                  <a:lnTo>
                    <a:pt x="0" y="565759"/>
                  </a:lnTo>
                  <a:lnTo>
                    <a:pt x="6945" y="608824"/>
                  </a:lnTo>
                  <a:lnTo>
                    <a:pt x="26287" y="646224"/>
                  </a:lnTo>
                  <a:lnTo>
                    <a:pt x="55780" y="675718"/>
                  </a:lnTo>
                  <a:lnTo>
                    <a:pt x="93181" y="695059"/>
                  </a:lnTo>
                  <a:lnTo>
                    <a:pt x="136245" y="702005"/>
                  </a:lnTo>
                  <a:lnTo>
                    <a:pt x="565759" y="702005"/>
                  </a:lnTo>
                  <a:lnTo>
                    <a:pt x="608824" y="695059"/>
                  </a:lnTo>
                  <a:lnTo>
                    <a:pt x="646224" y="675718"/>
                  </a:lnTo>
                  <a:lnTo>
                    <a:pt x="675718" y="646224"/>
                  </a:lnTo>
                  <a:lnTo>
                    <a:pt x="695059" y="608824"/>
                  </a:lnTo>
                  <a:lnTo>
                    <a:pt x="702005" y="565759"/>
                  </a:lnTo>
                  <a:lnTo>
                    <a:pt x="702005" y="136245"/>
                  </a:lnTo>
                  <a:lnTo>
                    <a:pt x="695059" y="93181"/>
                  </a:lnTo>
                  <a:lnTo>
                    <a:pt x="675718" y="55780"/>
                  </a:lnTo>
                  <a:lnTo>
                    <a:pt x="646224" y="26287"/>
                  </a:lnTo>
                  <a:lnTo>
                    <a:pt x="608824" y="6945"/>
                  </a:lnTo>
                  <a:lnTo>
                    <a:pt x="56575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14"/>
            <p:cNvSpPr/>
            <p:nvPr/>
          </p:nvSpPr>
          <p:spPr>
            <a:xfrm>
              <a:off x="1734060" y="4549933"/>
              <a:ext cx="702310" cy="702310"/>
            </a:xfrm>
            <a:custGeom>
              <a:rect b="b" l="l" r="r" t="t"/>
              <a:pathLst>
                <a:path extrusionOk="0" h="702310" w="702310">
                  <a:moveTo>
                    <a:pt x="136245" y="0"/>
                  </a:moveTo>
                  <a:lnTo>
                    <a:pt x="93181" y="6945"/>
                  </a:lnTo>
                  <a:lnTo>
                    <a:pt x="55780" y="26287"/>
                  </a:lnTo>
                  <a:lnTo>
                    <a:pt x="26287" y="55780"/>
                  </a:lnTo>
                  <a:lnTo>
                    <a:pt x="6945" y="93181"/>
                  </a:lnTo>
                  <a:lnTo>
                    <a:pt x="0" y="136245"/>
                  </a:lnTo>
                  <a:lnTo>
                    <a:pt x="0" y="565759"/>
                  </a:lnTo>
                  <a:lnTo>
                    <a:pt x="6945" y="608824"/>
                  </a:lnTo>
                  <a:lnTo>
                    <a:pt x="26287" y="646224"/>
                  </a:lnTo>
                  <a:lnTo>
                    <a:pt x="55780" y="675718"/>
                  </a:lnTo>
                  <a:lnTo>
                    <a:pt x="93181" y="695059"/>
                  </a:lnTo>
                  <a:lnTo>
                    <a:pt x="136245" y="702005"/>
                  </a:lnTo>
                  <a:lnTo>
                    <a:pt x="565759" y="702005"/>
                  </a:lnTo>
                  <a:lnTo>
                    <a:pt x="608824" y="695059"/>
                  </a:lnTo>
                  <a:lnTo>
                    <a:pt x="646224" y="675718"/>
                  </a:lnTo>
                  <a:lnTo>
                    <a:pt x="675718" y="646224"/>
                  </a:lnTo>
                  <a:lnTo>
                    <a:pt x="695059" y="608824"/>
                  </a:lnTo>
                  <a:lnTo>
                    <a:pt x="702005" y="565759"/>
                  </a:lnTo>
                  <a:lnTo>
                    <a:pt x="702005" y="136245"/>
                  </a:lnTo>
                  <a:lnTo>
                    <a:pt x="695059" y="93181"/>
                  </a:lnTo>
                  <a:lnTo>
                    <a:pt x="675718" y="55780"/>
                  </a:lnTo>
                  <a:lnTo>
                    <a:pt x="646224" y="26287"/>
                  </a:lnTo>
                  <a:lnTo>
                    <a:pt x="608824" y="6945"/>
                  </a:lnTo>
                  <a:lnTo>
                    <a:pt x="565759" y="0"/>
                  </a:lnTo>
                  <a:lnTo>
                    <a:pt x="136245" y="0"/>
                  </a:lnTo>
                  <a:close/>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14"/>
            <p:cNvSpPr/>
            <p:nvPr/>
          </p:nvSpPr>
          <p:spPr>
            <a:xfrm>
              <a:off x="1548377" y="4809418"/>
              <a:ext cx="280670" cy="291465"/>
            </a:xfrm>
            <a:custGeom>
              <a:rect b="b" l="l" r="r" t="t"/>
              <a:pathLst>
                <a:path extrusionOk="0" h="291464" w="280669">
                  <a:moveTo>
                    <a:pt x="113601" y="0"/>
                  </a:moveTo>
                  <a:lnTo>
                    <a:pt x="113601" y="103809"/>
                  </a:lnTo>
                  <a:lnTo>
                    <a:pt x="0" y="103809"/>
                  </a:lnTo>
                  <a:lnTo>
                    <a:pt x="0" y="187210"/>
                  </a:lnTo>
                  <a:lnTo>
                    <a:pt x="113601" y="187210"/>
                  </a:lnTo>
                  <a:lnTo>
                    <a:pt x="113601" y="291020"/>
                  </a:lnTo>
                  <a:lnTo>
                    <a:pt x="280314" y="145516"/>
                  </a:lnTo>
                  <a:lnTo>
                    <a:pt x="113601" y="0"/>
                  </a:lnTo>
                  <a:close/>
                </a:path>
              </a:pathLst>
            </a:custGeom>
            <a:solidFill>
              <a:srgbClr val="A9ABA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14"/>
            <p:cNvSpPr/>
            <p:nvPr/>
          </p:nvSpPr>
          <p:spPr>
            <a:xfrm>
              <a:off x="2337067" y="4070553"/>
              <a:ext cx="130175" cy="60325"/>
            </a:xfrm>
            <a:custGeom>
              <a:rect b="b" l="l" r="r" t="t"/>
              <a:pathLst>
                <a:path extrusionOk="0" h="60325" w="130175">
                  <a:moveTo>
                    <a:pt x="129832" y="60325"/>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14"/>
            <p:cNvSpPr/>
            <p:nvPr/>
          </p:nvSpPr>
          <p:spPr>
            <a:xfrm>
              <a:off x="945000" y="3217039"/>
              <a:ext cx="0" cy="220979"/>
            </a:xfrm>
            <a:custGeom>
              <a:rect b="b" l="l" r="r" t="t"/>
              <a:pathLst>
                <a:path extrusionOk="0" h="220979" w="120000">
                  <a:moveTo>
                    <a:pt x="0" y="0"/>
                  </a:moveTo>
                  <a:lnTo>
                    <a:pt x="0" y="220941"/>
                  </a:lnTo>
                </a:path>
              </a:pathLst>
            </a:custGeom>
            <a:noFill/>
            <a:ln cap="flat" cmpd="sng" w="360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14"/>
            <p:cNvSpPr/>
            <p:nvPr/>
          </p:nvSpPr>
          <p:spPr>
            <a:xfrm>
              <a:off x="945000" y="4318927"/>
              <a:ext cx="0" cy="220979"/>
            </a:xfrm>
            <a:custGeom>
              <a:rect b="b" l="l" r="r" t="t"/>
              <a:pathLst>
                <a:path extrusionOk="0" h="220979" w="120000">
                  <a:moveTo>
                    <a:pt x="0" y="0"/>
                  </a:moveTo>
                  <a:lnTo>
                    <a:pt x="0" y="220941"/>
                  </a:lnTo>
                </a:path>
              </a:pathLst>
            </a:custGeom>
            <a:noFill/>
            <a:ln cap="flat" cmpd="sng" w="360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29" name="Google Shape;1829;p14"/>
          <p:cNvSpPr txBox="1"/>
          <p:nvPr/>
        </p:nvSpPr>
        <p:spPr>
          <a:xfrm>
            <a:off x="879064" y="2542227"/>
            <a:ext cx="3136900" cy="1043940"/>
          </a:xfrm>
          <a:prstGeom prst="rect">
            <a:avLst/>
          </a:prstGeom>
          <a:noFill/>
          <a:ln>
            <a:noFill/>
          </a:ln>
        </p:spPr>
        <p:txBody>
          <a:bodyPr anchorCtr="0" anchor="t" bIns="0" lIns="0" spcFirstLastPara="1" rIns="0" wrap="square" tIns="12700">
            <a:spAutoFit/>
          </a:bodyPr>
          <a:lstStyle/>
          <a:p>
            <a:pPr indent="-139700" lvl="0" marL="139700" marR="0" rtl="0" algn="l">
              <a:lnSpc>
                <a:spcPct val="100000"/>
              </a:lnSpc>
              <a:spcBef>
                <a:spcPts val="0"/>
              </a:spcBef>
              <a:spcAft>
                <a:spcPts val="0"/>
              </a:spcAft>
              <a:buClr>
                <a:srgbClr val="231F20"/>
              </a:buClr>
              <a:buSzPts val="900"/>
              <a:buFont typeface="Arial"/>
              <a:buChar char="■"/>
            </a:pPr>
            <a:r>
              <a:rPr b="0" i="0" lang="en-US" sz="900" u="none" cap="none" strike="noStrike">
                <a:solidFill>
                  <a:srgbClr val="231F20"/>
                </a:solidFill>
                <a:latin typeface="Arial"/>
                <a:ea typeface="Arial"/>
                <a:cs typeface="Arial"/>
                <a:sym typeface="Arial"/>
              </a:rPr>
              <a:t>Dioxin &amp; carbon dioxide free</a:t>
            </a:r>
            <a:endParaRPr b="0" i="0" sz="900" u="none" cap="none" strike="noStrike">
              <a:solidFill>
                <a:srgbClr val="000000"/>
              </a:solidFill>
              <a:latin typeface="Arial"/>
              <a:ea typeface="Arial"/>
              <a:cs typeface="Arial"/>
              <a:sym typeface="Arial"/>
            </a:endParaRPr>
          </a:p>
          <a:p>
            <a:pPr indent="0" lvl="0" marL="0" marR="5080" rtl="0" algn="l">
              <a:lnSpc>
                <a:spcPct val="135400"/>
              </a:lnSpc>
              <a:spcBef>
                <a:spcPts val="29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The inside of the reactor is anoxic, and no oxygen reaction occurs. Therefore, Dioxin and CO₂ are not generated.</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a:p>
            <a:pPr indent="0" lvl="0" marL="110489" marR="0" rtl="0" algn="l">
              <a:lnSpc>
                <a:spcPct val="100000"/>
              </a:lnSpc>
              <a:spcBef>
                <a:spcPts val="5"/>
              </a:spcBef>
              <a:spcAft>
                <a:spcPts val="0"/>
              </a:spcAft>
              <a:buClr>
                <a:srgbClr val="000000"/>
              </a:buClr>
              <a:buSzPts val="800"/>
              <a:buFont typeface="Arial"/>
              <a:buNone/>
            </a:pPr>
            <a:r>
              <a:rPr b="1" i="0" lang="en-US" sz="800" u="none" cap="none" strike="noStrike">
                <a:solidFill>
                  <a:srgbClr val="231F20"/>
                </a:solidFill>
                <a:latin typeface="Arial"/>
                <a:ea typeface="Arial"/>
                <a:cs typeface="Arial"/>
                <a:sym typeface="Arial"/>
              </a:rPr>
              <a:t>Superheated steam carbonization furnace</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9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1851025" marR="0" rtl="0" algn="l">
              <a:lnSpc>
                <a:spcPct val="100000"/>
              </a:lnSpc>
              <a:spcBef>
                <a:spcPts val="0"/>
              </a:spcBef>
              <a:spcAft>
                <a:spcPts val="0"/>
              </a:spcAft>
              <a:buClr>
                <a:srgbClr val="000000"/>
              </a:buClr>
              <a:buSzPts val="800"/>
              <a:buFont typeface="Arial"/>
              <a:buNone/>
            </a:pPr>
            <a:r>
              <a:rPr b="1" i="0" lang="en-US" sz="800" u="sng" cap="none" strike="noStrike">
                <a:solidFill>
                  <a:srgbClr val="91272A"/>
                </a:solidFill>
                <a:latin typeface="Arial"/>
                <a:ea typeface="Arial"/>
                <a:cs typeface="Arial"/>
                <a:sym typeface="Arial"/>
              </a:rPr>
              <a:t>Dioxin does not occur</a:t>
            </a:r>
            <a:r>
              <a:rPr b="1" i="0" lang="en-US" sz="800" u="none" cap="none" strike="noStrike">
                <a:solidFill>
                  <a:srgbClr val="91272A"/>
                </a:solidFill>
                <a:latin typeface="Arial"/>
                <a:ea typeface="Arial"/>
                <a:cs typeface="Arial"/>
                <a:sym typeface="Arial"/>
              </a:rPr>
              <a:t> </a:t>
            </a:r>
            <a:r>
              <a:rPr b="1" i="0" lang="en-US" sz="800" u="sng" cap="none" strike="noStrike">
                <a:solidFill>
                  <a:srgbClr val="91272A"/>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p:txBody>
      </p:sp>
      <p:sp>
        <p:nvSpPr>
          <p:cNvPr id="1830" name="Google Shape;1830;p14"/>
          <p:cNvSpPr txBox="1"/>
          <p:nvPr/>
        </p:nvSpPr>
        <p:spPr>
          <a:xfrm>
            <a:off x="651050" y="2125507"/>
            <a:ext cx="1732914" cy="2393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616264"/>
                </a:solidFill>
                <a:latin typeface="Arial"/>
                <a:ea typeface="Arial"/>
                <a:cs typeface="Arial"/>
                <a:sym typeface="Arial"/>
              </a:rPr>
              <a:t>I</a:t>
            </a:r>
            <a:r>
              <a:rPr b="1" i="0" lang="en-US" sz="1400" u="none" cap="none" strike="noStrike">
                <a:solidFill>
                  <a:srgbClr val="006DAE"/>
                </a:solidFill>
                <a:latin typeface="Arial"/>
                <a:ea typeface="Arial"/>
                <a:cs typeface="Arial"/>
                <a:sym typeface="Arial"/>
              </a:rPr>
              <a:t>I </a:t>
            </a:r>
            <a:r>
              <a:rPr b="0" baseline="30000" i="0" lang="en-US" sz="1500" u="none" cap="none" strike="noStrike">
                <a:solidFill>
                  <a:srgbClr val="231F20"/>
                </a:solidFill>
                <a:latin typeface="Arial"/>
                <a:ea typeface="Arial"/>
                <a:cs typeface="Arial"/>
                <a:sym typeface="Arial"/>
              </a:rPr>
              <a:t>Superheated steam potential</a:t>
            </a:r>
            <a:endParaRPr b="0" baseline="30000" i="0" sz="1500" u="none" cap="none" strike="noStrike">
              <a:solidFill>
                <a:srgbClr val="000000"/>
              </a:solidFill>
              <a:latin typeface="Arial"/>
              <a:ea typeface="Arial"/>
              <a:cs typeface="Arial"/>
              <a:sym typeface="Arial"/>
            </a:endParaRPr>
          </a:p>
        </p:txBody>
      </p:sp>
      <p:grpSp>
        <p:nvGrpSpPr>
          <p:cNvPr id="1831" name="Google Shape;1831;p14"/>
          <p:cNvGrpSpPr/>
          <p:nvPr/>
        </p:nvGrpSpPr>
        <p:grpSpPr>
          <a:xfrm>
            <a:off x="6397199" y="1080254"/>
            <a:ext cx="3830728" cy="1506800"/>
            <a:chOff x="6397199" y="1080254"/>
            <a:chExt cx="3830728" cy="1506800"/>
          </a:xfrm>
        </p:grpSpPr>
        <p:sp>
          <p:nvSpPr>
            <p:cNvPr id="1832" name="Google Shape;1832;p14"/>
            <p:cNvSpPr/>
            <p:nvPr/>
          </p:nvSpPr>
          <p:spPr>
            <a:xfrm>
              <a:off x="6397199" y="1659934"/>
              <a:ext cx="92075" cy="386080"/>
            </a:xfrm>
            <a:custGeom>
              <a:rect b="b" l="l" r="r" t="t"/>
              <a:pathLst>
                <a:path extrusionOk="0" h="386080" w="92075">
                  <a:moveTo>
                    <a:pt x="0" y="385991"/>
                  </a:moveTo>
                  <a:lnTo>
                    <a:pt x="0" y="180606"/>
                  </a:lnTo>
                  <a:lnTo>
                    <a:pt x="2009" y="115240"/>
                  </a:lnTo>
                  <a:lnTo>
                    <a:pt x="9689" y="62825"/>
                  </a:lnTo>
                  <a:lnTo>
                    <a:pt x="25514" y="25033"/>
                  </a:lnTo>
                  <a:lnTo>
                    <a:pt x="51960" y="3534"/>
                  </a:lnTo>
                  <a:lnTo>
                    <a:pt x="91503" y="0"/>
                  </a:lnTo>
                </a:path>
              </a:pathLst>
            </a:custGeom>
            <a:noFill/>
            <a:ln cap="flat" cmpd="sng" w="17975">
              <a:solidFill>
                <a:srgbClr val="9127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14"/>
            <p:cNvSpPr/>
            <p:nvPr/>
          </p:nvSpPr>
          <p:spPr>
            <a:xfrm>
              <a:off x="6476738" y="1632601"/>
              <a:ext cx="75565" cy="52705"/>
            </a:xfrm>
            <a:custGeom>
              <a:rect b="b" l="l" r="r" t="t"/>
              <a:pathLst>
                <a:path extrusionOk="0" h="52705" w="75565">
                  <a:moveTo>
                    <a:pt x="6705" y="0"/>
                  </a:moveTo>
                  <a:lnTo>
                    <a:pt x="0" y="52450"/>
                  </a:lnTo>
                  <a:lnTo>
                    <a:pt x="75412" y="35445"/>
                  </a:lnTo>
                  <a:lnTo>
                    <a:pt x="6705" y="0"/>
                  </a:lnTo>
                  <a:close/>
                </a:path>
              </a:pathLst>
            </a:custGeom>
            <a:solidFill>
              <a:srgbClr val="9127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14"/>
            <p:cNvSpPr/>
            <p:nvPr/>
          </p:nvSpPr>
          <p:spPr>
            <a:xfrm>
              <a:off x="9691442" y="1274480"/>
              <a:ext cx="151130" cy="375285"/>
            </a:xfrm>
            <a:custGeom>
              <a:rect b="b" l="l" r="r" t="t"/>
              <a:pathLst>
                <a:path extrusionOk="0" h="375285" w="151129">
                  <a:moveTo>
                    <a:pt x="150710" y="0"/>
                  </a:moveTo>
                  <a:lnTo>
                    <a:pt x="0" y="374777"/>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14"/>
            <p:cNvSpPr/>
            <p:nvPr/>
          </p:nvSpPr>
          <p:spPr>
            <a:xfrm>
              <a:off x="9360072" y="1080254"/>
              <a:ext cx="80645" cy="669925"/>
            </a:xfrm>
            <a:custGeom>
              <a:rect b="b" l="l" r="r" t="t"/>
              <a:pathLst>
                <a:path extrusionOk="0" h="669925" w="80645">
                  <a:moveTo>
                    <a:pt x="80086" y="0"/>
                  </a:moveTo>
                  <a:lnTo>
                    <a:pt x="0" y="66969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14"/>
            <p:cNvSpPr/>
            <p:nvPr/>
          </p:nvSpPr>
          <p:spPr>
            <a:xfrm>
              <a:off x="9084927" y="2587054"/>
              <a:ext cx="1143000" cy="0"/>
            </a:xfrm>
            <a:custGeom>
              <a:rect b="b" l="l" r="r" t="t"/>
              <a:pathLst>
                <a:path extrusionOk="0" h="120000" w="1143000">
                  <a:moveTo>
                    <a:pt x="0" y="0"/>
                  </a:moveTo>
                  <a:lnTo>
                    <a:pt x="114300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37" name="Google Shape;1837;p14"/>
          <p:cNvSpPr txBox="1"/>
          <p:nvPr/>
        </p:nvSpPr>
        <p:spPr>
          <a:xfrm>
            <a:off x="9072226" y="2596070"/>
            <a:ext cx="1085215" cy="673735"/>
          </a:xfrm>
          <a:prstGeom prst="rect">
            <a:avLst/>
          </a:prstGeom>
          <a:noFill/>
          <a:ln>
            <a:noFill/>
          </a:ln>
        </p:spPr>
        <p:txBody>
          <a:bodyPr anchorCtr="0" anchor="t" bIns="0" lIns="0" spcFirstLastPara="1" rIns="0" wrap="square" tIns="11425">
            <a:spAutoFit/>
          </a:bodyPr>
          <a:lstStyle/>
          <a:p>
            <a:pPr indent="0" lvl="0" marL="12700" marR="5080" rtl="0" algn="l">
              <a:lnSpc>
                <a:spcPct val="1181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In the continuous process type, the single batch type structures are installed  at 7 or 4 places with the specifications suitable for the purpose.</a:t>
            </a:r>
            <a:endParaRPr b="0" i="0" sz="600" u="none" cap="none" strike="noStrike">
              <a:solidFill>
                <a:srgbClr val="000000"/>
              </a:solidFill>
              <a:latin typeface="Arial"/>
              <a:ea typeface="Arial"/>
              <a:cs typeface="Arial"/>
              <a:sym typeface="Arial"/>
            </a:endParaRPr>
          </a:p>
        </p:txBody>
      </p:sp>
      <p:pic>
        <p:nvPicPr>
          <p:cNvPr id="1838" name="Google Shape;1838;p14"/>
          <p:cNvPicPr preferRelativeResize="0"/>
          <p:nvPr/>
        </p:nvPicPr>
        <p:blipFill rotWithShape="1">
          <a:blip r:embed="rId10">
            <a:alphaModFix/>
          </a:blip>
          <a:srcRect b="0" l="0" r="0" t="0"/>
          <a:stretch/>
        </p:blipFill>
        <p:spPr>
          <a:xfrm>
            <a:off x="1813991" y="4601261"/>
            <a:ext cx="251993" cy="251993"/>
          </a:xfrm>
          <a:prstGeom prst="rect">
            <a:avLst/>
          </a:prstGeom>
          <a:noFill/>
          <a:ln>
            <a:noFill/>
          </a:ln>
        </p:spPr>
      </p:pic>
      <p:sp>
        <p:nvSpPr>
          <p:cNvPr id="1839" name="Google Shape;1839;p14"/>
          <p:cNvSpPr txBox="1"/>
          <p:nvPr/>
        </p:nvSpPr>
        <p:spPr>
          <a:xfrm>
            <a:off x="1894130" y="4591180"/>
            <a:ext cx="104775"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C</a:t>
            </a:r>
            <a:endParaRPr b="0" i="0" sz="1000" u="none" cap="none" strike="noStrike">
              <a:solidFill>
                <a:srgbClr val="000000"/>
              </a:solidFill>
              <a:latin typeface="Arial"/>
              <a:ea typeface="Arial"/>
              <a:cs typeface="Arial"/>
              <a:sym typeface="Arial"/>
            </a:endParaRPr>
          </a:p>
        </p:txBody>
      </p:sp>
      <p:sp>
        <p:nvSpPr>
          <p:cNvPr id="1840" name="Google Shape;1840;p14"/>
          <p:cNvSpPr txBox="1"/>
          <p:nvPr/>
        </p:nvSpPr>
        <p:spPr>
          <a:xfrm>
            <a:off x="1862555" y="4723780"/>
            <a:ext cx="168910"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Carbon</a:t>
            </a:r>
            <a:endParaRPr b="0" i="0" sz="400" u="none" cap="none" strike="noStrike">
              <a:solidFill>
                <a:srgbClr val="000000"/>
              </a:solidFill>
              <a:latin typeface="Arial"/>
              <a:ea typeface="Arial"/>
              <a:cs typeface="Arial"/>
              <a:sym typeface="Arial"/>
            </a:endParaRPr>
          </a:p>
        </p:txBody>
      </p:sp>
      <p:pic>
        <p:nvPicPr>
          <p:cNvPr id="1841" name="Google Shape;1841;p14"/>
          <p:cNvPicPr preferRelativeResize="0"/>
          <p:nvPr/>
        </p:nvPicPr>
        <p:blipFill rotWithShape="1">
          <a:blip r:embed="rId11">
            <a:alphaModFix/>
          </a:blip>
          <a:srcRect b="0" l="0" r="0" t="0"/>
          <a:stretch/>
        </p:blipFill>
        <p:spPr>
          <a:xfrm>
            <a:off x="1900301" y="4738852"/>
            <a:ext cx="477532" cy="467995"/>
          </a:xfrm>
          <a:prstGeom prst="rect">
            <a:avLst/>
          </a:prstGeom>
          <a:noFill/>
          <a:ln>
            <a:noFill/>
          </a:ln>
        </p:spPr>
      </p:pic>
      <p:sp>
        <p:nvSpPr>
          <p:cNvPr id="1842" name="Google Shape;1842;p14"/>
          <p:cNvSpPr txBox="1"/>
          <p:nvPr/>
        </p:nvSpPr>
        <p:spPr>
          <a:xfrm>
            <a:off x="1980438" y="4944771"/>
            <a:ext cx="104775"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H</a:t>
            </a:r>
            <a:endParaRPr b="0" i="0" sz="1000" u="none" cap="none" strike="noStrike">
              <a:solidFill>
                <a:srgbClr val="000000"/>
              </a:solidFill>
              <a:latin typeface="Arial"/>
              <a:ea typeface="Arial"/>
              <a:cs typeface="Arial"/>
              <a:sym typeface="Arial"/>
            </a:endParaRPr>
          </a:p>
        </p:txBody>
      </p:sp>
      <p:sp>
        <p:nvSpPr>
          <p:cNvPr id="1843" name="Google Shape;1843;p14"/>
          <p:cNvSpPr txBox="1"/>
          <p:nvPr/>
        </p:nvSpPr>
        <p:spPr>
          <a:xfrm>
            <a:off x="1930387" y="5077371"/>
            <a:ext cx="205104"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Hydrogen</a:t>
            </a:r>
            <a:endParaRPr b="0" i="0" sz="400" u="none" cap="none" strike="noStrike">
              <a:solidFill>
                <a:srgbClr val="000000"/>
              </a:solidFill>
              <a:latin typeface="Arial"/>
              <a:ea typeface="Arial"/>
              <a:cs typeface="Arial"/>
              <a:sym typeface="Arial"/>
            </a:endParaRPr>
          </a:p>
        </p:txBody>
      </p:sp>
      <p:sp>
        <p:nvSpPr>
          <p:cNvPr id="1844" name="Google Shape;1844;p14"/>
          <p:cNvSpPr txBox="1"/>
          <p:nvPr/>
        </p:nvSpPr>
        <p:spPr>
          <a:xfrm>
            <a:off x="2167402" y="4728772"/>
            <a:ext cx="181610" cy="177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31F20"/>
                </a:solidFill>
                <a:latin typeface="Arial"/>
                <a:ea typeface="Arial"/>
                <a:cs typeface="Arial"/>
                <a:sym typeface="Arial"/>
              </a:rPr>
              <a:t>CL</a:t>
            </a:r>
            <a:endParaRPr b="0" i="0" sz="1000" u="none" cap="none" strike="noStrike">
              <a:solidFill>
                <a:srgbClr val="000000"/>
              </a:solidFill>
              <a:latin typeface="Arial"/>
              <a:ea typeface="Arial"/>
              <a:cs typeface="Arial"/>
              <a:sym typeface="Arial"/>
            </a:endParaRPr>
          </a:p>
        </p:txBody>
      </p:sp>
      <p:sp>
        <p:nvSpPr>
          <p:cNvPr id="1845" name="Google Shape;1845;p14"/>
          <p:cNvSpPr txBox="1"/>
          <p:nvPr/>
        </p:nvSpPr>
        <p:spPr>
          <a:xfrm>
            <a:off x="2164731" y="4861372"/>
            <a:ext cx="187325" cy="863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rgbClr val="231F20"/>
                </a:solidFill>
                <a:latin typeface="Arial"/>
                <a:ea typeface="Arial"/>
                <a:cs typeface="Arial"/>
                <a:sym typeface="Arial"/>
              </a:rPr>
              <a:t>Chlorine</a:t>
            </a:r>
            <a:endParaRPr b="0" i="0" sz="400" u="none" cap="none" strike="noStrike">
              <a:solidFill>
                <a:srgbClr val="000000"/>
              </a:solidFill>
              <a:latin typeface="Arial"/>
              <a:ea typeface="Arial"/>
              <a:cs typeface="Arial"/>
              <a:sym typeface="Arial"/>
            </a:endParaRPr>
          </a:p>
        </p:txBody>
      </p:sp>
      <p:sp>
        <p:nvSpPr>
          <p:cNvPr id="1846" name="Google Shape;1846;p14"/>
          <p:cNvSpPr txBox="1"/>
          <p:nvPr/>
        </p:nvSpPr>
        <p:spPr>
          <a:xfrm>
            <a:off x="6853935" y="1312493"/>
            <a:ext cx="1199515" cy="275590"/>
          </a:xfrm>
          <a:prstGeom prst="rect">
            <a:avLst/>
          </a:prstGeom>
          <a:noFill/>
          <a:ln>
            <a:noFill/>
          </a:ln>
        </p:spPr>
        <p:txBody>
          <a:bodyPr anchorCtr="0" anchor="t" bIns="0" lIns="0" spcFirstLastPara="1" rIns="0" wrap="square" tIns="400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«Catalytic layer»</a:t>
            </a:r>
            <a:endParaRPr b="0" i="0" sz="700" u="none" cap="none" strike="noStrike">
              <a:solidFill>
                <a:srgbClr val="000000"/>
              </a:solidFill>
              <a:latin typeface="Arial"/>
              <a:ea typeface="Arial"/>
              <a:cs typeface="Arial"/>
              <a:sym typeface="Arial"/>
            </a:endParaRPr>
          </a:p>
          <a:p>
            <a:pPr indent="0" lvl="0" marL="12700" marR="0" rtl="0" algn="l">
              <a:lnSpc>
                <a:spcPct val="100000"/>
              </a:lnSpc>
              <a:spcBef>
                <a:spcPts val="19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Chlorine adsorption treatment</a:t>
            </a:r>
            <a:endParaRPr b="0" i="0" sz="600" u="none" cap="none" strike="noStrike">
              <a:solidFill>
                <a:srgbClr val="000000"/>
              </a:solidFill>
              <a:latin typeface="Arial"/>
              <a:ea typeface="Arial"/>
              <a:cs typeface="Arial"/>
              <a:sym typeface="Arial"/>
            </a:endParaRPr>
          </a:p>
        </p:txBody>
      </p:sp>
      <p:sp>
        <p:nvSpPr>
          <p:cNvPr id="1847" name="Google Shape;1847;p14"/>
          <p:cNvSpPr txBox="1"/>
          <p:nvPr/>
        </p:nvSpPr>
        <p:spPr>
          <a:xfrm>
            <a:off x="8086961" y="2567479"/>
            <a:ext cx="584835" cy="377190"/>
          </a:xfrm>
          <a:prstGeom prst="rect">
            <a:avLst/>
          </a:prstGeom>
          <a:noFill/>
          <a:ln>
            <a:noFill/>
          </a:ln>
        </p:spPr>
        <p:txBody>
          <a:bodyPr anchorCtr="0" anchor="t" bIns="0" lIns="0" spcFirstLastPara="1" rIns="0" wrap="square" tIns="22225">
            <a:spAutoFit/>
          </a:bodyPr>
          <a:lstStyle/>
          <a:p>
            <a:pPr indent="0" lvl="0" marL="12700" marR="5080" rtl="0" algn="just">
              <a:lnSpc>
                <a:spcPct val="1167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«Condenser» </a:t>
            </a:r>
            <a:r>
              <a:rPr b="0" i="0" lang="en-US" sz="600" u="none" cap="none" strike="noStrike">
                <a:solidFill>
                  <a:srgbClr val="231F20"/>
                </a:solidFill>
                <a:latin typeface="Arial"/>
                <a:ea typeface="Arial"/>
                <a:cs typeface="Arial"/>
                <a:sym typeface="Arial"/>
              </a:rPr>
              <a:t>Vaporized gas liquefaction</a:t>
            </a:r>
            <a:endParaRPr b="0" i="0" sz="600" u="none" cap="none" strike="noStrike">
              <a:solidFill>
                <a:srgbClr val="000000"/>
              </a:solidFill>
              <a:latin typeface="Arial"/>
              <a:ea typeface="Arial"/>
              <a:cs typeface="Arial"/>
              <a:sym typeface="Arial"/>
            </a:endParaRPr>
          </a:p>
        </p:txBody>
      </p:sp>
      <p:sp>
        <p:nvSpPr>
          <p:cNvPr id="1848" name="Google Shape;1848;p14"/>
          <p:cNvSpPr txBox="1"/>
          <p:nvPr/>
        </p:nvSpPr>
        <p:spPr>
          <a:xfrm>
            <a:off x="8159300" y="3151281"/>
            <a:ext cx="716280"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«Solenoid valve»</a:t>
            </a:r>
            <a:endParaRPr b="0" i="0" sz="700" u="none" cap="none" strike="noStrike">
              <a:solidFill>
                <a:srgbClr val="000000"/>
              </a:solidFill>
              <a:latin typeface="Arial"/>
              <a:ea typeface="Arial"/>
              <a:cs typeface="Arial"/>
              <a:sym typeface="Arial"/>
            </a:endParaRPr>
          </a:p>
        </p:txBody>
      </p:sp>
      <p:sp>
        <p:nvSpPr>
          <p:cNvPr id="1849" name="Google Shape;1849;p14"/>
          <p:cNvSpPr txBox="1"/>
          <p:nvPr/>
        </p:nvSpPr>
        <p:spPr>
          <a:xfrm>
            <a:off x="8253800" y="3488923"/>
            <a:ext cx="49720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«Drain pot»</a:t>
            </a:r>
            <a:endParaRPr b="0" i="0" sz="700" u="none" cap="none" strike="noStrike">
              <a:solidFill>
                <a:srgbClr val="000000"/>
              </a:solidFill>
              <a:latin typeface="Arial"/>
              <a:ea typeface="Arial"/>
              <a:cs typeface="Arial"/>
              <a:sym typeface="Arial"/>
            </a:endParaRPr>
          </a:p>
        </p:txBody>
      </p:sp>
      <p:sp>
        <p:nvSpPr>
          <p:cNvPr id="1850" name="Google Shape;1850;p14"/>
          <p:cNvSpPr txBox="1"/>
          <p:nvPr/>
        </p:nvSpPr>
        <p:spPr>
          <a:xfrm>
            <a:off x="8382617" y="3813142"/>
            <a:ext cx="132778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«Heavy fuel oil/separation tank»</a:t>
            </a:r>
            <a:endParaRPr b="0" i="0" sz="700" u="none" cap="none" strike="noStrike">
              <a:solidFill>
                <a:srgbClr val="000000"/>
              </a:solidFill>
              <a:latin typeface="Arial"/>
              <a:ea typeface="Arial"/>
              <a:cs typeface="Arial"/>
              <a:sym typeface="Arial"/>
            </a:endParaRPr>
          </a:p>
        </p:txBody>
      </p:sp>
      <p:sp>
        <p:nvSpPr>
          <p:cNvPr id="1851" name="Google Shape;1851;p14"/>
          <p:cNvSpPr txBox="1"/>
          <p:nvPr/>
        </p:nvSpPr>
        <p:spPr>
          <a:xfrm>
            <a:off x="9072214" y="4086598"/>
            <a:ext cx="784860"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«Oil filtration tank»</a:t>
            </a:r>
            <a:endParaRPr b="0" i="0" sz="700" u="none" cap="none" strike="noStrike">
              <a:solidFill>
                <a:srgbClr val="000000"/>
              </a:solidFill>
              <a:latin typeface="Arial"/>
              <a:ea typeface="Arial"/>
              <a:cs typeface="Arial"/>
              <a:sym typeface="Arial"/>
            </a:endParaRPr>
          </a:p>
        </p:txBody>
      </p:sp>
      <p:sp>
        <p:nvSpPr>
          <p:cNvPr id="1852" name="Google Shape;1852;p14"/>
          <p:cNvSpPr txBox="1"/>
          <p:nvPr/>
        </p:nvSpPr>
        <p:spPr>
          <a:xfrm>
            <a:off x="7803700" y="5342666"/>
            <a:ext cx="911860"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«Water filtration tank»</a:t>
            </a:r>
            <a:endParaRPr b="0" i="0" sz="700" u="none" cap="none" strike="noStrike">
              <a:solidFill>
                <a:srgbClr val="000000"/>
              </a:solidFill>
              <a:latin typeface="Arial"/>
              <a:ea typeface="Arial"/>
              <a:cs typeface="Arial"/>
              <a:sym typeface="Arial"/>
            </a:endParaRPr>
          </a:p>
        </p:txBody>
      </p:sp>
      <p:sp>
        <p:nvSpPr>
          <p:cNvPr id="1853" name="Google Shape;1853;p14"/>
          <p:cNvSpPr txBox="1"/>
          <p:nvPr/>
        </p:nvSpPr>
        <p:spPr>
          <a:xfrm>
            <a:off x="6255595" y="4852294"/>
            <a:ext cx="135699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«Gas(diesel) oil separation tank»</a:t>
            </a:r>
            <a:endParaRPr b="0" i="0" sz="700" u="none" cap="none" strike="noStrike">
              <a:solidFill>
                <a:srgbClr val="000000"/>
              </a:solidFill>
              <a:latin typeface="Arial"/>
              <a:ea typeface="Arial"/>
              <a:cs typeface="Arial"/>
              <a:sym typeface="Arial"/>
            </a:endParaRPr>
          </a:p>
        </p:txBody>
      </p:sp>
      <p:sp>
        <p:nvSpPr>
          <p:cNvPr id="1854" name="Google Shape;1854;p14"/>
          <p:cNvSpPr txBox="1"/>
          <p:nvPr/>
        </p:nvSpPr>
        <p:spPr>
          <a:xfrm>
            <a:off x="7257841" y="3835622"/>
            <a:ext cx="168910" cy="1778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500"/>
              <a:buFont typeface="Arial"/>
              <a:buNone/>
            </a:pPr>
            <a:r>
              <a:rPr b="0" i="0" lang="en-US" sz="500" u="none" cap="none" strike="noStrike">
                <a:solidFill>
                  <a:srgbClr val="231F20"/>
                </a:solidFill>
                <a:latin typeface="Arial"/>
                <a:ea typeface="Arial"/>
                <a:cs typeface="Arial"/>
                <a:sym typeface="Arial"/>
              </a:rPr>
              <a:t>OFF GAS</a:t>
            </a:r>
            <a:endParaRPr b="0" i="0" sz="500" u="none" cap="none" strike="noStrike">
              <a:solidFill>
                <a:srgbClr val="000000"/>
              </a:solidFill>
              <a:latin typeface="Arial"/>
              <a:ea typeface="Arial"/>
              <a:cs typeface="Arial"/>
              <a:sym typeface="Arial"/>
            </a:endParaRPr>
          </a:p>
        </p:txBody>
      </p:sp>
      <p:sp>
        <p:nvSpPr>
          <p:cNvPr id="1855" name="Google Shape;1855;p14"/>
          <p:cNvSpPr txBox="1"/>
          <p:nvPr/>
        </p:nvSpPr>
        <p:spPr>
          <a:xfrm>
            <a:off x="4803461" y="4630532"/>
            <a:ext cx="133794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«Superheated steam generator»</a:t>
            </a:r>
            <a:endParaRPr b="0" i="0" sz="700" u="none" cap="none" strike="noStrike">
              <a:solidFill>
                <a:srgbClr val="000000"/>
              </a:solidFill>
              <a:latin typeface="Arial"/>
              <a:ea typeface="Arial"/>
              <a:cs typeface="Arial"/>
              <a:sym typeface="Arial"/>
            </a:endParaRPr>
          </a:p>
        </p:txBody>
      </p:sp>
      <p:sp>
        <p:nvSpPr>
          <p:cNvPr id="1856" name="Google Shape;1856;p14"/>
          <p:cNvSpPr txBox="1"/>
          <p:nvPr/>
        </p:nvSpPr>
        <p:spPr>
          <a:xfrm>
            <a:off x="4336114" y="3191686"/>
            <a:ext cx="1059180"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«General purpose boiler»</a:t>
            </a:r>
            <a:endParaRPr b="0" i="0" sz="700" u="none" cap="none" strike="noStrike">
              <a:solidFill>
                <a:srgbClr val="000000"/>
              </a:solidFill>
              <a:latin typeface="Arial"/>
              <a:ea typeface="Arial"/>
              <a:cs typeface="Arial"/>
              <a:sym typeface="Arial"/>
            </a:endParaRPr>
          </a:p>
        </p:txBody>
      </p:sp>
      <p:grpSp>
        <p:nvGrpSpPr>
          <p:cNvPr id="1857" name="Google Shape;1857;p14"/>
          <p:cNvGrpSpPr/>
          <p:nvPr/>
        </p:nvGrpSpPr>
        <p:grpSpPr>
          <a:xfrm>
            <a:off x="4795199" y="748804"/>
            <a:ext cx="5557866" cy="3882966"/>
            <a:chOff x="4795199" y="748804"/>
            <a:chExt cx="5557866" cy="3882966"/>
          </a:xfrm>
        </p:grpSpPr>
        <p:sp>
          <p:nvSpPr>
            <p:cNvPr id="1858" name="Google Shape;1858;p14"/>
            <p:cNvSpPr/>
            <p:nvPr/>
          </p:nvSpPr>
          <p:spPr>
            <a:xfrm>
              <a:off x="4795199" y="3345515"/>
              <a:ext cx="63500" cy="279400"/>
            </a:xfrm>
            <a:custGeom>
              <a:rect b="b" l="l" r="r" t="t"/>
              <a:pathLst>
                <a:path extrusionOk="0" h="279400" w="63500">
                  <a:moveTo>
                    <a:pt x="0" y="0"/>
                  </a:moveTo>
                  <a:lnTo>
                    <a:pt x="63500" y="27900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14"/>
            <p:cNvSpPr/>
            <p:nvPr/>
          </p:nvSpPr>
          <p:spPr>
            <a:xfrm>
              <a:off x="5374799" y="4333320"/>
              <a:ext cx="35560" cy="298450"/>
            </a:xfrm>
            <a:custGeom>
              <a:rect b="b" l="l" r="r" t="t"/>
              <a:pathLst>
                <a:path extrusionOk="0" h="298450" w="35560">
                  <a:moveTo>
                    <a:pt x="0" y="298094"/>
                  </a:moveTo>
                  <a:lnTo>
                    <a:pt x="3497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14"/>
            <p:cNvSpPr/>
            <p:nvPr/>
          </p:nvSpPr>
          <p:spPr>
            <a:xfrm>
              <a:off x="7938000" y="3232008"/>
              <a:ext cx="205740" cy="101600"/>
            </a:xfrm>
            <a:custGeom>
              <a:rect b="b" l="l" r="r" t="t"/>
              <a:pathLst>
                <a:path extrusionOk="0" h="101600" w="205740">
                  <a:moveTo>
                    <a:pt x="0" y="101600"/>
                  </a:moveTo>
                  <a:lnTo>
                    <a:pt x="20519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14"/>
            <p:cNvSpPr/>
            <p:nvPr/>
          </p:nvSpPr>
          <p:spPr>
            <a:xfrm>
              <a:off x="9187205" y="748804"/>
              <a:ext cx="1165860" cy="296545"/>
            </a:xfrm>
            <a:custGeom>
              <a:rect b="b" l="l" r="r" t="t"/>
              <a:pathLst>
                <a:path extrusionOk="0" h="296544" w="1165859">
                  <a:moveTo>
                    <a:pt x="1165694" y="93332"/>
                  </a:moveTo>
                  <a:lnTo>
                    <a:pt x="163944" y="93332"/>
                  </a:lnTo>
                  <a:lnTo>
                    <a:pt x="163944" y="0"/>
                  </a:lnTo>
                  <a:lnTo>
                    <a:pt x="0" y="0"/>
                  </a:lnTo>
                  <a:lnTo>
                    <a:pt x="0" y="296532"/>
                  </a:lnTo>
                  <a:lnTo>
                    <a:pt x="50393" y="296532"/>
                  </a:lnTo>
                  <a:lnTo>
                    <a:pt x="163944" y="296532"/>
                  </a:lnTo>
                  <a:lnTo>
                    <a:pt x="1165694" y="296532"/>
                  </a:lnTo>
                  <a:lnTo>
                    <a:pt x="1165694" y="9333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62" name="Google Shape;1862;p14"/>
          <p:cNvSpPr txBox="1"/>
          <p:nvPr/>
        </p:nvSpPr>
        <p:spPr>
          <a:xfrm>
            <a:off x="9224900" y="816830"/>
            <a:ext cx="106489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«Decomposition furnace»</a:t>
            </a:r>
            <a:endParaRPr b="0" i="0" sz="700" u="none" cap="none" strike="noStrike">
              <a:solidFill>
                <a:srgbClr val="000000"/>
              </a:solidFill>
              <a:latin typeface="Arial"/>
              <a:ea typeface="Arial"/>
              <a:cs typeface="Arial"/>
              <a:sym typeface="Arial"/>
            </a:endParaRPr>
          </a:p>
        </p:txBody>
      </p:sp>
      <p:sp>
        <p:nvSpPr>
          <p:cNvPr id="1863" name="Google Shape;1863;p14"/>
          <p:cNvSpPr txBox="1"/>
          <p:nvPr/>
        </p:nvSpPr>
        <p:spPr>
          <a:xfrm>
            <a:off x="9224900" y="947297"/>
            <a:ext cx="1098550"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Temperature approx. 600 °C</a:t>
            </a:r>
            <a:endParaRPr b="0" i="0" sz="600" u="none" cap="none" strike="noStrike">
              <a:solidFill>
                <a:srgbClr val="000000"/>
              </a:solidFill>
              <a:latin typeface="Arial"/>
              <a:ea typeface="Arial"/>
              <a:cs typeface="Arial"/>
              <a:sym typeface="Arial"/>
            </a:endParaRPr>
          </a:p>
        </p:txBody>
      </p:sp>
      <p:sp>
        <p:nvSpPr>
          <p:cNvPr id="1864" name="Google Shape;1864;p14"/>
          <p:cNvSpPr txBox="1"/>
          <p:nvPr/>
        </p:nvSpPr>
        <p:spPr>
          <a:xfrm>
            <a:off x="9539414" y="1129267"/>
            <a:ext cx="769620"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«Superheat layer»</a:t>
            </a:r>
            <a:endParaRPr b="0" i="0" sz="700" u="none" cap="none" strike="noStrike">
              <a:solidFill>
                <a:srgbClr val="000000"/>
              </a:solidFill>
              <a:latin typeface="Arial"/>
              <a:ea typeface="Arial"/>
              <a:cs typeface="Arial"/>
              <a:sym typeface="Arial"/>
            </a:endParaRPr>
          </a:p>
        </p:txBody>
      </p:sp>
      <p:sp>
        <p:nvSpPr>
          <p:cNvPr id="1865" name="Google Shape;1865;p14"/>
          <p:cNvSpPr txBox="1"/>
          <p:nvPr/>
        </p:nvSpPr>
        <p:spPr>
          <a:xfrm>
            <a:off x="9072244" y="2438497"/>
            <a:ext cx="1150620"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Continuous reaction system</a:t>
            </a:r>
            <a:endParaRPr b="0" i="0" sz="700" u="none" cap="none" strike="noStrike">
              <a:solidFill>
                <a:srgbClr val="000000"/>
              </a:solidFill>
              <a:latin typeface="Arial"/>
              <a:ea typeface="Arial"/>
              <a:cs typeface="Arial"/>
              <a:sym typeface="Arial"/>
            </a:endParaRPr>
          </a:p>
        </p:txBody>
      </p:sp>
      <p:sp>
        <p:nvSpPr>
          <p:cNvPr id="1866" name="Google Shape;1866;p14"/>
          <p:cNvSpPr txBox="1"/>
          <p:nvPr/>
        </p:nvSpPr>
        <p:spPr>
          <a:xfrm>
            <a:off x="6300477" y="2955745"/>
            <a:ext cx="574040" cy="372110"/>
          </a:xfrm>
          <a:prstGeom prst="rect">
            <a:avLst/>
          </a:prstGeom>
          <a:noFill/>
          <a:ln>
            <a:noFill/>
          </a:ln>
        </p:spPr>
        <p:txBody>
          <a:bodyPr anchorCtr="0" anchor="t" bIns="0" lIns="0" spcFirstLastPara="1" rIns="0" wrap="square" tIns="40000">
            <a:sp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231F20"/>
                </a:solidFill>
                <a:latin typeface="Arial"/>
                <a:ea typeface="Arial"/>
                <a:cs typeface="Arial"/>
                <a:sym typeface="Arial"/>
              </a:rPr>
              <a:t>⬆⬆⬆⬆⬆⬆ </a:t>
            </a:r>
            <a:endParaRPr b="0" i="0" sz="600" u="none" cap="none" strike="noStrike">
              <a:solidFill>
                <a:srgbClr val="000000"/>
              </a:solidFill>
              <a:latin typeface="Arial"/>
              <a:ea typeface="Arial"/>
              <a:cs typeface="Arial"/>
              <a:sym typeface="Arial"/>
            </a:endParaRPr>
          </a:p>
          <a:p>
            <a:pPr indent="-634" lvl="0" marL="31115" marR="38735" rtl="0" algn="ctr">
              <a:lnSpc>
                <a:spcPct val="100000"/>
              </a:lnSpc>
              <a:spcBef>
                <a:spcPts val="395"/>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Distillated vaporization</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70" name="Shape 1870"/>
        <p:cNvGrpSpPr/>
        <p:nvPr/>
      </p:nvGrpSpPr>
      <p:grpSpPr>
        <a:xfrm>
          <a:off x="0" y="0"/>
          <a:ext cx="0" cy="0"/>
          <a:chOff x="0" y="0"/>
          <a:chExt cx="0" cy="0"/>
        </a:xfrm>
      </p:grpSpPr>
      <p:grpSp>
        <p:nvGrpSpPr>
          <p:cNvPr id="1871" name="Google Shape;1871;p15"/>
          <p:cNvGrpSpPr/>
          <p:nvPr/>
        </p:nvGrpSpPr>
        <p:grpSpPr>
          <a:xfrm>
            <a:off x="634764" y="1586649"/>
            <a:ext cx="8588913" cy="5547698"/>
            <a:chOff x="634764" y="1586649"/>
            <a:chExt cx="8588913" cy="5547698"/>
          </a:xfrm>
        </p:grpSpPr>
        <p:pic>
          <p:nvPicPr>
            <p:cNvPr id="1872" name="Google Shape;1872;p15"/>
            <p:cNvPicPr preferRelativeResize="0"/>
            <p:nvPr/>
          </p:nvPicPr>
          <p:blipFill rotWithShape="1">
            <a:blip r:embed="rId3">
              <a:alphaModFix/>
            </a:blip>
            <a:srcRect b="0" l="0" r="0" t="0"/>
            <a:stretch/>
          </p:blipFill>
          <p:spPr>
            <a:xfrm>
              <a:off x="634764" y="2600963"/>
              <a:ext cx="8588913" cy="4533384"/>
            </a:xfrm>
            <a:prstGeom prst="rect">
              <a:avLst/>
            </a:prstGeom>
            <a:noFill/>
            <a:ln>
              <a:noFill/>
            </a:ln>
          </p:spPr>
        </p:pic>
        <p:pic>
          <p:nvPicPr>
            <p:cNvPr id="1873" name="Google Shape;1873;p15"/>
            <p:cNvPicPr preferRelativeResize="0"/>
            <p:nvPr/>
          </p:nvPicPr>
          <p:blipFill rotWithShape="1">
            <a:blip r:embed="rId4">
              <a:alphaModFix/>
            </a:blip>
            <a:srcRect b="0" l="0" r="0" t="0"/>
            <a:stretch/>
          </p:blipFill>
          <p:spPr>
            <a:xfrm>
              <a:off x="2308275" y="1586649"/>
              <a:ext cx="803008" cy="1030998"/>
            </a:xfrm>
            <a:prstGeom prst="rect">
              <a:avLst/>
            </a:prstGeom>
            <a:noFill/>
            <a:ln>
              <a:noFill/>
            </a:ln>
          </p:spPr>
        </p:pic>
        <p:pic>
          <p:nvPicPr>
            <p:cNvPr id="1874" name="Google Shape;1874;p15"/>
            <p:cNvPicPr preferRelativeResize="0"/>
            <p:nvPr/>
          </p:nvPicPr>
          <p:blipFill rotWithShape="1">
            <a:blip r:embed="rId5">
              <a:alphaModFix/>
            </a:blip>
            <a:srcRect b="0" l="0" r="0" t="0"/>
            <a:stretch/>
          </p:blipFill>
          <p:spPr>
            <a:xfrm>
              <a:off x="3190481" y="1586649"/>
              <a:ext cx="772820" cy="1030998"/>
            </a:xfrm>
            <a:prstGeom prst="rect">
              <a:avLst/>
            </a:prstGeom>
            <a:noFill/>
            <a:ln>
              <a:noFill/>
            </a:ln>
          </p:spPr>
        </p:pic>
        <p:pic>
          <p:nvPicPr>
            <p:cNvPr id="1875" name="Google Shape;1875;p15"/>
            <p:cNvPicPr preferRelativeResize="0"/>
            <p:nvPr/>
          </p:nvPicPr>
          <p:blipFill rotWithShape="1">
            <a:blip r:embed="rId6">
              <a:alphaModFix/>
            </a:blip>
            <a:srcRect b="0" l="0" r="0" t="0"/>
            <a:stretch/>
          </p:blipFill>
          <p:spPr>
            <a:xfrm>
              <a:off x="4914099" y="1586649"/>
              <a:ext cx="789177" cy="1030998"/>
            </a:xfrm>
            <a:prstGeom prst="rect">
              <a:avLst/>
            </a:prstGeom>
            <a:noFill/>
            <a:ln>
              <a:noFill/>
            </a:ln>
          </p:spPr>
        </p:pic>
        <p:pic>
          <p:nvPicPr>
            <p:cNvPr id="1876" name="Google Shape;1876;p15"/>
            <p:cNvPicPr preferRelativeResize="0"/>
            <p:nvPr/>
          </p:nvPicPr>
          <p:blipFill rotWithShape="1">
            <a:blip r:embed="rId7">
              <a:alphaModFix/>
            </a:blip>
            <a:srcRect b="0" l="0" r="0" t="0"/>
            <a:stretch/>
          </p:blipFill>
          <p:spPr>
            <a:xfrm>
              <a:off x="4059872" y="1586649"/>
              <a:ext cx="777595" cy="1030998"/>
            </a:xfrm>
            <a:prstGeom prst="rect">
              <a:avLst/>
            </a:prstGeom>
            <a:noFill/>
            <a:ln>
              <a:noFill/>
            </a:ln>
          </p:spPr>
        </p:pic>
        <p:pic>
          <p:nvPicPr>
            <p:cNvPr id="1877" name="Google Shape;1877;p15"/>
            <p:cNvPicPr preferRelativeResize="0"/>
            <p:nvPr/>
          </p:nvPicPr>
          <p:blipFill rotWithShape="1">
            <a:blip r:embed="rId8">
              <a:alphaModFix/>
            </a:blip>
            <a:srcRect b="0" l="0" r="0" t="0"/>
            <a:stretch/>
          </p:blipFill>
          <p:spPr>
            <a:xfrm>
              <a:off x="5776874" y="1586649"/>
              <a:ext cx="806602" cy="1030998"/>
            </a:xfrm>
            <a:prstGeom prst="rect">
              <a:avLst/>
            </a:prstGeom>
            <a:noFill/>
            <a:ln>
              <a:noFill/>
            </a:ln>
          </p:spPr>
        </p:pic>
        <p:pic>
          <p:nvPicPr>
            <p:cNvPr id="1878" name="Google Shape;1878;p15"/>
            <p:cNvPicPr preferRelativeResize="0"/>
            <p:nvPr/>
          </p:nvPicPr>
          <p:blipFill rotWithShape="1">
            <a:blip r:embed="rId9">
              <a:alphaModFix/>
            </a:blip>
            <a:srcRect b="0" l="0" r="0" t="0"/>
            <a:stretch/>
          </p:blipFill>
          <p:spPr>
            <a:xfrm>
              <a:off x="6659372" y="1586649"/>
              <a:ext cx="784504" cy="1030998"/>
            </a:xfrm>
            <a:prstGeom prst="rect">
              <a:avLst/>
            </a:prstGeom>
            <a:noFill/>
            <a:ln>
              <a:noFill/>
            </a:ln>
          </p:spPr>
        </p:pic>
        <p:pic>
          <p:nvPicPr>
            <p:cNvPr id="1879" name="Google Shape;1879;p15"/>
            <p:cNvPicPr preferRelativeResize="0"/>
            <p:nvPr/>
          </p:nvPicPr>
          <p:blipFill rotWithShape="1">
            <a:blip r:embed="rId10">
              <a:alphaModFix/>
            </a:blip>
            <a:srcRect b="0" l="0" r="0" t="0"/>
            <a:stretch/>
          </p:blipFill>
          <p:spPr>
            <a:xfrm>
              <a:off x="7515174" y="1586649"/>
              <a:ext cx="807110" cy="1030998"/>
            </a:xfrm>
            <a:prstGeom prst="rect">
              <a:avLst/>
            </a:prstGeom>
            <a:noFill/>
            <a:ln>
              <a:noFill/>
            </a:ln>
          </p:spPr>
        </p:pic>
      </p:grpSp>
      <p:sp>
        <p:nvSpPr>
          <p:cNvPr id="1880" name="Google Shape;1880;p15"/>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1881" name="Google Shape;1881;p15"/>
          <p:cNvGrpSpPr/>
          <p:nvPr/>
        </p:nvGrpSpPr>
        <p:grpSpPr>
          <a:xfrm>
            <a:off x="9273599" y="180301"/>
            <a:ext cx="1238885" cy="114904"/>
            <a:chOff x="9273599" y="180301"/>
            <a:chExt cx="1238885" cy="114904"/>
          </a:xfrm>
        </p:grpSpPr>
        <p:sp>
          <p:nvSpPr>
            <p:cNvPr id="1882" name="Google Shape;1882;p15"/>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83" name="Google Shape;1883;p15"/>
            <p:cNvPicPr preferRelativeResize="0"/>
            <p:nvPr/>
          </p:nvPicPr>
          <p:blipFill rotWithShape="1">
            <a:blip r:embed="rId11">
              <a:alphaModFix/>
            </a:blip>
            <a:srcRect b="0" l="0" r="0" t="0"/>
            <a:stretch/>
          </p:blipFill>
          <p:spPr>
            <a:xfrm>
              <a:off x="9305594" y="180305"/>
              <a:ext cx="97408" cy="81000"/>
            </a:xfrm>
            <a:prstGeom prst="rect">
              <a:avLst/>
            </a:prstGeom>
            <a:noFill/>
            <a:ln>
              <a:noFill/>
            </a:ln>
          </p:spPr>
        </p:pic>
        <p:sp>
          <p:nvSpPr>
            <p:cNvPr id="1884" name="Google Shape;1884;p15"/>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85" name="Google Shape;1885;p15"/>
            <p:cNvPicPr preferRelativeResize="0"/>
            <p:nvPr/>
          </p:nvPicPr>
          <p:blipFill rotWithShape="1">
            <a:blip r:embed="rId12">
              <a:alphaModFix/>
            </a:blip>
            <a:srcRect b="0" l="0" r="0" t="0"/>
            <a:stretch/>
          </p:blipFill>
          <p:spPr>
            <a:xfrm>
              <a:off x="9474179" y="180305"/>
              <a:ext cx="95719" cy="81000"/>
            </a:xfrm>
            <a:prstGeom prst="rect">
              <a:avLst/>
            </a:prstGeom>
            <a:noFill/>
            <a:ln>
              <a:noFill/>
            </a:ln>
          </p:spPr>
        </p:pic>
      </p:grpSp>
      <p:grpSp>
        <p:nvGrpSpPr>
          <p:cNvPr id="1886" name="Google Shape;1886;p15"/>
          <p:cNvGrpSpPr/>
          <p:nvPr/>
        </p:nvGrpSpPr>
        <p:grpSpPr>
          <a:xfrm>
            <a:off x="8639998" y="180300"/>
            <a:ext cx="573311" cy="81280"/>
            <a:chOff x="8639998" y="180300"/>
            <a:chExt cx="573311" cy="81280"/>
          </a:xfrm>
        </p:grpSpPr>
        <p:pic>
          <p:nvPicPr>
            <p:cNvPr id="1887" name="Google Shape;1887;p15"/>
            <p:cNvPicPr preferRelativeResize="0"/>
            <p:nvPr/>
          </p:nvPicPr>
          <p:blipFill rotWithShape="1">
            <a:blip r:embed="rId13">
              <a:alphaModFix/>
            </a:blip>
            <a:srcRect b="0" l="0" r="0" t="0"/>
            <a:stretch/>
          </p:blipFill>
          <p:spPr>
            <a:xfrm>
              <a:off x="8760571" y="180305"/>
              <a:ext cx="97396" cy="81000"/>
            </a:xfrm>
            <a:prstGeom prst="rect">
              <a:avLst/>
            </a:prstGeom>
            <a:noFill/>
            <a:ln>
              <a:noFill/>
            </a:ln>
          </p:spPr>
        </p:pic>
        <p:pic>
          <p:nvPicPr>
            <p:cNvPr id="1888" name="Google Shape;1888;p15"/>
            <p:cNvPicPr preferRelativeResize="0"/>
            <p:nvPr/>
          </p:nvPicPr>
          <p:blipFill rotWithShape="1">
            <a:blip r:embed="rId14">
              <a:alphaModFix/>
            </a:blip>
            <a:srcRect b="0" l="0" r="0" t="0"/>
            <a:stretch/>
          </p:blipFill>
          <p:spPr>
            <a:xfrm>
              <a:off x="8880355" y="180305"/>
              <a:ext cx="216256" cy="81000"/>
            </a:xfrm>
            <a:prstGeom prst="rect">
              <a:avLst/>
            </a:prstGeom>
            <a:noFill/>
            <a:ln>
              <a:noFill/>
            </a:ln>
          </p:spPr>
        </p:pic>
        <p:pic>
          <p:nvPicPr>
            <p:cNvPr id="1889" name="Google Shape;1889;p15"/>
            <p:cNvPicPr preferRelativeResize="0"/>
            <p:nvPr/>
          </p:nvPicPr>
          <p:blipFill rotWithShape="1">
            <a:blip r:embed="rId15">
              <a:alphaModFix/>
            </a:blip>
            <a:srcRect b="0" l="0" r="0" t="0"/>
            <a:stretch/>
          </p:blipFill>
          <p:spPr>
            <a:xfrm>
              <a:off x="9118352" y="180305"/>
              <a:ext cx="94957" cy="81000"/>
            </a:xfrm>
            <a:prstGeom prst="rect">
              <a:avLst/>
            </a:prstGeom>
            <a:noFill/>
            <a:ln>
              <a:noFill/>
            </a:ln>
          </p:spPr>
        </p:pic>
        <p:sp>
          <p:nvSpPr>
            <p:cNvPr id="1890" name="Google Shape;1890;p15"/>
            <p:cNvSpPr/>
            <p:nvPr/>
          </p:nvSpPr>
          <p:spPr>
            <a:xfrm>
              <a:off x="8639998"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91" name="Google Shape;1891;p15"/>
            <p:cNvPicPr preferRelativeResize="0"/>
            <p:nvPr/>
          </p:nvPicPr>
          <p:blipFill rotWithShape="1">
            <a:blip r:embed="rId16">
              <a:alphaModFix/>
            </a:blip>
            <a:srcRect b="0" l="0" r="0" t="0"/>
            <a:stretch/>
          </p:blipFill>
          <p:spPr>
            <a:xfrm>
              <a:off x="8640927" y="181229"/>
              <a:ext cx="18338" cy="36207"/>
            </a:xfrm>
            <a:prstGeom prst="rect">
              <a:avLst/>
            </a:prstGeom>
            <a:noFill/>
            <a:ln>
              <a:noFill/>
            </a:ln>
          </p:spPr>
        </p:pic>
        <p:sp>
          <p:nvSpPr>
            <p:cNvPr id="1892" name="Google Shape;1892;p15"/>
            <p:cNvSpPr/>
            <p:nvPr/>
          </p:nvSpPr>
          <p:spPr>
            <a:xfrm>
              <a:off x="8639998"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93" name="Google Shape;1893;p15"/>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15</a:t>
            </a:r>
            <a:endParaRPr b="0" i="0" sz="600" u="none" cap="none" strike="noStrike">
              <a:solidFill>
                <a:srgbClr val="000000"/>
              </a:solidFill>
              <a:latin typeface="Arial"/>
              <a:ea typeface="Arial"/>
              <a:cs typeface="Arial"/>
              <a:sym typeface="Arial"/>
            </a:endParaRPr>
          </a:p>
        </p:txBody>
      </p:sp>
      <p:grpSp>
        <p:nvGrpSpPr>
          <p:cNvPr id="1894" name="Google Shape;1894;p15"/>
          <p:cNvGrpSpPr/>
          <p:nvPr/>
        </p:nvGrpSpPr>
        <p:grpSpPr>
          <a:xfrm>
            <a:off x="2308269" y="1314005"/>
            <a:ext cx="3395134" cy="0"/>
            <a:chOff x="2308269" y="1314005"/>
            <a:chExt cx="3395134" cy="0"/>
          </a:xfrm>
        </p:grpSpPr>
        <p:sp>
          <p:nvSpPr>
            <p:cNvPr id="1895" name="Google Shape;1895;p15"/>
            <p:cNvSpPr/>
            <p:nvPr/>
          </p:nvSpPr>
          <p:spPr>
            <a:xfrm>
              <a:off x="2308269" y="1314005"/>
              <a:ext cx="803275" cy="0"/>
            </a:xfrm>
            <a:custGeom>
              <a:rect b="b" l="l" r="r" t="t"/>
              <a:pathLst>
                <a:path extrusionOk="0" h="120000" w="803275">
                  <a:moveTo>
                    <a:pt x="0" y="0"/>
                  </a:moveTo>
                  <a:lnTo>
                    <a:pt x="803008" y="0"/>
                  </a:lnTo>
                </a:path>
              </a:pathLst>
            </a:custGeom>
            <a:noFill/>
            <a:ln cap="flat" cmpd="sng" w="30200">
              <a:solidFill>
                <a:srgbClr val="D223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15"/>
            <p:cNvSpPr/>
            <p:nvPr/>
          </p:nvSpPr>
          <p:spPr>
            <a:xfrm>
              <a:off x="3111275" y="1314005"/>
              <a:ext cx="79375" cy="0"/>
            </a:xfrm>
            <a:custGeom>
              <a:rect b="b" l="l" r="r" t="t"/>
              <a:pathLst>
                <a:path extrusionOk="0" h="120000" w="79375">
                  <a:moveTo>
                    <a:pt x="0" y="0"/>
                  </a:moveTo>
                  <a:lnTo>
                    <a:pt x="79197" y="0"/>
                  </a:lnTo>
                </a:path>
              </a:pathLst>
            </a:custGeom>
            <a:noFill/>
            <a:ln cap="flat" cmpd="sng" w="30200">
              <a:solidFill>
                <a:srgbClr val="D223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15"/>
            <p:cNvSpPr/>
            <p:nvPr/>
          </p:nvSpPr>
          <p:spPr>
            <a:xfrm>
              <a:off x="3190474" y="1314005"/>
              <a:ext cx="773430" cy="0"/>
            </a:xfrm>
            <a:custGeom>
              <a:rect b="b" l="l" r="r" t="t"/>
              <a:pathLst>
                <a:path extrusionOk="0" h="120000" w="773429">
                  <a:moveTo>
                    <a:pt x="0" y="0"/>
                  </a:moveTo>
                  <a:lnTo>
                    <a:pt x="772820" y="0"/>
                  </a:lnTo>
                </a:path>
              </a:pathLst>
            </a:custGeom>
            <a:noFill/>
            <a:ln cap="flat" cmpd="sng" w="30200">
              <a:solidFill>
                <a:srgbClr val="D223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15"/>
            <p:cNvSpPr/>
            <p:nvPr/>
          </p:nvSpPr>
          <p:spPr>
            <a:xfrm>
              <a:off x="3963288" y="1314005"/>
              <a:ext cx="97155" cy="0"/>
            </a:xfrm>
            <a:custGeom>
              <a:rect b="b" l="l" r="r" t="t"/>
              <a:pathLst>
                <a:path extrusionOk="0" h="120000" w="97154">
                  <a:moveTo>
                    <a:pt x="0" y="0"/>
                  </a:moveTo>
                  <a:lnTo>
                    <a:pt x="96583" y="0"/>
                  </a:lnTo>
                </a:path>
              </a:pathLst>
            </a:custGeom>
            <a:noFill/>
            <a:ln cap="flat" cmpd="sng" w="30200">
              <a:solidFill>
                <a:srgbClr val="D223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15"/>
            <p:cNvSpPr/>
            <p:nvPr/>
          </p:nvSpPr>
          <p:spPr>
            <a:xfrm>
              <a:off x="4059875" y="1314005"/>
              <a:ext cx="777875" cy="0"/>
            </a:xfrm>
            <a:custGeom>
              <a:rect b="b" l="l" r="r" t="t"/>
              <a:pathLst>
                <a:path extrusionOk="0" h="120000" w="777875">
                  <a:moveTo>
                    <a:pt x="0" y="0"/>
                  </a:moveTo>
                  <a:lnTo>
                    <a:pt x="777595" y="0"/>
                  </a:lnTo>
                </a:path>
              </a:pathLst>
            </a:custGeom>
            <a:noFill/>
            <a:ln cap="flat" cmpd="sng" w="30200">
              <a:solidFill>
                <a:srgbClr val="D223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15"/>
            <p:cNvSpPr/>
            <p:nvPr/>
          </p:nvSpPr>
          <p:spPr>
            <a:xfrm>
              <a:off x="4837474" y="1314005"/>
              <a:ext cx="76835" cy="0"/>
            </a:xfrm>
            <a:custGeom>
              <a:rect b="b" l="l" r="r" t="t"/>
              <a:pathLst>
                <a:path extrusionOk="0" h="120000" w="76835">
                  <a:moveTo>
                    <a:pt x="0" y="0"/>
                  </a:moveTo>
                  <a:lnTo>
                    <a:pt x="76619" y="0"/>
                  </a:lnTo>
                </a:path>
              </a:pathLst>
            </a:custGeom>
            <a:noFill/>
            <a:ln cap="flat" cmpd="sng" w="30200">
              <a:solidFill>
                <a:srgbClr val="D223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15"/>
            <p:cNvSpPr/>
            <p:nvPr/>
          </p:nvSpPr>
          <p:spPr>
            <a:xfrm>
              <a:off x="4914098" y="1314005"/>
              <a:ext cx="789305" cy="0"/>
            </a:xfrm>
            <a:custGeom>
              <a:rect b="b" l="l" r="r" t="t"/>
              <a:pathLst>
                <a:path extrusionOk="0" h="120000" w="789304">
                  <a:moveTo>
                    <a:pt x="0" y="0"/>
                  </a:moveTo>
                  <a:lnTo>
                    <a:pt x="789178" y="0"/>
                  </a:lnTo>
                </a:path>
              </a:pathLst>
            </a:custGeom>
            <a:noFill/>
            <a:ln cap="flat" cmpd="sng" w="30200">
              <a:solidFill>
                <a:srgbClr val="D2232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2" name="Google Shape;1902;p15"/>
          <p:cNvGrpSpPr/>
          <p:nvPr/>
        </p:nvGrpSpPr>
        <p:grpSpPr>
          <a:xfrm>
            <a:off x="5776870" y="1314005"/>
            <a:ext cx="2546019" cy="0"/>
            <a:chOff x="5776870" y="1314005"/>
            <a:chExt cx="2546019" cy="0"/>
          </a:xfrm>
        </p:grpSpPr>
        <p:sp>
          <p:nvSpPr>
            <p:cNvPr id="1903" name="Google Shape;1903;p15"/>
            <p:cNvSpPr/>
            <p:nvPr/>
          </p:nvSpPr>
          <p:spPr>
            <a:xfrm>
              <a:off x="5776870" y="1314005"/>
              <a:ext cx="807085" cy="0"/>
            </a:xfrm>
            <a:custGeom>
              <a:rect b="b" l="l" r="r" t="t"/>
              <a:pathLst>
                <a:path extrusionOk="0" h="120000" w="807084">
                  <a:moveTo>
                    <a:pt x="0" y="0"/>
                  </a:moveTo>
                  <a:lnTo>
                    <a:pt x="806602" y="0"/>
                  </a:lnTo>
                </a:path>
              </a:pathLst>
            </a:custGeom>
            <a:noFill/>
            <a:ln cap="flat" cmpd="sng" w="30200">
              <a:solidFill>
                <a:srgbClr val="007FB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15"/>
            <p:cNvSpPr/>
            <p:nvPr/>
          </p:nvSpPr>
          <p:spPr>
            <a:xfrm>
              <a:off x="6583475" y="1314005"/>
              <a:ext cx="76200" cy="0"/>
            </a:xfrm>
            <a:custGeom>
              <a:rect b="b" l="l" r="r" t="t"/>
              <a:pathLst>
                <a:path extrusionOk="0" h="120000" w="76200">
                  <a:moveTo>
                    <a:pt x="0" y="0"/>
                  </a:moveTo>
                  <a:lnTo>
                    <a:pt x="75895" y="0"/>
                  </a:lnTo>
                </a:path>
              </a:pathLst>
            </a:custGeom>
            <a:noFill/>
            <a:ln cap="flat" cmpd="sng" w="30200">
              <a:solidFill>
                <a:srgbClr val="007FB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15"/>
            <p:cNvSpPr/>
            <p:nvPr/>
          </p:nvSpPr>
          <p:spPr>
            <a:xfrm>
              <a:off x="6659369" y="1314005"/>
              <a:ext cx="784860" cy="0"/>
            </a:xfrm>
            <a:custGeom>
              <a:rect b="b" l="l" r="r" t="t"/>
              <a:pathLst>
                <a:path extrusionOk="0" h="120000" w="784859">
                  <a:moveTo>
                    <a:pt x="0" y="0"/>
                  </a:moveTo>
                  <a:lnTo>
                    <a:pt x="784504" y="0"/>
                  </a:lnTo>
                </a:path>
              </a:pathLst>
            </a:custGeom>
            <a:noFill/>
            <a:ln cap="flat" cmpd="sng" w="30200">
              <a:solidFill>
                <a:srgbClr val="007FB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15"/>
            <p:cNvSpPr/>
            <p:nvPr/>
          </p:nvSpPr>
          <p:spPr>
            <a:xfrm>
              <a:off x="7443875" y="1314005"/>
              <a:ext cx="71755" cy="0"/>
            </a:xfrm>
            <a:custGeom>
              <a:rect b="b" l="l" r="r" t="t"/>
              <a:pathLst>
                <a:path extrusionOk="0" h="120000" w="71754">
                  <a:moveTo>
                    <a:pt x="0" y="0"/>
                  </a:moveTo>
                  <a:lnTo>
                    <a:pt x="71297" y="0"/>
                  </a:lnTo>
                </a:path>
              </a:pathLst>
            </a:custGeom>
            <a:noFill/>
            <a:ln cap="flat" cmpd="sng" w="30200">
              <a:solidFill>
                <a:srgbClr val="007FB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15"/>
            <p:cNvSpPr/>
            <p:nvPr/>
          </p:nvSpPr>
          <p:spPr>
            <a:xfrm>
              <a:off x="7515169" y="1314005"/>
              <a:ext cx="807720" cy="0"/>
            </a:xfrm>
            <a:custGeom>
              <a:rect b="b" l="l" r="r" t="t"/>
              <a:pathLst>
                <a:path extrusionOk="0" h="120000" w="807720">
                  <a:moveTo>
                    <a:pt x="0" y="0"/>
                  </a:moveTo>
                  <a:lnTo>
                    <a:pt x="807110" y="0"/>
                  </a:lnTo>
                </a:path>
              </a:pathLst>
            </a:custGeom>
            <a:noFill/>
            <a:ln cap="flat" cmpd="sng" w="30200">
              <a:solidFill>
                <a:srgbClr val="007FB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08" name="Google Shape;1908;p15"/>
          <p:cNvSpPr txBox="1"/>
          <p:nvPr/>
        </p:nvSpPr>
        <p:spPr>
          <a:xfrm>
            <a:off x="5068299" y="1022314"/>
            <a:ext cx="60579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Asphaltenes</a:t>
            </a:r>
            <a:endParaRPr b="0" i="0" sz="800" u="none" cap="none" strike="noStrike">
              <a:solidFill>
                <a:srgbClr val="000000"/>
              </a:solidFill>
              <a:latin typeface="Arial"/>
              <a:ea typeface="Arial"/>
              <a:cs typeface="Arial"/>
              <a:sym typeface="Arial"/>
            </a:endParaRPr>
          </a:p>
        </p:txBody>
      </p:sp>
      <p:sp>
        <p:nvSpPr>
          <p:cNvPr id="1909" name="Google Shape;1909;p15"/>
          <p:cNvSpPr txBox="1"/>
          <p:nvPr/>
        </p:nvSpPr>
        <p:spPr>
          <a:xfrm>
            <a:off x="7712181" y="1340436"/>
            <a:ext cx="414020" cy="243204"/>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231F20"/>
                </a:solidFill>
                <a:latin typeface="Arial"/>
                <a:ea typeface="Arial"/>
                <a:cs typeface="Arial"/>
                <a:sym typeface="Arial"/>
              </a:rPr>
              <a:t>60℃</a:t>
            </a:r>
            <a:endParaRPr b="0" i="0" sz="1400" u="none" cap="none" strike="noStrike">
              <a:solidFill>
                <a:srgbClr val="000000"/>
              </a:solidFill>
              <a:latin typeface="Arial"/>
              <a:ea typeface="Arial"/>
              <a:cs typeface="Arial"/>
              <a:sym typeface="Arial"/>
            </a:endParaRPr>
          </a:p>
        </p:txBody>
      </p:sp>
      <p:sp>
        <p:nvSpPr>
          <p:cNvPr id="1910" name="Google Shape;1910;p15"/>
          <p:cNvSpPr txBox="1"/>
          <p:nvPr/>
        </p:nvSpPr>
        <p:spPr>
          <a:xfrm>
            <a:off x="2518095" y="2359538"/>
            <a:ext cx="383540" cy="2470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90 min.</a:t>
            </a:r>
            <a:endParaRPr b="0" i="0" sz="800" u="none" cap="none" strike="noStrike">
              <a:solidFill>
                <a:srgbClr val="000000"/>
              </a:solidFill>
              <a:latin typeface="Arial"/>
              <a:ea typeface="Arial"/>
              <a:cs typeface="Arial"/>
              <a:sym typeface="Arial"/>
            </a:endParaRPr>
          </a:p>
          <a:p>
            <a:pPr indent="0" lvl="0" marL="67310" marR="0" rtl="0" algn="l">
              <a:lnSpc>
                <a:spcPct val="100000"/>
              </a:lnSpc>
              <a:spcBef>
                <a:spcPts val="8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&lt;1.5h&gt;</a:t>
            </a:r>
            <a:endParaRPr b="0" i="0" sz="550" u="none" cap="none" strike="noStrike">
              <a:solidFill>
                <a:srgbClr val="000000"/>
              </a:solidFill>
              <a:latin typeface="Arial"/>
              <a:ea typeface="Arial"/>
              <a:cs typeface="Arial"/>
              <a:sym typeface="Arial"/>
            </a:endParaRPr>
          </a:p>
        </p:txBody>
      </p:sp>
      <p:sp>
        <p:nvSpPr>
          <p:cNvPr id="1911" name="Google Shape;1911;p15"/>
          <p:cNvSpPr txBox="1"/>
          <p:nvPr/>
        </p:nvSpPr>
        <p:spPr>
          <a:xfrm>
            <a:off x="3355268" y="2359538"/>
            <a:ext cx="443230" cy="247015"/>
          </a:xfrm>
          <a:prstGeom prst="rect">
            <a:avLst/>
          </a:prstGeom>
          <a:noFill/>
          <a:ln>
            <a:noFill/>
          </a:ln>
        </p:spPr>
        <p:txBody>
          <a:bodyPr anchorCtr="0" anchor="t" bIns="0" lIns="0" spcFirstLastPara="1" rIns="0" wrap="square" tIns="17125">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180 min.</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8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&lt;3h&gt;</a:t>
            </a:r>
            <a:endParaRPr b="0" i="0" sz="550" u="none" cap="none" strike="noStrike">
              <a:solidFill>
                <a:srgbClr val="000000"/>
              </a:solidFill>
              <a:latin typeface="Arial"/>
              <a:ea typeface="Arial"/>
              <a:cs typeface="Arial"/>
              <a:sym typeface="Arial"/>
            </a:endParaRPr>
          </a:p>
        </p:txBody>
      </p:sp>
      <p:sp>
        <p:nvSpPr>
          <p:cNvPr id="1912" name="Google Shape;1912;p15"/>
          <p:cNvSpPr txBox="1"/>
          <p:nvPr/>
        </p:nvSpPr>
        <p:spPr>
          <a:xfrm>
            <a:off x="4227061" y="2359538"/>
            <a:ext cx="443230" cy="247015"/>
          </a:xfrm>
          <a:prstGeom prst="rect">
            <a:avLst/>
          </a:prstGeom>
          <a:noFill/>
          <a:ln>
            <a:noFill/>
          </a:ln>
        </p:spPr>
        <p:txBody>
          <a:bodyPr anchorCtr="0" anchor="t" bIns="0" lIns="0" spcFirstLastPara="1" rIns="0" wrap="square" tIns="17125">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270 min.</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8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&lt;4.5h&gt;</a:t>
            </a:r>
            <a:endParaRPr b="0" i="0" sz="550" u="none" cap="none" strike="noStrike">
              <a:solidFill>
                <a:srgbClr val="000000"/>
              </a:solidFill>
              <a:latin typeface="Arial"/>
              <a:ea typeface="Arial"/>
              <a:cs typeface="Arial"/>
              <a:sym typeface="Arial"/>
            </a:endParaRPr>
          </a:p>
        </p:txBody>
      </p:sp>
      <p:sp>
        <p:nvSpPr>
          <p:cNvPr id="1913" name="Google Shape;1913;p15"/>
          <p:cNvSpPr txBox="1"/>
          <p:nvPr/>
        </p:nvSpPr>
        <p:spPr>
          <a:xfrm>
            <a:off x="5087072" y="2359538"/>
            <a:ext cx="443230" cy="247015"/>
          </a:xfrm>
          <a:prstGeom prst="rect">
            <a:avLst/>
          </a:prstGeom>
          <a:noFill/>
          <a:ln>
            <a:noFill/>
          </a:ln>
        </p:spPr>
        <p:txBody>
          <a:bodyPr anchorCtr="0" anchor="t" bIns="0" lIns="0" spcFirstLastPara="1" rIns="0" wrap="square" tIns="17125">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360 min.</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8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&lt;6h&gt;</a:t>
            </a:r>
            <a:endParaRPr b="0" i="0" sz="550" u="none" cap="none" strike="noStrike">
              <a:solidFill>
                <a:srgbClr val="000000"/>
              </a:solidFill>
              <a:latin typeface="Arial"/>
              <a:ea typeface="Arial"/>
              <a:cs typeface="Arial"/>
              <a:sym typeface="Arial"/>
            </a:endParaRPr>
          </a:p>
        </p:txBody>
      </p:sp>
      <p:sp>
        <p:nvSpPr>
          <p:cNvPr id="1914" name="Google Shape;1914;p15"/>
          <p:cNvSpPr txBox="1"/>
          <p:nvPr/>
        </p:nvSpPr>
        <p:spPr>
          <a:xfrm>
            <a:off x="5958559" y="2359538"/>
            <a:ext cx="443230" cy="247015"/>
          </a:xfrm>
          <a:prstGeom prst="rect">
            <a:avLst/>
          </a:prstGeom>
          <a:noFill/>
          <a:ln>
            <a:noFill/>
          </a:ln>
        </p:spPr>
        <p:txBody>
          <a:bodyPr anchorCtr="0" anchor="t" bIns="0" lIns="0" spcFirstLastPara="1" rIns="0" wrap="square" tIns="17125">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450 min.</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8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&lt;7.5h&gt;</a:t>
            </a:r>
            <a:endParaRPr b="0" i="0" sz="550" u="none" cap="none" strike="noStrike">
              <a:solidFill>
                <a:srgbClr val="000000"/>
              </a:solidFill>
              <a:latin typeface="Arial"/>
              <a:ea typeface="Arial"/>
              <a:cs typeface="Arial"/>
              <a:sym typeface="Arial"/>
            </a:endParaRPr>
          </a:p>
        </p:txBody>
      </p:sp>
      <p:sp>
        <p:nvSpPr>
          <p:cNvPr id="1915" name="Google Shape;1915;p15"/>
          <p:cNvSpPr txBox="1"/>
          <p:nvPr/>
        </p:nvSpPr>
        <p:spPr>
          <a:xfrm>
            <a:off x="6830009" y="2359538"/>
            <a:ext cx="443230" cy="247015"/>
          </a:xfrm>
          <a:prstGeom prst="rect">
            <a:avLst/>
          </a:prstGeom>
          <a:noFill/>
          <a:ln>
            <a:noFill/>
          </a:ln>
        </p:spPr>
        <p:txBody>
          <a:bodyPr anchorCtr="0" anchor="t" bIns="0" lIns="0" spcFirstLastPara="1" rIns="0" wrap="square" tIns="17125">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540 min.</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8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&lt;9h&gt;</a:t>
            </a:r>
            <a:endParaRPr b="0" i="0" sz="550" u="none" cap="none" strike="noStrike">
              <a:solidFill>
                <a:srgbClr val="000000"/>
              </a:solidFill>
              <a:latin typeface="Arial"/>
              <a:ea typeface="Arial"/>
              <a:cs typeface="Arial"/>
              <a:sym typeface="Arial"/>
            </a:endParaRPr>
          </a:p>
        </p:txBody>
      </p:sp>
      <p:sp>
        <p:nvSpPr>
          <p:cNvPr id="1916" name="Google Shape;1916;p15"/>
          <p:cNvSpPr txBox="1"/>
          <p:nvPr/>
        </p:nvSpPr>
        <p:spPr>
          <a:xfrm>
            <a:off x="7697107" y="2359538"/>
            <a:ext cx="443230" cy="247015"/>
          </a:xfrm>
          <a:prstGeom prst="rect">
            <a:avLst/>
          </a:prstGeom>
          <a:noFill/>
          <a:ln>
            <a:noFill/>
          </a:ln>
        </p:spPr>
        <p:txBody>
          <a:bodyPr anchorCtr="0" anchor="t" bIns="0" lIns="0" spcFirstLastPara="1" rIns="0" wrap="square" tIns="17125">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630 min.</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8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&lt;10.5h&gt;</a:t>
            </a:r>
            <a:endParaRPr b="0" i="0" sz="550" u="none" cap="none" strike="noStrike">
              <a:solidFill>
                <a:srgbClr val="000000"/>
              </a:solidFill>
              <a:latin typeface="Arial"/>
              <a:ea typeface="Arial"/>
              <a:cs typeface="Arial"/>
              <a:sym typeface="Arial"/>
            </a:endParaRPr>
          </a:p>
        </p:txBody>
      </p:sp>
      <p:sp>
        <p:nvSpPr>
          <p:cNvPr id="1917" name="Google Shape;1917;p15"/>
          <p:cNvSpPr txBox="1"/>
          <p:nvPr/>
        </p:nvSpPr>
        <p:spPr>
          <a:xfrm>
            <a:off x="1113602" y="527272"/>
            <a:ext cx="4366260" cy="26352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616264"/>
                </a:solidFill>
                <a:latin typeface="Arial"/>
                <a:ea typeface="Arial"/>
                <a:cs typeface="Arial"/>
                <a:sym typeface="Arial"/>
              </a:rPr>
              <a:t>I</a:t>
            </a:r>
            <a:r>
              <a:rPr b="1" i="0" lang="en-US" sz="1550" u="none" cap="none" strike="noStrike">
                <a:solidFill>
                  <a:srgbClr val="006DAE"/>
                </a:solidFill>
                <a:latin typeface="Arial"/>
                <a:ea typeface="Arial"/>
                <a:cs typeface="Arial"/>
                <a:sym typeface="Arial"/>
              </a:rPr>
              <a:t>I </a:t>
            </a:r>
            <a:r>
              <a:rPr b="0" i="0" lang="en-US" sz="1550" u="none" cap="none" strike="noStrike">
                <a:solidFill>
                  <a:srgbClr val="231F20"/>
                </a:solidFill>
                <a:latin typeface="Arial"/>
                <a:ea typeface="Arial"/>
                <a:cs typeface="Arial"/>
                <a:sym typeface="Arial"/>
              </a:rPr>
              <a:t>overheat temperature of 7-continuous process unit</a:t>
            </a:r>
            <a:endParaRPr b="0" i="0" sz="1550" u="none" cap="none" strike="noStrike">
              <a:solidFill>
                <a:srgbClr val="000000"/>
              </a:solidFill>
              <a:latin typeface="Arial"/>
              <a:ea typeface="Arial"/>
              <a:cs typeface="Arial"/>
              <a:sym typeface="Arial"/>
            </a:endParaRPr>
          </a:p>
        </p:txBody>
      </p:sp>
      <p:sp>
        <p:nvSpPr>
          <p:cNvPr id="1918" name="Google Shape;1918;p15"/>
          <p:cNvSpPr/>
          <p:nvPr/>
        </p:nvSpPr>
        <p:spPr>
          <a:xfrm>
            <a:off x="643901" y="4220705"/>
            <a:ext cx="2289810" cy="0"/>
          </a:xfrm>
          <a:custGeom>
            <a:rect b="b" l="l" r="r" t="t"/>
            <a:pathLst>
              <a:path extrusionOk="0" h="120000" w="2289810">
                <a:moveTo>
                  <a:pt x="0" y="0"/>
                </a:moveTo>
                <a:lnTo>
                  <a:pt x="228959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15"/>
          <p:cNvSpPr txBox="1"/>
          <p:nvPr/>
        </p:nvSpPr>
        <p:spPr>
          <a:xfrm>
            <a:off x="626188" y="3842839"/>
            <a:ext cx="3488054" cy="1667510"/>
          </a:xfrm>
          <a:prstGeom prst="rect">
            <a:avLst/>
          </a:prstGeom>
          <a:noFill/>
          <a:ln>
            <a:noFill/>
          </a:ln>
        </p:spPr>
        <p:txBody>
          <a:bodyPr anchorCtr="0" anchor="t" bIns="0" lIns="0" spcFirstLastPara="1" rIns="0" wrap="square" tIns="12700">
            <a:spAutoFit/>
          </a:bodyPr>
          <a:lstStyle/>
          <a:p>
            <a:pPr indent="0" lvl="0" marL="17145" marR="0" rtl="0" algn="l">
              <a:lnSpc>
                <a:spcPct val="115555"/>
              </a:lnSpc>
              <a:spcBef>
                <a:spcPts val="0"/>
              </a:spcBef>
              <a:spcAft>
                <a:spcPts val="0"/>
              </a:spcAft>
              <a:buClr>
                <a:srgbClr val="000000"/>
              </a:buClr>
              <a:buSzPts val="900"/>
              <a:buFont typeface="Arial"/>
              <a:buNone/>
            </a:pPr>
            <a:r>
              <a:rPr b="0" i="0" lang="en-US" sz="900" u="none" cap="none" strike="noStrike">
                <a:solidFill>
                  <a:srgbClr val="616264"/>
                </a:solidFill>
                <a:latin typeface="Arial"/>
                <a:ea typeface="Arial"/>
                <a:cs typeface="Arial"/>
                <a:sym typeface="Arial"/>
              </a:rPr>
              <a:t>New generation Resource Recovery Facility</a:t>
            </a:r>
            <a:endParaRPr b="0" i="0" sz="900" u="none" cap="none" strike="noStrike">
              <a:solidFill>
                <a:srgbClr val="000000"/>
              </a:solidFill>
              <a:latin typeface="Arial"/>
              <a:ea typeface="Arial"/>
              <a:cs typeface="Arial"/>
              <a:sym typeface="Arial"/>
            </a:endParaRPr>
          </a:p>
          <a:p>
            <a:pPr indent="0" lvl="0" marL="17145" marR="0" rtl="0" algn="l">
              <a:lnSpc>
                <a:spcPct val="116923"/>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Continuous unit system</a:t>
            </a:r>
            <a:endParaRPr b="0" i="0" sz="1300" u="none" cap="none" strike="noStrike">
              <a:solidFill>
                <a:srgbClr val="000000"/>
              </a:solidFill>
              <a:latin typeface="Arial"/>
              <a:ea typeface="Arial"/>
              <a:cs typeface="Arial"/>
              <a:sym typeface="Arial"/>
            </a:endParaRPr>
          </a:p>
          <a:p>
            <a:pPr indent="0" lvl="0" marL="12700" marR="5080" rtl="0" algn="l">
              <a:lnSpc>
                <a:spcPct val="129700"/>
              </a:lnSpc>
              <a:spcBef>
                <a:spcPts val="565"/>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The continuous unit process has a temperature setting for each unit. The state of the extracted vaporized gas is stable by a constant temperature setting and able to create the environment for chlorine removal, liquefaction, and cooling process without time lag and loss. It is possible to carry out the work efficiently and accurately for the work before loading and the residuals processing such as carbides and metals.</a:t>
            </a:r>
            <a:endParaRPr b="0" i="0" sz="900" u="none" cap="none" strike="noStrike">
              <a:solidFill>
                <a:srgbClr val="000000"/>
              </a:solidFill>
              <a:latin typeface="Arial"/>
              <a:ea typeface="Arial"/>
              <a:cs typeface="Arial"/>
              <a:sym typeface="Arial"/>
            </a:endParaRPr>
          </a:p>
        </p:txBody>
      </p:sp>
      <p:sp>
        <p:nvSpPr>
          <p:cNvPr id="1920" name="Google Shape;1920;p15"/>
          <p:cNvSpPr/>
          <p:nvPr/>
        </p:nvSpPr>
        <p:spPr>
          <a:xfrm>
            <a:off x="463905" y="3856202"/>
            <a:ext cx="73025" cy="902335"/>
          </a:xfrm>
          <a:custGeom>
            <a:rect b="b" l="l" r="r" t="t"/>
            <a:pathLst>
              <a:path extrusionOk="0" h="902335" w="73025">
                <a:moveTo>
                  <a:pt x="72948" y="0"/>
                </a:moveTo>
                <a:lnTo>
                  <a:pt x="0" y="0"/>
                </a:lnTo>
                <a:lnTo>
                  <a:pt x="0" y="901801"/>
                </a:lnTo>
                <a:lnTo>
                  <a:pt x="72948" y="901801"/>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15"/>
          <p:cNvSpPr/>
          <p:nvPr/>
        </p:nvSpPr>
        <p:spPr>
          <a:xfrm>
            <a:off x="1126302" y="820807"/>
            <a:ext cx="4895215" cy="0"/>
          </a:xfrm>
          <a:custGeom>
            <a:rect b="b" l="l" r="r" t="t"/>
            <a:pathLst>
              <a:path extrusionOk="0" h="120000" w="4895215">
                <a:moveTo>
                  <a:pt x="0" y="0"/>
                </a:moveTo>
                <a:lnTo>
                  <a:pt x="4894694"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922" name="Google Shape;1922;p15"/>
          <p:cNvGraphicFramePr/>
          <p:nvPr/>
        </p:nvGraphicFramePr>
        <p:xfrm>
          <a:off x="4326714" y="3829128"/>
          <a:ext cx="3000000" cy="3000000"/>
        </p:xfrm>
        <a:graphic>
          <a:graphicData uri="http://schemas.openxmlformats.org/drawingml/2006/table">
            <a:tbl>
              <a:tblPr bandRow="1" firstRow="1">
                <a:noFill/>
                <a:tableStyleId>{3AFF3F20-5BB9-4406-8C45-891CA37ACD5E}</a:tableStyleId>
              </a:tblPr>
              <a:tblGrid>
                <a:gridCol w="537850"/>
                <a:gridCol w="537850"/>
                <a:gridCol w="537850"/>
                <a:gridCol w="537850"/>
                <a:gridCol w="537850"/>
                <a:gridCol w="537850"/>
                <a:gridCol w="537850"/>
                <a:gridCol w="537850"/>
                <a:gridCol w="537850"/>
                <a:gridCol w="59050"/>
                <a:gridCol w="728350"/>
              </a:tblGrid>
              <a:tr h="226700">
                <a:tc gridSpan="10">
                  <a:txBody>
                    <a:bodyPr/>
                    <a:lstStyle/>
                    <a:p>
                      <a:pPr indent="0" lvl="0" marL="111125" marR="0" rtl="0" algn="l">
                        <a:lnSpc>
                          <a:spcPct val="88571"/>
                        </a:lnSpc>
                        <a:spcBef>
                          <a:spcPts val="0"/>
                        </a:spcBef>
                        <a:spcAft>
                          <a:spcPts val="0"/>
                        </a:spcAft>
                        <a:buClr>
                          <a:srgbClr val="000000"/>
                        </a:buClr>
                        <a:buSzPts val="1400"/>
                        <a:buFont typeface="Arial"/>
                        <a:buNone/>
                      </a:pPr>
                      <a:r>
                        <a:rPr b="1" lang="en-US" sz="1400" u="none" cap="none" strike="noStrike">
                          <a:solidFill>
                            <a:srgbClr val="616264"/>
                          </a:solidFill>
                          <a:latin typeface="Arial"/>
                          <a:ea typeface="Arial"/>
                          <a:cs typeface="Arial"/>
                          <a:sym typeface="Arial"/>
                        </a:rPr>
                        <a:t>I</a:t>
                      </a:r>
                      <a:r>
                        <a:rPr b="1" lang="en-US" sz="1400" u="none" cap="none" strike="noStrike">
                          <a:solidFill>
                            <a:srgbClr val="006DAE"/>
                          </a:solidFill>
                          <a:latin typeface="Arial"/>
                          <a:ea typeface="Arial"/>
                          <a:cs typeface="Arial"/>
                          <a:sym typeface="Arial"/>
                        </a:rPr>
                        <a:t>I </a:t>
                      </a:r>
                      <a:r>
                        <a:rPr baseline="30000" lang="en-US" sz="1350" u="none" cap="none" strike="noStrike">
                          <a:solidFill>
                            <a:srgbClr val="231F20"/>
                          </a:solidFill>
                          <a:latin typeface="Arial"/>
                          <a:ea typeface="Arial"/>
                          <a:cs typeface="Arial"/>
                          <a:sym typeface="Arial"/>
                        </a:rPr>
                        <a:t>7 - continuous process bucket timetable	</a:t>
                      </a:r>
                      <a:r>
                        <a:rPr lang="en-US" sz="550" u="none" cap="none" strike="noStrike">
                          <a:solidFill>
                            <a:srgbClr val="231F20"/>
                          </a:solidFill>
                          <a:latin typeface="Arial"/>
                          <a:ea typeface="Arial"/>
                          <a:cs typeface="Arial"/>
                          <a:sym typeface="Arial"/>
                        </a:rPr>
                        <a:t>7-continuous process bucket timetable :</a:t>
                      </a:r>
                      <a:endParaRPr sz="550" u="none" cap="none" strike="noStrike">
                        <a:latin typeface="Arial"/>
                        <a:ea typeface="Arial"/>
                        <a:cs typeface="Arial"/>
                        <a:sym typeface="Arial"/>
                      </a:endParaRPr>
                    </a:p>
                  </a:txBody>
                  <a:tcPr marT="0" marB="0" marR="0" marL="0">
                    <a:lnR cap="flat" cmpd="sng" w="9525">
                      <a:solidFill>
                        <a:srgbClr val="231F20"/>
                      </a:solidFill>
                      <a:prstDash val="solid"/>
                      <a:round/>
                      <a:headEnd len="sm" w="sm" type="none"/>
                      <a:tailEnd len="sm" w="sm" type="none"/>
                    </a:lnR>
                    <a:lnB cap="flat" cmpd="sng" w="9525">
                      <a:solidFill>
                        <a:srgbClr val="231F20"/>
                      </a:solidFill>
                      <a:prstDash val="solid"/>
                      <a:round/>
                      <a:headEnd len="sm" w="sm" type="none"/>
                      <a:tailEnd len="sm" w="sm" type="none"/>
                    </a:lnB>
                  </a:tcPr>
                </a:tc>
                <a:tc hMerge="1"/>
                <a:tc hMerge="1"/>
                <a:tc hMerge="1"/>
                <a:tc hMerge="1"/>
                <a:tc hMerge="1"/>
                <a:tc hMerge="1"/>
                <a:tc hMerge="1"/>
                <a:tc hMerge="1"/>
                <a:tc hMerge="1"/>
                <a:tc>
                  <a:txBody>
                    <a:bodyPr/>
                    <a:lstStyle/>
                    <a:p>
                      <a:pPr indent="-147320" lvl="0" marL="204470" marR="35560" rtl="0" algn="l">
                        <a:lnSpc>
                          <a:spcPct val="142000"/>
                        </a:lnSpc>
                        <a:spcBef>
                          <a:spcPts val="0"/>
                        </a:spcBef>
                        <a:spcAft>
                          <a:spcPts val="0"/>
                        </a:spcAft>
                        <a:buClr>
                          <a:srgbClr val="000000"/>
                        </a:buClr>
                        <a:buSzPts val="500"/>
                        <a:buFont typeface="Arial"/>
                        <a:buNone/>
                      </a:pPr>
                      <a:r>
                        <a:rPr b="0" lang="en-US" sz="500" u="none" cap="none" strike="noStrike">
                          <a:solidFill>
                            <a:srgbClr val="231F20"/>
                          </a:solidFill>
                          <a:latin typeface="Arial"/>
                          <a:ea typeface="Arial"/>
                          <a:cs typeface="Arial"/>
                          <a:sym typeface="Arial"/>
                        </a:rPr>
                        <a:t>7-continuous process, 90 minutes</a:t>
                      </a:r>
                      <a:endParaRPr sz="500" u="none" cap="none" strike="noStrike">
                        <a:latin typeface="Arial"/>
                        <a:ea typeface="Arial"/>
                        <a:cs typeface="Arial"/>
                        <a:sym typeface="Arial"/>
                      </a:endParaRPr>
                    </a:p>
                  </a:txBody>
                  <a:tcPr marT="127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BFE3D3"/>
                    </a:solidFill>
                  </a:tcPr>
                </a:tc>
              </a:tr>
              <a:tr h="127000">
                <a:tc>
                  <a:txBody>
                    <a:bodyPr/>
                    <a:lstStyle/>
                    <a:p>
                      <a:pPr indent="0" lvl="0" marL="3175"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ENT</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1</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9E1"/>
                    </a:solidFill>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2</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9E1"/>
                    </a:solidFill>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3</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9E1"/>
                    </a:solidFill>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4</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9E1"/>
                    </a:solidFill>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5</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9E1"/>
                    </a:solidFill>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6</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9E1"/>
                    </a:solidFill>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7</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9E1"/>
                    </a:solidFill>
                  </a:tcPr>
                </a:tc>
                <a:tc>
                  <a:txBody>
                    <a:bodyPr/>
                    <a:lstStyle/>
                    <a:p>
                      <a:pPr indent="0" lvl="0" marL="3175"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OUT</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Offloading time</a:t>
                      </a:r>
                      <a:endParaRPr sz="550" u="none" cap="none" strike="noStrike">
                        <a:latin typeface="Arial"/>
                        <a:ea typeface="Arial"/>
                        <a:cs typeface="Arial"/>
                        <a:sym typeface="Arial"/>
                      </a:endParaRPr>
                    </a:p>
                  </a:txBody>
                  <a:tcPr marT="114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31450">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279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rowSpan="8">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tcPr>
                </a:tc>
              </a:tr>
              <a:tr h="111750">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rowSpan="7">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Times New Roman"/>
                        <a:ea typeface="Times New Roman"/>
                        <a:cs typeface="Times New Roman"/>
                        <a:sym typeface="Times New Roman"/>
                      </a:endParaRPr>
                    </a:p>
                    <a:p>
                      <a:pPr indent="0" lvl="0" marL="0" marR="0" rtl="0" algn="l">
                        <a:lnSpc>
                          <a:spcPct val="100000"/>
                        </a:lnSpc>
                        <a:spcBef>
                          <a:spcPts val="50"/>
                        </a:spcBef>
                        <a:spcAft>
                          <a:spcPts val="0"/>
                        </a:spcAft>
                        <a:buClr>
                          <a:srgbClr val="000000"/>
                        </a:buClr>
                        <a:buSzPts val="800"/>
                        <a:buFont typeface="Arial"/>
                        <a:buNone/>
                      </a:pPr>
                      <a:r>
                        <a:t/>
                      </a:r>
                      <a:endParaRPr sz="800" u="none" cap="none" strike="noStrike">
                        <a:latin typeface="Times New Roman"/>
                        <a:ea typeface="Times New Roman"/>
                        <a:cs typeface="Times New Roman"/>
                        <a:sym typeface="Times New Roman"/>
                      </a:endParaRPr>
                    </a:p>
                    <a:p>
                      <a:pPr indent="38733" lvl="0" marL="51435" marR="28575" rtl="0" algn="l">
                        <a:lnSpc>
                          <a:spcPct val="107400"/>
                        </a:lnSpc>
                        <a:spcBef>
                          <a:spcPts val="5"/>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Start-up loss (no off-loading)</a:t>
                      </a:r>
                      <a:endParaRPr sz="550" u="none" cap="none" strike="noStrike">
                        <a:latin typeface="Arial"/>
                        <a:ea typeface="Arial"/>
                        <a:cs typeface="Arial"/>
                        <a:sym typeface="Arial"/>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FCD8D7"/>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r>
              <a:tr h="111750">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r>
              <a:tr h="111750">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r>
              <a:tr h="111750">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r>
              <a:tr h="111750">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r>
              <a:tr h="111750">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r>
              <a:tr h="111750">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ECF8FE"/>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vMerge="1"/>
              </a:tr>
              <a:tr h="111750">
                <a:tc>
                  <a:txBody>
                    <a:bodyPr/>
                    <a:lstStyle/>
                    <a:p>
                      <a:pPr indent="0" lvl="0" marL="2159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25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714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714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714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714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714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714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70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○①○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0h.</a:t>
                      </a:r>
                      <a:endParaRPr sz="550" u="none" cap="none" strike="noStrike">
                        <a:latin typeface="Arial"/>
                        <a:ea typeface="Arial"/>
                        <a:cs typeface="Arial"/>
                        <a:sym typeface="Arial"/>
                      </a:endParaRPr>
                    </a:p>
                  </a:txBody>
                  <a:tcPr marT="13325"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079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○②○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143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○③○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32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○④○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95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25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○⑤○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6h.</a:t>
                      </a:r>
                      <a:endParaRPr sz="550" u="none" cap="none" strike="noStrike">
                        <a:latin typeface="Arial"/>
                        <a:ea typeface="Arial"/>
                        <a:cs typeface="Arial"/>
                        <a:sym typeface="Arial"/>
                      </a:endParaRPr>
                    </a:p>
                  </a:txBody>
                  <a:tcPr marT="13325"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079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○⑥○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143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○⑦○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32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○⑧○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95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25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○⑨○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12h.</a:t>
                      </a:r>
                      <a:endParaRPr sz="550" u="none" cap="none" strike="noStrike">
                        <a:latin typeface="Arial"/>
                        <a:ea typeface="Arial"/>
                        <a:cs typeface="Arial"/>
                        <a:sym typeface="Arial"/>
                      </a:endParaRPr>
                    </a:p>
                  </a:txBody>
                  <a:tcPr marT="13325"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079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○⑩○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143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○⑪○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32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○⑳○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○⑫○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95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○㉑○ </a:t>
                      </a:r>
                      <a:endParaRPr sz="600" u="none" cap="none" strike="noStrike">
                        <a:latin typeface="Arial"/>
                        <a:ea typeface="Arial"/>
                        <a:cs typeface="Arial"/>
                        <a:sym typeface="Arial"/>
                      </a:endParaRPr>
                    </a:p>
                  </a:txBody>
                  <a:tcPr marT="825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○⑳○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○⑬○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18h.</a:t>
                      </a:r>
                      <a:endParaRPr sz="550" u="none" cap="none" strike="noStrike">
                        <a:latin typeface="Arial"/>
                        <a:ea typeface="Arial"/>
                        <a:cs typeface="Arial"/>
                        <a:sym typeface="Arial"/>
                      </a:endParaRPr>
                    </a:p>
                  </a:txBody>
                  <a:tcPr marT="13325"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○㉒○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○㉑○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○⑳○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079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○⑭○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1968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○㉓○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○㉒○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○㉑○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○⑳○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143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○⑮○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32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○㉔○ </a:t>
                      </a:r>
                      <a:endParaRPr sz="600" u="none" cap="none" strike="noStrike">
                        <a:latin typeface="Arial"/>
                        <a:ea typeface="Arial"/>
                        <a:cs typeface="Arial"/>
                        <a:sym typeface="Arial"/>
                      </a:endParaRPr>
                    </a:p>
                  </a:txBody>
                  <a:tcPr marT="890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○㉓○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○㉒○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○㉑○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○⑳○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○⑯○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11750">
                <a:tc>
                  <a:txBody>
                    <a:bodyPr/>
                    <a:lstStyle/>
                    <a:p>
                      <a:pPr indent="0" lvl="0" marL="2095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○㉕○ </a:t>
                      </a:r>
                      <a:endParaRPr sz="600" u="none" cap="none" strike="noStrike">
                        <a:latin typeface="Arial"/>
                        <a:ea typeface="Arial"/>
                        <a:cs typeface="Arial"/>
                        <a:sym typeface="Arial"/>
                      </a:endParaRPr>
                    </a:p>
                  </a:txBody>
                  <a:tcPr marT="8250" marB="0" marR="0" marL="0">
                    <a:lnL cap="flat" cmpd="sng" w="12700">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ECF8FE"/>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○㉔○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○㉓○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○㉒○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○㉑○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○⑳○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651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D8EFF0"/>
                    </a:solidFill>
                  </a:tcPr>
                </a:tc>
                <a:tc>
                  <a:txBody>
                    <a:bodyPr/>
                    <a:lstStyle/>
                    <a:p>
                      <a:pPr indent="0" lvl="0" marL="1206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○⑰○ </a:t>
                      </a:r>
                      <a:endParaRPr sz="600" u="none" cap="none" strike="noStrike">
                        <a:latin typeface="Arial"/>
                        <a:ea typeface="Arial"/>
                        <a:cs typeface="Arial"/>
                        <a:sym typeface="Arial"/>
                      </a:endParaRPr>
                    </a:p>
                  </a:txBody>
                  <a:tcPr marT="8250" marB="0" marR="0" marL="0">
                    <a:lnL cap="flat" cmpd="sng" w="9525">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550"/>
                        <a:buFont typeface="Arial"/>
                        <a:buNone/>
                      </a:pPr>
                      <a:r>
                        <a:rPr b="0" lang="en-US" sz="550" u="none" cap="none" strike="noStrike">
                          <a:solidFill>
                            <a:srgbClr val="231F20"/>
                          </a:solidFill>
                          <a:latin typeface="Arial"/>
                          <a:ea typeface="Arial"/>
                          <a:cs typeface="Arial"/>
                          <a:sym typeface="Arial"/>
                        </a:rPr>
                        <a:t>24h.</a:t>
                      </a:r>
                      <a:endParaRPr sz="550" u="none" cap="none" strike="noStrike">
                        <a:latin typeface="Arial"/>
                        <a:ea typeface="Arial"/>
                        <a:cs typeface="Arial"/>
                        <a:sym typeface="Arial"/>
                      </a:endParaRPr>
                    </a:p>
                  </a:txBody>
                  <a:tcPr marT="13325" marB="0" marR="0" marL="0">
                    <a:lnL cap="flat" cmpd="sng" w="12700">
                      <a:solidFill>
                        <a:srgbClr val="231F20"/>
                      </a:solidFill>
                      <a:prstDash val="solid"/>
                      <a:round/>
                      <a:headEnd len="sm" w="sm" type="none"/>
                      <a:tailEnd len="sm" w="sm" type="none"/>
                    </a:lnL>
                    <a:lnR cap="flat" cmpd="sng" w="12700">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12700">
                      <a:solidFill>
                        <a:srgbClr val="231F20"/>
                      </a:solidFill>
                      <a:prstDash val="solid"/>
                      <a:round/>
                      <a:headEnd len="sm" w="sm" type="none"/>
                      <a:tailEnd len="sm" w="sm" type="none"/>
                    </a:lnB>
                  </a:tcPr>
                </a:tc>
              </a:tr>
              <a:tr h="111750">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○㉖○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○㉕○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○㉔○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○㉓○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○㉒○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○㉑○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○⑳○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240"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○⑲○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D8EFF0"/>
                    </a:solidFill>
                  </a:tcPr>
                </a:tc>
                <a:tc>
                  <a:txBody>
                    <a:bodyPr/>
                    <a:lstStyle/>
                    <a:p>
                      <a:pPr indent="0" lvl="0" marL="15875" marR="0" rtl="0" algn="ctr">
                        <a:lnSpc>
                          <a:spcPct val="119166"/>
                        </a:lnSpc>
                        <a:spcBef>
                          <a:spcPts val="0"/>
                        </a:spcBef>
                        <a:spcAft>
                          <a:spcPts val="0"/>
                        </a:spcAft>
                        <a:buClr>
                          <a:srgbClr val="000000"/>
                        </a:buClr>
                        <a:buSzPts val="600"/>
                        <a:buFont typeface="Arial"/>
                        <a:buNone/>
                      </a:pPr>
                      <a:r>
                        <a:rPr b="0" lang="en-US" sz="600" u="none" cap="none" strike="noStrike">
                          <a:solidFill>
                            <a:srgbClr val="231F20"/>
                          </a:solidFill>
                          <a:latin typeface="Arial"/>
                          <a:ea typeface="Arial"/>
                          <a:cs typeface="Arial"/>
                          <a:sym typeface="Arial"/>
                        </a:rPr>
                        <a:t>○⑱○ </a:t>
                      </a:r>
                      <a:endParaRPr sz="600" u="none" cap="none" strike="noStrike">
                        <a:latin typeface="Arial"/>
                        <a:ea typeface="Arial"/>
                        <a:cs typeface="Arial"/>
                        <a:sym typeface="Arial"/>
                      </a:endParaRPr>
                    </a:p>
                  </a:txBody>
                  <a:tcPr marT="8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ECF8FE"/>
                    </a:solidFill>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12700">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bl>
          </a:graphicData>
        </a:graphic>
      </p:graphicFrame>
      <p:grpSp>
        <p:nvGrpSpPr>
          <p:cNvPr id="1923" name="Google Shape;1923;p15"/>
          <p:cNvGrpSpPr/>
          <p:nvPr/>
        </p:nvGrpSpPr>
        <p:grpSpPr>
          <a:xfrm>
            <a:off x="2308266" y="1679132"/>
            <a:ext cx="5967752" cy="1370615"/>
            <a:chOff x="2308266" y="1679132"/>
            <a:chExt cx="5967752" cy="1370615"/>
          </a:xfrm>
        </p:grpSpPr>
        <p:sp>
          <p:nvSpPr>
            <p:cNvPr id="1924" name="Google Shape;1924;p15"/>
            <p:cNvSpPr/>
            <p:nvPr/>
          </p:nvSpPr>
          <p:spPr>
            <a:xfrm>
              <a:off x="6190714" y="3026887"/>
              <a:ext cx="0" cy="22860"/>
            </a:xfrm>
            <a:custGeom>
              <a:rect b="b" l="l" r="r" t="t"/>
              <a:pathLst>
                <a:path extrusionOk="0" h="22860" w="120000">
                  <a:moveTo>
                    <a:pt x="0" y="22364"/>
                  </a:moveTo>
                  <a:lnTo>
                    <a:pt x="0" y="0"/>
                  </a:lnTo>
                </a:path>
              </a:pathLst>
            </a:custGeom>
            <a:noFill/>
            <a:ln cap="flat" cmpd="sng" w="9525">
              <a:solidFill>
                <a:srgbClr val="5656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15"/>
            <p:cNvSpPr/>
            <p:nvPr/>
          </p:nvSpPr>
          <p:spPr>
            <a:xfrm>
              <a:off x="2950105" y="2222356"/>
              <a:ext cx="551815" cy="3175"/>
            </a:xfrm>
            <a:custGeom>
              <a:rect b="b" l="l" r="r" t="t"/>
              <a:pathLst>
                <a:path extrusionOk="0" h="3175" w="551814">
                  <a:moveTo>
                    <a:pt x="0" y="0"/>
                  </a:moveTo>
                  <a:lnTo>
                    <a:pt x="279288" y="0"/>
                  </a:lnTo>
                </a:path>
                <a:path extrusionOk="0" h="3175" w="551814">
                  <a:moveTo>
                    <a:pt x="486691" y="0"/>
                  </a:moveTo>
                  <a:lnTo>
                    <a:pt x="523585" y="0"/>
                  </a:lnTo>
                </a:path>
                <a:path extrusionOk="0" h="3175" w="551814">
                  <a:moveTo>
                    <a:pt x="0" y="2660"/>
                  </a:moveTo>
                  <a:lnTo>
                    <a:pt x="551192" y="2660"/>
                  </a:lnTo>
                </a:path>
              </a:pathLst>
            </a:custGeom>
            <a:noFill/>
            <a:ln cap="flat" cmpd="sng" w="9525">
              <a:solidFill>
                <a:srgbClr val="757679"/>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15"/>
            <p:cNvSpPr/>
            <p:nvPr/>
          </p:nvSpPr>
          <p:spPr>
            <a:xfrm>
              <a:off x="2962586" y="2046227"/>
              <a:ext cx="551815" cy="0"/>
            </a:xfrm>
            <a:custGeom>
              <a:rect b="b" l="l" r="r" t="t"/>
              <a:pathLst>
                <a:path extrusionOk="0" h="120000" w="551814">
                  <a:moveTo>
                    <a:pt x="0" y="0"/>
                  </a:moveTo>
                  <a:lnTo>
                    <a:pt x="551192" y="0"/>
                  </a:lnTo>
                </a:path>
              </a:pathLst>
            </a:custGeom>
            <a:noFill/>
            <a:ln cap="flat" cmpd="sng" w="9525">
              <a:solidFill>
                <a:srgbClr val="757679"/>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15"/>
            <p:cNvSpPr/>
            <p:nvPr/>
          </p:nvSpPr>
          <p:spPr>
            <a:xfrm>
              <a:off x="2888585" y="2046222"/>
              <a:ext cx="687070" cy="178435"/>
            </a:xfrm>
            <a:custGeom>
              <a:rect b="b" l="l" r="r" t="t"/>
              <a:pathLst>
                <a:path extrusionOk="0" h="178435" w="687070">
                  <a:moveTo>
                    <a:pt x="49034" y="178384"/>
                  </a:moveTo>
                  <a:lnTo>
                    <a:pt x="30200" y="178384"/>
                  </a:lnTo>
                  <a:lnTo>
                    <a:pt x="24980" y="178384"/>
                  </a:lnTo>
                  <a:lnTo>
                    <a:pt x="20065" y="177063"/>
                  </a:lnTo>
                  <a:lnTo>
                    <a:pt x="15786" y="174726"/>
                  </a:lnTo>
                </a:path>
                <a:path extrusionOk="0" h="178435" w="687070">
                  <a:moveTo>
                    <a:pt x="0" y="48132"/>
                  </a:moveTo>
                  <a:lnTo>
                    <a:pt x="0" y="30200"/>
                  </a:lnTo>
                  <a:lnTo>
                    <a:pt x="0" y="24980"/>
                  </a:lnTo>
                  <a:lnTo>
                    <a:pt x="1333" y="20065"/>
                  </a:lnTo>
                  <a:lnTo>
                    <a:pt x="3657" y="15786"/>
                  </a:lnTo>
                </a:path>
                <a:path extrusionOk="0" h="178435" w="687070">
                  <a:moveTo>
                    <a:pt x="15786" y="3670"/>
                  </a:moveTo>
                  <a:lnTo>
                    <a:pt x="20065" y="1333"/>
                  </a:lnTo>
                  <a:lnTo>
                    <a:pt x="24980" y="0"/>
                  </a:lnTo>
                  <a:lnTo>
                    <a:pt x="30200" y="0"/>
                  </a:lnTo>
                  <a:lnTo>
                    <a:pt x="49034" y="0"/>
                  </a:lnTo>
                </a:path>
                <a:path extrusionOk="0" h="178435" w="687070">
                  <a:moveTo>
                    <a:pt x="637679" y="0"/>
                  </a:moveTo>
                  <a:lnTo>
                    <a:pt x="656513" y="0"/>
                  </a:lnTo>
                  <a:lnTo>
                    <a:pt x="661733" y="0"/>
                  </a:lnTo>
                  <a:lnTo>
                    <a:pt x="666648" y="1333"/>
                  </a:lnTo>
                  <a:lnTo>
                    <a:pt x="670928" y="3670"/>
                  </a:lnTo>
                </a:path>
                <a:path extrusionOk="0" h="178435" w="687070">
                  <a:moveTo>
                    <a:pt x="683044" y="15786"/>
                  </a:moveTo>
                  <a:lnTo>
                    <a:pt x="685380" y="20065"/>
                  </a:lnTo>
                  <a:lnTo>
                    <a:pt x="686714" y="24980"/>
                  </a:lnTo>
                  <a:lnTo>
                    <a:pt x="686714" y="30200"/>
                  </a:lnTo>
                  <a:lnTo>
                    <a:pt x="686714" y="48132"/>
                  </a:lnTo>
                </a:path>
                <a:path extrusionOk="0" h="178435" w="687070">
                  <a:moveTo>
                    <a:pt x="670928" y="174726"/>
                  </a:moveTo>
                  <a:lnTo>
                    <a:pt x="666648" y="177063"/>
                  </a:lnTo>
                  <a:lnTo>
                    <a:pt x="661733" y="178384"/>
                  </a:lnTo>
                  <a:lnTo>
                    <a:pt x="656513" y="178384"/>
                  </a:lnTo>
                  <a:lnTo>
                    <a:pt x="637679" y="178384"/>
                  </a:lnTo>
                </a:path>
              </a:pathLst>
            </a:custGeom>
            <a:noFill/>
            <a:ln cap="flat" cmpd="sng" w="9525">
              <a:solidFill>
                <a:srgbClr val="75767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15"/>
            <p:cNvSpPr/>
            <p:nvPr/>
          </p:nvSpPr>
          <p:spPr>
            <a:xfrm>
              <a:off x="3613029" y="2046222"/>
              <a:ext cx="687070" cy="178435"/>
            </a:xfrm>
            <a:custGeom>
              <a:rect b="b" l="l" r="r" t="t"/>
              <a:pathLst>
                <a:path extrusionOk="0" h="178435" w="687070">
                  <a:moveTo>
                    <a:pt x="656513" y="178384"/>
                  </a:moveTo>
                  <a:lnTo>
                    <a:pt x="30200" y="178384"/>
                  </a:lnTo>
                  <a:lnTo>
                    <a:pt x="18446" y="176010"/>
                  </a:lnTo>
                  <a:lnTo>
                    <a:pt x="8847" y="169537"/>
                  </a:lnTo>
                  <a:lnTo>
                    <a:pt x="2373" y="159937"/>
                  </a:lnTo>
                  <a:lnTo>
                    <a:pt x="0" y="148183"/>
                  </a:lnTo>
                  <a:lnTo>
                    <a:pt x="0" y="30200"/>
                  </a:lnTo>
                  <a:lnTo>
                    <a:pt x="2373" y="18446"/>
                  </a:lnTo>
                  <a:lnTo>
                    <a:pt x="8847" y="8847"/>
                  </a:lnTo>
                  <a:lnTo>
                    <a:pt x="18446" y="2373"/>
                  </a:lnTo>
                  <a:lnTo>
                    <a:pt x="30200" y="0"/>
                  </a:lnTo>
                  <a:lnTo>
                    <a:pt x="656513" y="0"/>
                  </a:lnTo>
                  <a:lnTo>
                    <a:pt x="668267" y="2373"/>
                  </a:lnTo>
                  <a:lnTo>
                    <a:pt x="677867" y="8847"/>
                  </a:lnTo>
                  <a:lnTo>
                    <a:pt x="684340" y="18446"/>
                  </a:lnTo>
                  <a:lnTo>
                    <a:pt x="686714" y="30200"/>
                  </a:lnTo>
                  <a:lnTo>
                    <a:pt x="686714" y="148183"/>
                  </a:lnTo>
                  <a:lnTo>
                    <a:pt x="684340" y="159937"/>
                  </a:lnTo>
                  <a:lnTo>
                    <a:pt x="677867" y="169537"/>
                  </a:lnTo>
                  <a:lnTo>
                    <a:pt x="668267" y="176010"/>
                  </a:lnTo>
                  <a:lnTo>
                    <a:pt x="656513" y="178384"/>
                  </a:lnTo>
                  <a:close/>
                </a:path>
              </a:pathLst>
            </a:custGeom>
            <a:noFill/>
            <a:ln cap="flat" cmpd="sng" w="9525">
              <a:solidFill>
                <a:srgbClr val="75767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15"/>
            <p:cNvSpPr/>
            <p:nvPr/>
          </p:nvSpPr>
          <p:spPr>
            <a:xfrm>
              <a:off x="3667262" y="1764738"/>
              <a:ext cx="547370" cy="160020"/>
            </a:xfrm>
            <a:custGeom>
              <a:rect b="b" l="l" r="r" t="t"/>
              <a:pathLst>
                <a:path extrusionOk="0" h="160019" w="547370">
                  <a:moveTo>
                    <a:pt x="292417" y="0"/>
                  </a:moveTo>
                  <a:lnTo>
                    <a:pt x="171455" y="2491"/>
                  </a:lnTo>
                  <a:lnTo>
                    <a:pt x="100674" y="19935"/>
                  </a:lnTo>
                  <a:lnTo>
                    <a:pt x="52660" y="67283"/>
                  </a:lnTo>
                  <a:lnTo>
                    <a:pt x="0" y="159486"/>
                  </a:lnTo>
                  <a:lnTo>
                    <a:pt x="17857" y="136246"/>
                  </a:lnTo>
                  <a:lnTo>
                    <a:pt x="40513" y="113688"/>
                  </a:lnTo>
                  <a:lnTo>
                    <a:pt x="106466" y="74839"/>
                  </a:lnTo>
                  <a:lnTo>
                    <a:pt x="152889" y="60655"/>
                  </a:lnTo>
                  <a:lnTo>
                    <a:pt x="210359" y="51372"/>
                  </a:lnTo>
                  <a:lnTo>
                    <a:pt x="280441" y="48044"/>
                  </a:lnTo>
                  <a:lnTo>
                    <a:pt x="329251" y="51840"/>
                  </a:lnTo>
                  <a:lnTo>
                    <a:pt x="375263" y="62444"/>
                  </a:lnTo>
                  <a:lnTo>
                    <a:pt x="418677" y="78677"/>
                  </a:lnTo>
                  <a:lnTo>
                    <a:pt x="459693" y="99361"/>
                  </a:lnTo>
                  <a:lnTo>
                    <a:pt x="498513" y="123316"/>
                  </a:lnTo>
                  <a:lnTo>
                    <a:pt x="546900" y="73393"/>
                  </a:lnTo>
                  <a:lnTo>
                    <a:pt x="501599" y="47057"/>
                  </a:lnTo>
                  <a:lnTo>
                    <a:pt x="453388" y="26518"/>
                  </a:lnTo>
                  <a:lnTo>
                    <a:pt x="402379" y="11807"/>
                  </a:lnTo>
                  <a:lnTo>
                    <a:pt x="348684" y="2957"/>
                  </a:lnTo>
                  <a:lnTo>
                    <a:pt x="292417"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15"/>
            <p:cNvSpPr/>
            <p:nvPr/>
          </p:nvSpPr>
          <p:spPr>
            <a:xfrm>
              <a:off x="4115121" y="1781775"/>
              <a:ext cx="175895" cy="171450"/>
            </a:xfrm>
            <a:custGeom>
              <a:rect b="b" l="l" r="r" t="t"/>
              <a:pathLst>
                <a:path extrusionOk="0" h="171450" w="175895">
                  <a:moveTo>
                    <a:pt x="121018" y="0"/>
                  </a:moveTo>
                  <a:lnTo>
                    <a:pt x="0" y="132651"/>
                  </a:lnTo>
                  <a:lnTo>
                    <a:pt x="175361" y="171119"/>
                  </a:lnTo>
                  <a:lnTo>
                    <a:pt x="121018"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15"/>
            <p:cNvSpPr/>
            <p:nvPr/>
          </p:nvSpPr>
          <p:spPr>
            <a:xfrm>
              <a:off x="2308266" y="1768530"/>
              <a:ext cx="5904865" cy="0"/>
            </a:xfrm>
            <a:custGeom>
              <a:rect b="b" l="l" r="r" t="t"/>
              <a:pathLst>
                <a:path extrusionOk="0" h="120000" w="5904865">
                  <a:moveTo>
                    <a:pt x="5904725" y="0"/>
                  </a:moveTo>
                  <a:lnTo>
                    <a:pt x="2048738" y="0"/>
                  </a:lnTo>
                </a:path>
                <a:path extrusionOk="0" h="120000" w="5904865">
                  <a:moveTo>
                    <a:pt x="1279334" y="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15"/>
            <p:cNvSpPr/>
            <p:nvPr/>
          </p:nvSpPr>
          <p:spPr>
            <a:xfrm>
              <a:off x="3567493" y="1738489"/>
              <a:ext cx="4708525" cy="60325"/>
            </a:xfrm>
            <a:custGeom>
              <a:rect b="b" l="l" r="r" t="t"/>
              <a:pathLst>
                <a:path extrusionOk="0" h="60325" w="4708525">
                  <a:moveTo>
                    <a:pt x="82588" y="30048"/>
                  </a:moveTo>
                  <a:lnTo>
                    <a:pt x="0" y="0"/>
                  </a:lnTo>
                  <a:lnTo>
                    <a:pt x="11303" y="17843"/>
                  </a:lnTo>
                  <a:lnTo>
                    <a:pt x="15074" y="30048"/>
                  </a:lnTo>
                  <a:lnTo>
                    <a:pt x="11303" y="42252"/>
                  </a:lnTo>
                  <a:lnTo>
                    <a:pt x="0" y="60096"/>
                  </a:lnTo>
                  <a:lnTo>
                    <a:pt x="82588" y="30048"/>
                  </a:lnTo>
                  <a:close/>
                </a:path>
                <a:path extrusionOk="0" h="60325" w="4708525">
                  <a:moveTo>
                    <a:pt x="4707979" y="30048"/>
                  </a:moveTo>
                  <a:lnTo>
                    <a:pt x="4625391" y="0"/>
                  </a:lnTo>
                  <a:lnTo>
                    <a:pt x="4636694" y="17843"/>
                  </a:lnTo>
                  <a:lnTo>
                    <a:pt x="4640465" y="30048"/>
                  </a:lnTo>
                  <a:lnTo>
                    <a:pt x="4636694" y="42252"/>
                  </a:lnTo>
                  <a:lnTo>
                    <a:pt x="4625391" y="60096"/>
                  </a:lnTo>
                  <a:lnTo>
                    <a:pt x="4707979" y="3004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15"/>
            <p:cNvSpPr/>
            <p:nvPr/>
          </p:nvSpPr>
          <p:spPr>
            <a:xfrm>
              <a:off x="4978506" y="1679132"/>
              <a:ext cx="2394585" cy="178435"/>
            </a:xfrm>
            <a:custGeom>
              <a:rect b="b" l="l" r="r" t="t"/>
              <a:pathLst>
                <a:path extrusionOk="0" h="178435" w="2394584">
                  <a:moveTo>
                    <a:pt x="2305494" y="0"/>
                  </a:moveTo>
                  <a:lnTo>
                    <a:pt x="89090" y="0"/>
                  </a:lnTo>
                  <a:lnTo>
                    <a:pt x="54413" y="7001"/>
                  </a:lnTo>
                  <a:lnTo>
                    <a:pt x="26095" y="26095"/>
                  </a:lnTo>
                  <a:lnTo>
                    <a:pt x="7001" y="54413"/>
                  </a:lnTo>
                  <a:lnTo>
                    <a:pt x="0" y="89090"/>
                  </a:lnTo>
                  <a:lnTo>
                    <a:pt x="7001" y="123765"/>
                  </a:lnTo>
                  <a:lnTo>
                    <a:pt x="26095" y="152079"/>
                  </a:lnTo>
                  <a:lnTo>
                    <a:pt x="54413" y="171168"/>
                  </a:lnTo>
                  <a:lnTo>
                    <a:pt x="89090" y="178168"/>
                  </a:lnTo>
                  <a:lnTo>
                    <a:pt x="2305494" y="178168"/>
                  </a:lnTo>
                  <a:lnTo>
                    <a:pt x="2340171" y="171168"/>
                  </a:lnTo>
                  <a:lnTo>
                    <a:pt x="2368489" y="152079"/>
                  </a:lnTo>
                  <a:lnTo>
                    <a:pt x="2387583" y="123765"/>
                  </a:lnTo>
                  <a:lnTo>
                    <a:pt x="2394585" y="89090"/>
                  </a:lnTo>
                  <a:lnTo>
                    <a:pt x="2387583" y="54413"/>
                  </a:lnTo>
                  <a:lnTo>
                    <a:pt x="2368489" y="26095"/>
                  </a:lnTo>
                  <a:lnTo>
                    <a:pt x="2340171" y="7001"/>
                  </a:lnTo>
                  <a:lnTo>
                    <a:pt x="230549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15"/>
            <p:cNvSpPr/>
            <p:nvPr/>
          </p:nvSpPr>
          <p:spPr>
            <a:xfrm>
              <a:off x="4978506" y="1679132"/>
              <a:ext cx="2394585" cy="178435"/>
            </a:xfrm>
            <a:custGeom>
              <a:rect b="b" l="l" r="r" t="t"/>
              <a:pathLst>
                <a:path extrusionOk="0" h="178435" w="2394584">
                  <a:moveTo>
                    <a:pt x="89090" y="0"/>
                  </a:moveTo>
                  <a:lnTo>
                    <a:pt x="54413" y="7001"/>
                  </a:lnTo>
                  <a:lnTo>
                    <a:pt x="26095" y="26095"/>
                  </a:lnTo>
                  <a:lnTo>
                    <a:pt x="7001" y="54413"/>
                  </a:lnTo>
                  <a:lnTo>
                    <a:pt x="0" y="89090"/>
                  </a:lnTo>
                  <a:lnTo>
                    <a:pt x="7001" y="123765"/>
                  </a:lnTo>
                  <a:lnTo>
                    <a:pt x="26095" y="152079"/>
                  </a:lnTo>
                  <a:lnTo>
                    <a:pt x="54413" y="171168"/>
                  </a:lnTo>
                  <a:lnTo>
                    <a:pt x="89090" y="178168"/>
                  </a:lnTo>
                  <a:lnTo>
                    <a:pt x="2305494" y="178168"/>
                  </a:lnTo>
                  <a:lnTo>
                    <a:pt x="2340171" y="171168"/>
                  </a:lnTo>
                  <a:lnTo>
                    <a:pt x="2368489" y="152079"/>
                  </a:lnTo>
                  <a:lnTo>
                    <a:pt x="2387583" y="123765"/>
                  </a:lnTo>
                  <a:lnTo>
                    <a:pt x="2394585" y="89090"/>
                  </a:lnTo>
                  <a:lnTo>
                    <a:pt x="2387583" y="54413"/>
                  </a:lnTo>
                  <a:lnTo>
                    <a:pt x="2368489" y="26095"/>
                  </a:lnTo>
                  <a:lnTo>
                    <a:pt x="2340171" y="7001"/>
                  </a:lnTo>
                  <a:lnTo>
                    <a:pt x="2305494" y="0"/>
                  </a:lnTo>
                  <a:lnTo>
                    <a:pt x="89090"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35" name="Google Shape;1935;p15"/>
          <p:cNvSpPr txBox="1"/>
          <p:nvPr/>
        </p:nvSpPr>
        <p:spPr>
          <a:xfrm>
            <a:off x="5050232" y="1340436"/>
            <a:ext cx="2260600" cy="500380"/>
          </a:xfrm>
          <a:prstGeom prst="rect">
            <a:avLst/>
          </a:prstGeom>
          <a:noFill/>
          <a:ln>
            <a:noFill/>
          </a:ln>
        </p:spPr>
        <p:txBody>
          <a:bodyPr anchorCtr="0" anchor="t" bIns="0" lIns="0" spcFirstLastPara="1" rIns="0" wrap="square" tIns="1587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231F20"/>
                </a:solidFill>
                <a:latin typeface="Arial"/>
                <a:ea typeface="Arial"/>
                <a:cs typeface="Arial"/>
                <a:sym typeface="Arial"/>
              </a:rPr>
              <a:t>600℃	400℃	150℃</a:t>
            </a:r>
            <a:endParaRPr b="0" i="0" sz="1400" u="none" cap="none" strike="noStrike">
              <a:solidFill>
                <a:srgbClr val="000000"/>
              </a:solidFill>
              <a:latin typeface="Arial"/>
              <a:ea typeface="Arial"/>
              <a:cs typeface="Arial"/>
              <a:sym typeface="Arial"/>
            </a:endParaRPr>
          </a:p>
          <a:p>
            <a:pPr indent="0" lvl="0" marL="19050" marR="0" rtl="0" algn="ctr">
              <a:lnSpc>
                <a:spcPct val="100000"/>
              </a:lnSpc>
              <a:spcBef>
                <a:spcPts val="1130"/>
              </a:spcBef>
              <a:spcAft>
                <a:spcPts val="0"/>
              </a:spcAft>
              <a:buClr>
                <a:srgbClr val="000000"/>
              </a:buClr>
              <a:buSzPts val="750"/>
              <a:buFont typeface="Arial"/>
              <a:buNone/>
            </a:pPr>
            <a:r>
              <a:rPr b="0" i="0" lang="en-US" sz="750" u="none" cap="none" strike="noStrike">
                <a:solidFill>
                  <a:srgbClr val="231F20"/>
                </a:solidFill>
                <a:latin typeface="Arial"/>
                <a:ea typeface="Arial"/>
                <a:cs typeface="Arial"/>
                <a:sym typeface="Arial"/>
              </a:rPr>
              <a:t>24 hours throughput: 17 units 51 buckets</a:t>
            </a:r>
            <a:endParaRPr b="0" i="0" sz="750" u="none" cap="none" strike="noStrike">
              <a:solidFill>
                <a:srgbClr val="000000"/>
              </a:solidFill>
              <a:latin typeface="Arial"/>
              <a:ea typeface="Arial"/>
              <a:cs typeface="Arial"/>
              <a:sym typeface="Arial"/>
            </a:endParaRPr>
          </a:p>
        </p:txBody>
      </p:sp>
      <p:sp>
        <p:nvSpPr>
          <p:cNvPr id="1936" name="Google Shape;1936;p15"/>
          <p:cNvSpPr txBox="1"/>
          <p:nvPr/>
        </p:nvSpPr>
        <p:spPr>
          <a:xfrm>
            <a:off x="1569294" y="1796894"/>
            <a:ext cx="30226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Input</a:t>
            </a:r>
            <a:endParaRPr b="0" i="0" sz="900" u="none" cap="none" strike="noStrike">
              <a:solidFill>
                <a:srgbClr val="000000"/>
              </a:solidFill>
              <a:latin typeface="Arial"/>
              <a:ea typeface="Arial"/>
              <a:cs typeface="Arial"/>
              <a:sym typeface="Arial"/>
            </a:endParaRPr>
          </a:p>
        </p:txBody>
      </p:sp>
      <p:sp>
        <p:nvSpPr>
          <p:cNvPr id="1937" name="Google Shape;1937;p15"/>
          <p:cNvSpPr txBox="1"/>
          <p:nvPr/>
        </p:nvSpPr>
        <p:spPr>
          <a:xfrm>
            <a:off x="8624461" y="1796894"/>
            <a:ext cx="35179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Outlet</a:t>
            </a:r>
            <a:endParaRPr b="0" i="0" sz="900" u="none" cap="none" strike="noStrike">
              <a:solidFill>
                <a:srgbClr val="000000"/>
              </a:solidFill>
              <a:latin typeface="Arial"/>
              <a:ea typeface="Arial"/>
              <a:cs typeface="Arial"/>
              <a:sym typeface="Arial"/>
            </a:endParaRPr>
          </a:p>
        </p:txBody>
      </p:sp>
      <p:grpSp>
        <p:nvGrpSpPr>
          <p:cNvPr id="1938" name="Google Shape;1938;p15"/>
          <p:cNvGrpSpPr/>
          <p:nvPr/>
        </p:nvGrpSpPr>
        <p:grpSpPr>
          <a:xfrm>
            <a:off x="1539076" y="1975568"/>
            <a:ext cx="7542135" cy="247224"/>
            <a:chOff x="1539076" y="1975568"/>
            <a:chExt cx="7542135" cy="247224"/>
          </a:xfrm>
        </p:grpSpPr>
        <p:pic>
          <p:nvPicPr>
            <p:cNvPr id="1939" name="Google Shape;1939;p15"/>
            <p:cNvPicPr preferRelativeResize="0"/>
            <p:nvPr/>
          </p:nvPicPr>
          <p:blipFill rotWithShape="1">
            <a:blip r:embed="rId17">
              <a:alphaModFix/>
            </a:blip>
            <a:srcRect b="0" l="0" r="0" t="0"/>
            <a:stretch/>
          </p:blipFill>
          <p:spPr>
            <a:xfrm>
              <a:off x="1541246" y="2089442"/>
              <a:ext cx="207403" cy="133324"/>
            </a:xfrm>
            <a:prstGeom prst="rect">
              <a:avLst/>
            </a:prstGeom>
            <a:noFill/>
            <a:ln>
              <a:noFill/>
            </a:ln>
          </p:spPr>
        </p:pic>
        <p:sp>
          <p:nvSpPr>
            <p:cNvPr id="1940" name="Google Shape;1940;p15"/>
            <p:cNvSpPr/>
            <p:nvPr/>
          </p:nvSpPr>
          <p:spPr>
            <a:xfrm>
              <a:off x="1541246" y="2089442"/>
              <a:ext cx="207645" cy="133350"/>
            </a:xfrm>
            <a:custGeom>
              <a:rect b="b" l="l" r="r" t="t"/>
              <a:pathLst>
                <a:path extrusionOk="0" h="133350" w="207644">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1" name="Google Shape;1941;p15"/>
            <p:cNvPicPr preferRelativeResize="0"/>
            <p:nvPr/>
          </p:nvPicPr>
          <p:blipFill rotWithShape="1">
            <a:blip r:embed="rId18">
              <a:alphaModFix/>
            </a:blip>
            <a:srcRect b="0" l="0" r="0" t="0"/>
            <a:stretch/>
          </p:blipFill>
          <p:spPr>
            <a:xfrm>
              <a:off x="1785543" y="2089442"/>
              <a:ext cx="207403" cy="133324"/>
            </a:xfrm>
            <a:prstGeom prst="rect">
              <a:avLst/>
            </a:prstGeom>
            <a:noFill/>
            <a:ln>
              <a:noFill/>
            </a:ln>
          </p:spPr>
        </p:pic>
        <p:sp>
          <p:nvSpPr>
            <p:cNvPr id="1942" name="Google Shape;1942;p15"/>
            <p:cNvSpPr/>
            <p:nvPr/>
          </p:nvSpPr>
          <p:spPr>
            <a:xfrm>
              <a:off x="1785543" y="2089442"/>
              <a:ext cx="207645" cy="133350"/>
            </a:xfrm>
            <a:custGeom>
              <a:rect b="b" l="l" r="r" t="t"/>
              <a:pathLst>
                <a:path extrusionOk="0" h="133350" w="207644">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3" name="Google Shape;1943;p15"/>
            <p:cNvPicPr preferRelativeResize="0"/>
            <p:nvPr/>
          </p:nvPicPr>
          <p:blipFill rotWithShape="1">
            <a:blip r:embed="rId19">
              <a:alphaModFix/>
            </a:blip>
            <a:srcRect b="0" l="0" r="0" t="0"/>
            <a:stretch/>
          </p:blipFill>
          <p:spPr>
            <a:xfrm>
              <a:off x="2029841" y="2089442"/>
              <a:ext cx="207403" cy="133324"/>
            </a:xfrm>
            <a:prstGeom prst="rect">
              <a:avLst/>
            </a:prstGeom>
            <a:noFill/>
            <a:ln>
              <a:noFill/>
            </a:ln>
          </p:spPr>
        </p:pic>
        <p:sp>
          <p:nvSpPr>
            <p:cNvPr id="1944" name="Google Shape;1944;p15"/>
            <p:cNvSpPr/>
            <p:nvPr/>
          </p:nvSpPr>
          <p:spPr>
            <a:xfrm>
              <a:off x="2029841" y="2089442"/>
              <a:ext cx="207645" cy="133350"/>
            </a:xfrm>
            <a:custGeom>
              <a:rect b="b" l="l" r="r" t="t"/>
              <a:pathLst>
                <a:path extrusionOk="0" h="133350" w="207644">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5" name="Google Shape;1945;p15"/>
            <p:cNvPicPr preferRelativeResize="0"/>
            <p:nvPr/>
          </p:nvPicPr>
          <p:blipFill rotWithShape="1">
            <a:blip r:embed="rId20">
              <a:alphaModFix/>
            </a:blip>
            <a:srcRect b="0" l="0" r="0" t="0"/>
            <a:stretch/>
          </p:blipFill>
          <p:spPr>
            <a:xfrm>
              <a:off x="2369337" y="2089442"/>
              <a:ext cx="207403" cy="133324"/>
            </a:xfrm>
            <a:prstGeom prst="rect">
              <a:avLst/>
            </a:prstGeom>
            <a:noFill/>
            <a:ln>
              <a:noFill/>
            </a:ln>
          </p:spPr>
        </p:pic>
        <p:sp>
          <p:nvSpPr>
            <p:cNvPr id="1946" name="Google Shape;1946;p15"/>
            <p:cNvSpPr/>
            <p:nvPr/>
          </p:nvSpPr>
          <p:spPr>
            <a:xfrm>
              <a:off x="2369337" y="2089442"/>
              <a:ext cx="207645" cy="133350"/>
            </a:xfrm>
            <a:custGeom>
              <a:rect b="b" l="l" r="r" t="t"/>
              <a:pathLst>
                <a:path extrusionOk="0" h="133350" w="207644">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7" name="Google Shape;1947;p15"/>
            <p:cNvPicPr preferRelativeResize="0"/>
            <p:nvPr/>
          </p:nvPicPr>
          <p:blipFill rotWithShape="1">
            <a:blip r:embed="rId17">
              <a:alphaModFix/>
            </a:blip>
            <a:srcRect b="0" l="0" r="0" t="0"/>
            <a:stretch/>
          </p:blipFill>
          <p:spPr>
            <a:xfrm>
              <a:off x="2613634" y="2089442"/>
              <a:ext cx="207403" cy="133324"/>
            </a:xfrm>
            <a:prstGeom prst="rect">
              <a:avLst/>
            </a:prstGeom>
            <a:noFill/>
            <a:ln>
              <a:noFill/>
            </a:ln>
          </p:spPr>
        </p:pic>
        <p:sp>
          <p:nvSpPr>
            <p:cNvPr id="1948" name="Google Shape;1948;p15"/>
            <p:cNvSpPr/>
            <p:nvPr/>
          </p:nvSpPr>
          <p:spPr>
            <a:xfrm>
              <a:off x="2613634" y="2089442"/>
              <a:ext cx="207645" cy="133350"/>
            </a:xfrm>
            <a:custGeom>
              <a:rect b="b" l="l" r="r" t="t"/>
              <a:pathLst>
                <a:path extrusionOk="0" h="133350" w="207644">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9" name="Google Shape;1949;p15"/>
            <p:cNvPicPr preferRelativeResize="0"/>
            <p:nvPr/>
          </p:nvPicPr>
          <p:blipFill rotWithShape="1">
            <a:blip r:embed="rId20">
              <a:alphaModFix/>
            </a:blip>
            <a:srcRect b="0" l="0" r="0" t="0"/>
            <a:stretch/>
          </p:blipFill>
          <p:spPr>
            <a:xfrm>
              <a:off x="2857919" y="2089442"/>
              <a:ext cx="207403" cy="133324"/>
            </a:xfrm>
            <a:prstGeom prst="rect">
              <a:avLst/>
            </a:prstGeom>
            <a:noFill/>
            <a:ln>
              <a:noFill/>
            </a:ln>
          </p:spPr>
        </p:pic>
        <p:sp>
          <p:nvSpPr>
            <p:cNvPr id="1950" name="Google Shape;1950;p15"/>
            <p:cNvSpPr/>
            <p:nvPr/>
          </p:nvSpPr>
          <p:spPr>
            <a:xfrm>
              <a:off x="2857919" y="2089442"/>
              <a:ext cx="207645" cy="133350"/>
            </a:xfrm>
            <a:custGeom>
              <a:rect b="b" l="l" r="r" t="t"/>
              <a:pathLst>
                <a:path extrusionOk="0" h="133350" w="207644">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1" name="Google Shape;1951;p15"/>
            <p:cNvPicPr preferRelativeResize="0"/>
            <p:nvPr/>
          </p:nvPicPr>
          <p:blipFill rotWithShape="1">
            <a:blip r:embed="rId19">
              <a:alphaModFix/>
            </a:blip>
            <a:srcRect b="0" l="0" r="0" t="0"/>
            <a:stretch/>
          </p:blipFill>
          <p:spPr>
            <a:xfrm>
              <a:off x="3229393" y="2089442"/>
              <a:ext cx="207403" cy="133324"/>
            </a:xfrm>
            <a:prstGeom prst="rect">
              <a:avLst/>
            </a:prstGeom>
            <a:noFill/>
            <a:ln>
              <a:noFill/>
            </a:ln>
          </p:spPr>
        </p:pic>
        <p:sp>
          <p:nvSpPr>
            <p:cNvPr id="1952" name="Google Shape;1952;p15"/>
            <p:cNvSpPr/>
            <p:nvPr/>
          </p:nvSpPr>
          <p:spPr>
            <a:xfrm>
              <a:off x="3229394"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3" name="Google Shape;1953;p15"/>
            <p:cNvPicPr preferRelativeResize="0"/>
            <p:nvPr/>
          </p:nvPicPr>
          <p:blipFill rotWithShape="1">
            <a:blip r:embed="rId20">
              <a:alphaModFix/>
            </a:blip>
            <a:srcRect b="0" l="0" r="0" t="0"/>
            <a:stretch/>
          </p:blipFill>
          <p:spPr>
            <a:xfrm>
              <a:off x="3473691" y="2089442"/>
              <a:ext cx="207403" cy="133324"/>
            </a:xfrm>
            <a:prstGeom prst="rect">
              <a:avLst/>
            </a:prstGeom>
            <a:noFill/>
            <a:ln>
              <a:noFill/>
            </a:ln>
          </p:spPr>
        </p:pic>
        <p:sp>
          <p:nvSpPr>
            <p:cNvPr id="1954" name="Google Shape;1954;p15"/>
            <p:cNvSpPr/>
            <p:nvPr/>
          </p:nvSpPr>
          <p:spPr>
            <a:xfrm>
              <a:off x="3473691"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5" name="Google Shape;1955;p15"/>
            <p:cNvPicPr preferRelativeResize="0"/>
            <p:nvPr/>
          </p:nvPicPr>
          <p:blipFill rotWithShape="1">
            <a:blip r:embed="rId17">
              <a:alphaModFix/>
            </a:blip>
            <a:srcRect b="0" l="0" r="0" t="0"/>
            <a:stretch/>
          </p:blipFill>
          <p:spPr>
            <a:xfrm>
              <a:off x="3717988" y="2089442"/>
              <a:ext cx="207403" cy="133324"/>
            </a:xfrm>
            <a:prstGeom prst="rect">
              <a:avLst/>
            </a:prstGeom>
            <a:noFill/>
            <a:ln>
              <a:noFill/>
            </a:ln>
          </p:spPr>
        </p:pic>
        <p:sp>
          <p:nvSpPr>
            <p:cNvPr id="1956" name="Google Shape;1956;p15"/>
            <p:cNvSpPr/>
            <p:nvPr/>
          </p:nvSpPr>
          <p:spPr>
            <a:xfrm>
              <a:off x="3717988"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7" name="Google Shape;1957;p15"/>
            <p:cNvPicPr preferRelativeResize="0"/>
            <p:nvPr/>
          </p:nvPicPr>
          <p:blipFill rotWithShape="1">
            <a:blip r:embed="rId17">
              <a:alphaModFix/>
            </a:blip>
            <a:srcRect b="0" l="0" r="0" t="0"/>
            <a:stretch/>
          </p:blipFill>
          <p:spPr>
            <a:xfrm>
              <a:off x="4100271" y="2089442"/>
              <a:ext cx="207403" cy="133324"/>
            </a:xfrm>
            <a:prstGeom prst="rect">
              <a:avLst/>
            </a:prstGeom>
            <a:noFill/>
            <a:ln>
              <a:noFill/>
            </a:ln>
          </p:spPr>
        </p:pic>
        <p:sp>
          <p:nvSpPr>
            <p:cNvPr id="1958" name="Google Shape;1958;p15"/>
            <p:cNvSpPr/>
            <p:nvPr/>
          </p:nvSpPr>
          <p:spPr>
            <a:xfrm>
              <a:off x="4100271"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9" name="Google Shape;1959;p15"/>
            <p:cNvPicPr preferRelativeResize="0"/>
            <p:nvPr/>
          </p:nvPicPr>
          <p:blipFill rotWithShape="1">
            <a:blip r:embed="rId20">
              <a:alphaModFix/>
            </a:blip>
            <a:srcRect b="0" l="0" r="0" t="0"/>
            <a:stretch/>
          </p:blipFill>
          <p:spPr>
            <a:xfrm>
              <a:off x="4344568" y="2089442"/>
              <a:ext cx="207403" cy="133324"/>
            </a:xfrm>
            <a:prstGeom prst="rect">
              <a:avLst/>
            </a:prstGeom>
            <a:noFill/>
            <a:ln>
              <a:noFill/>
            </a:ln>
          </p:spPr>
        </p:pic>
        <p:sp>
          <p:nvSpPr>
            <p:cNvPr id="1960" name="Google Shape;1960;p15"/>
            <p:cNvSpPr/>
            <p:nvPr/>
          </p:nvSpPr>
          <p:spPr>
            <a:xfrm>
              <a:off x="4344568"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1" name="Google Shape;1961;p15"/>
            <p:cNvPicPr preferRelativeResize="0"/>
            <p:nvPr/>
          </p:nvPicPr>
          <p:blipFill rotWithShape="1">
            <a:blip r:embed="rId17">
              <a:alphaModFix/>
            </a:blip>
            <a:srcRect b="0" l="0" r="0" t="0"/>
            <a:stretch/>
          </p:blipFill>
          <p:spPr>
            <a:xfrm>
              <a:off x="4588865" y="2089442"/>
              <a:ext cx="207403" cy="133324"/>
            </a:xfrm>
            <a:prstGeom prst="rect">
              <a:avLst/>
            </a:prstGeom>
            <a:noFill/>
            <a:ln>
              <a:noFill/>
            </a:ln>
          </p:spPr>
        </p:pic>
        <p:sp>
          <p:nvSpPr>
            <p:cNvPr id="1962" name="Google Shape;1962;p15"/>
            <p:cNvSpPr/>
            <p:nvPr/>
          </p:nvSpPr>
          <p:spPr>
            <a:xfrm>
              <a:off x="4588865"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3" name="Google Shape;1963;p15"/>
            <p:cNvPicPr preferRelativeResize="0"/>
            <p:nvPr/>
          </p:nvPicPr>
          <p:blipFill rotWithShape="1">
            <a:blip r:embed="rId20">
              <a:alphaModFix/>
            </a:blip>
            <a:srcRect b="0" l="0" r="0" t="0"/>
            <a:stretch/>
          </p:blipFill>
          <p:spPr>
            <a:xfrm>
              <a:off x="4962296" y="2089442"/>
              <a:ext cx="207403" cy="133324"/>
            </a:xfrm>
            <a:prstGeom prst="rect">
              <a:avLst/>
            </a:prstGeom>
            <a:noFill/>
            <a:ln>
              <a:noFill/>
            </a:ln>
          </p:spPr>
        </p:pic>
        <p:sp>
          <p:nvSpPr>
            <p:cNvPr id="1964" name="Google Shape;1964;p15"/>
            <p:cNvSpPr/>
            <p:nvPr/>
          </p:nvSpPr>
          <p:spPr>
            <a:xfrm>
              <a:off x="4962296"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5" name="Google Shape;1965;p15"/>
            <p:cNvPicPr preferRelativeResize="0"/>
            <p:nvPr/>
          </p:nvPicPr>
          <p:blipFill rotWithShape="1">
            <a:blip r:embed="rId20">
              <a:alphaModFix/>
            </a:blip>
            <a:srcRect b="0" l="0" r="0" t="0"/>
            <a:stretch/>
          </p:blipFill>
          <p:spPr>
            <a:xfrm>
              <a:off x="5206593" y="2089442"/>
              <a:ext cx="207403" cy="133324"/>
            </a:xfrm>
            <a:prstGeom prst="rect">
              <a:avLst/>
            </a:prstGeom>
            <a:noFill/>
            <a:ln>
              <a:noFill/>
            </a:ln>
          </p:spPr>
        </p:pic>
        <p:sp>
          <p:nvSpPr>
            <p:cNvPr id="1966" name="Google Shape;1966;p15"/>
            <p:cNvSpPr/>
            <p:nvPr/>
          </p:nvSpPr>
          <p:spPr>
            <a:xfrm>
              <a:off x="5206593"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7" name="Google Shape;1967;p15"/>
            <p:cNvPicPr preferRelativeResize="0"/>
            <p:nvPr/>
          </p:nvPicPr>
          <p:blipFill rotWithShape="1">
            <a:blip r:embed="rId18">
              <a:alphaModFix/>
            </a:blip>
            <a:srcRect b="0" l="0" r="0" t="0"/>
            <a:stretch/>
          </p:blipFill>
          <p:spPr>
            <a:xfrm>
              <a:off x="5450878" y="2089442"/>
              <a:ext cx="207403" cy="133324"/>
            </a:xfrm>
            <a:prstGeom prst="rect">
              <a:avLst/>
            </a:prstGeom>
            <a:noFill/>
            <a:ln>
              <a:noFill/>
            </a:ln>
          </p:spPr>
        </p:pic>
        <p:sp>
          <p:nvSpPr>
            <p:cNvPr id="1968" name="Google Shape;1968;p15"/>
            <p:cNvSpPr/>
            <p:nvPr/>
          </p:nvSpPr>
          <p:spPr>
            <a:xfrm>
              <a:off x="5450878"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9" name="Google Shape;1969;p15"/>
            <p:cNvPicPr preferRelativeResize="0"/>
            <p:nvPr/>
          </p:nvPicPr>
          <p:blipFill rotWithShape="1">
            <a:blip r:embed="rId20">
              <a:alphaModFix/>
            </a:blip>
            <a:srcRect b="0" l="0" r="0" t="0"/>
            <a:stretch/>
          </p:blipFill>
          <p:spPr>
            <a:xfrm>
              <a:off x="5831573" y="2089442"/>
              <a:ext cx="207403" cy="133324"/>
            </a:xfrm>
            <a:prstGeom prst="rect">
              <a:avLst/>
            </a:prstGeom>
            <a:noFill/>
            <a:ln>
              <a:noFill/>
            </a:ln>
          </p:spPr>
        </p:pic>
        <p:sp>
          <p:nvSpPr>
            <p:cNvPr id="1970" name="Google Shape;1970;p15"/>
            <p:cNvSpPr/>
            <p:nvPr/>
          </p:nvSpPr>
          <p:spPr>
            <a:xfrm>
              <a:off x="5831573"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71" name="Google Shape;1971;p15"/>
            <p:cNvPicPr preferRelativeResize="0"/>
            <p:nvPr/>
          </p:nvPicPr>
          <p:blipFill rotWithShape="1">
            <a:blip r:embed="rId17">
              <a:alphaModFix/>
            </a:blip>
            <a:srcRect b="0" l="0" r="0" t="0"/>
            <a:stretch/>
          </p:blipFill>
          <p:spPr>
            <a:xfrm>
              <a:off x="6075870" y="2089442"/>
              <a:ext cx="207403" cy="133324"/>
            </a:xfrm>
            <a:prstGeom prst="rect">
              <a:avLst/>
            </a:prstGeom>
            <a:noFill/>
            <a:ln>
              <a:noFill/>
            </a:ln>
          </p:spPr>
        </p:pic>
        <p:sp>
          <p:nvSpPr>
            <p:cNvPr id="1972" name="Google Shape;1972;p15"/>
            <p:cNvSpPr/>
            <p:nvPr/>
          </p:nvSpPr>
          <p:spPr>
            <a:xfrm>
              <a:off x="6075870"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73" name="Google Shape;1973;p15"/>
            <p:cNvPicPr preferRelativeResize="0"/>
            <p:nvPr/>
          </p:nvPicPr>
          <p:blipFill rotWithShape="1">
            <a:blip r:embed="rId20">
              <a:alphaModFix/>
            </a:blip>
            <a:srcRect b="0" l="0" r="0" t="0"/>
            <a:stretch/>
          </p:blipFill>
          <p:spPr>
            <a:xfrm>
              <a:off x="6320167" y="2089442"/>
              <a:ext cx="207403" cy="133324"/>
            </a:xfrm>
            <a:prstGeom prst="rect">
              <a:avLst/>
            </a:prstGeom>
            <a:noFill/>
            <a:ln>
              <a:noFill/>
            </a:ln>
          </p:spPr>
        </p:pic>
        <p:sp>
          <p:nvSpPr>
            <p:cNvPr id="1974" name="Google Shape;1974;p15"/>
            <p:cNvSpPr/>
            <p:nvPr/>
          </p:nvSpPr>
          <p:spPr>
            <a:xfrm>
              <a:off x="6320167"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75" name="Google Shape;1975;p15"/>
            <p:cNvPicPr preferRelativeResize="0"/>
            <p:nvPr/>
          </p:nvPicPr>
          <p:blipFill rotWithShape="1">
            <a:blip r:embed="rId17">
              <a:alphaModFix/>
            </a:blip>
            <a:srcRect b="0" l="0" r="0" t="0"/>
            <a:stretch/>
          </p:blipFill>
          <p:spPr>
            <a:xfrm>
              <a:off x="6704355" y="2089442"/>
              <a:ext cx="207403" cy="133324"/>
            </a:xfrm>
            <a:prstGeom prst="rect">
              <a:avLst/>
            </a:prstGeom>
            <a:noFill/>
            <a:ln>
              <a:noFill/>
            </a:ln>
          </p:spPr>
        </p:pic>
        <p:sp>
          <p:nvSpPr>
            <p:cNvPr id="1976" name="Google Shape;1976;p15"/>
            <p:cNvSpPr/>
            <p:nvPr/>
          </p:nvSpPr>
          <p:spPr>
            <a:xfrm>
              <a:off x="6704355"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77" name="Google Shape;1977;p15"/>
            <p:cNvPicPr preferRelativeResize="0"/>
            <p:nvPr/>
          </p:nvPicPr>
          <p:blipFill rotWithShape="1">
            <a:blip r:embed="rId20">
              <a:alphaModFix/>
            </a:blip>
            <a:srcRect b="0" l="0" r="0" t="0"/>
            <a:stretch/>
          </p:blipFill>
          <p:spPr>
            <a:xfrm>
              <a:off x="6948652" y="2089442"/>
              <a:ext cx="207403" cy="133324"/>
            </a:xfrm>
            <a:prstGeom prst="rect">
              <a:avLst/>
            </a:prstGeom>
            <a:noFill/>
            <a:ln>
              <a:noFill/>
            </a:ln>
          </p:spPr>
        </p:pic>
        <p:sp>
          <p:nvSpPr>
            <p:cNvPr id="1978" name="Google Shape;1978;p15"/>
            <p:cNvSpPr/>
            <p:nvPr/>
          </p:nvSpPr>
          <p:spPr>
            <a:xfrm>
              <a:off x="6948652"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79" name="Google Shape;1979;p15"/>
            <p:cNvPicPr preferRelativeResize="0"/>
            <p:nvPr/>
          </p:nvPicPr>
          <p:blipFill rotWithShape="1">
            <a:blip r:embed="rId21">
              <a:alphaModFix/>
            </a:blip>
            <a:srcRect b="0" l="0" r="0" t="0"/>
            <a:stretch/>
          </p:blipFill>
          <p:spPr>
            <a:xfrm>
              <a:off x="7192937" y="2089442"/>
              <a:ext cx="207403" cy="133324"/>
            </a:xfrm>
            <a:prstGeom prst="rect">
              <a:avLst/>
            </a:prstGeom>
            <a:noFill/>
            <a:ln>
              <a:noFill/>
            </a:ln>
          </p:spPr>
        </p:pic>
        <p:sp>
          <p:nvSpPr>
            <p:cNvPr id="1980" name="Google Shape;1980;p15"/>
            <p:cNvSpPr/>
            <p:nvPr/>
          </p:nvSpPr>
          <p:spPr>
            <a:xfrm>
              <a:off x="7192937"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1" name="Google Shape;1981;p15"/>
            <p:cNvPicPr preferRelativeResize="0"/>
            <p:nvPr/>
          </p:nvPicPr>
          <p:blipFill rotWithShape="1">
            <a:blip r:embed="rId20">
              <a:alphaModFix/>
            </a:blip>
            <a:srcRect b="0" l="0" r="0" t="0"/>
            <a:stretch/>
          </p:blipFill>
          <p:spPr>
            <a:xfrm>
              <a:off x="7562811" y="2089442"/>
              <a:ext cx="207403" cy="133324"/>
            </a:xfrm>
            <a:prstGeom prst="rect">
              <a:avLst/>
            </a:prstGeom>
            <a:noFill/>
            <a:ln>
              <a:noFill/>
            </a:ln>
          </p:spPr>
        </p:pic>
        <p:sp>
          <p:nvSpPr>
            <p:cNvPr id="1982" name="Google Shape;1982;p15"/>
            <p:cNvSpPr/>
            <p:nvPr/>
          </p:nvSpPr>
          <p:spPr>
            <a:xfrm>
              <a:off x="7562811"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3" name="Google Shape;1983;p15"/>
            <p:cNvPicPr preferRelativeResize="0"/>
            <p:nvPr/>
          </p:nvPicPr>
          <p:blipFill rotWithShape="1">
            <a:blip r:embed="rId20">
              <a:alphaModFix/>
            </a:blip>
            <a:srcRect b="0" l="0" r="0" t="0"/>
            <a:stretch/>
          </p:blipFill>
          <p:spPr>
            <a:xfrm>
              <a:off x="7807108" y="2089442"/>
              <a:ext cx="207403" cy="133324"/>
            </a:xfrm>
            <a:prstGeom prst="rect">
              <a:avLst/>
            </a:prstGeom>
            <a:noFill/>
            <a:ln>
              <a:noFill/>
            </a:ln>
          </p:spPr>
        </p:pic>
        <p:sp>
          <p:nvSpPr>
            <p:cNvPr id="1984" name="Google Shape;1984;p15"/>
            <p:cNvSpPr/>
            <p:nvPr/>
          </p:nvSpPr>
          <p:spPr>
            <a:xfrm>
              <a:off x="7807109"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5" name="Google Shape;1985;p15"/>
            <p:cNvPicPr preferRelativeResize="0"/>
            <p:nvPr/>
          </p:nvPicPr>
          <p:blipFill rotWithShape="1">
            <a:blip r:embed="rId18">
              <a:alphaModFix/>
            </a:blip>
            <a:srcRect b="0" l="0" r="0" t="0"/>
            <a:stretch/>
          </p:blipFill>
          <p:spPr>
            <a:xfrm>
              <a:off x="8051406" y="2089442"/>
              <a:ext cx="207403" cy="133324"/>
            </a:xfrm>
            <a:prstGeom prst="rect">
              <a:avLst/>
            </a:prstGeom>
            <a:noFill/>
            <a:ln>
              <a:noFill/>
            </a:ln>
          </p:spPr>
        </p:pic>
        <p:sp>
          <p:nvSpPr>
            <p:cNvPr id="1986" name="Google Shape;1986;p15"/>
            <p:cNvSpPr/>
            <p:nvPr/>
          </p:nvSpPr>
          <p:spPr>
            <a:xfrm>
              <a:off x="8051406"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7" name="Google Shape;1987;p15"/>
            <p:cNvPicPr preferRelativeResize="0"/>
            <p:nvPr/>
          </p:nvPicPr>
          <p:blipFill rotWithShape="1">
            <a:blip r:embed="rId18">
              <a:alphaModFix/>
            </a:blip>
            <a:srcRect b="0" l="0" r="0" t="0"/>
            <a:stretch/>
          </p:blipFill>
          <p:spPr>
            <a:xfrm>
              <a:off x="8384984" y="2089442"/>
              <a:ext cx="207403" cy="133324"/>
            </a:xfrm>
            <a:prstGeom prst="rect">
              <a:avLst/>
            </a:prstGeom>
            <a:noFill/>
            <a:ln>
              <a:noFill/>
            </a:ln>
          </p:spPr>
        </p:pic>
        <p:sp>
          <p:nvSpPr>
            <p:cNvPr id="1988" name="Google Shape;1988;p15"/>
            <p:cNvSpPr/>
            <p:nvPr/>
          </p:nvSpPr>
          <p:spPr>
            <a:xfrm>
              <a:off x="8384984"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9" name="Google Shape;1989;p15"/>
            <p:cNvPicPr preferRelativeResize="0"/>
            <p:nvPr/>
          </p:nvPicPr>
          <p:blipFill rotWithShape="1">
            <a:blip r:embed="rId18">
              <a:alphaModFix/>
            </a:blip>
            <a:srcRect b="0" l="0" r="0" t="0"/>
            <a:stretch/>
          </p:blipFill>
          <p:spPr>
            <a:xfrm>
              <a:off x="8629268" y="2089442"/>
              <a:ext cx="207403" cy="133324"/>
            </a:xfrm>
            <a:prstGeom prst="rect">
              <a:avLst/>
            </a:prstGeom>
            <a:noFill/>
            <a:ln>
              <a:noFill/>
            </a:ln>
          </p:spPr>
        </p:pic>
        <p:sp>
          <p:nvSpPr>
            <p:cNvPr id="1990" name="Google Shape;1990;p15"/>
            <p:cNvSpPr/>
            <p:nvPr/>
          </p:nvSpPr>
          <p:spPr>
            <a:xfrm>
              <a:off x="8629268"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91" name="Google Shape;1991;p15"/>
            <p:cNvPicPr preferRelativeResize="0"/>
            <p:nvPr/>
          </p:nvPicPr>
          <p:blipFill rotWithShape="1">
            <a:blip r:embed="rId20">
              <a:alphaModFix/>
            </a:blip>
            <a:srcRect b="0" l="0" r="0" t="0"/>
            <a:stretch/>
          </p:blipFill>
          <p:spPr>
            <a:xfrm>
              <a:off x="8873565" y="2089442"/>
              <a:ext cx="207403" cy="133324"/>
            </a:xfrm>
            <a:prstGeom prst="rect">
              <a:avLst/>
            </a:prstGeom>
            <a:noFill/>
            <a:ln>
              <a:noFill/>
            </a:ln>
          </p:spPr>
        </p:pic>
        <p:sp>
          <p:nvSpPr>
            <p:cNvPr id="1992" name="Google Shape;1992;p15"/>
            <p:cNvSpPr/>
            <p:nvPr/>
          </p:nvSpPr>
          <p:spPr>
            <a:xfrm>
              <a:off x="8873566" y="2089442"/>
              <a:ext cx="207645" cy="133350"/>
            </a:xfrm>
            <a:custGeom>
              <a:rect b="b" l="l" r="r" t="t"/>
              <a:pathLst>
                <a:path extrusionOk="0" h="133350" w="207645">
                  <a:moveTo>
                    <a:pt x="0" y="133324"/>
                  </a:moveTo>
                  <a:lnTo>
                    <a:pt x="207403" y="133324"/>
                  </a:lnTo>
                  <a:lnTo>
                    <a:pt x="207403" y="0"/>
                  </a:lnTo>
                  <a:lnTo>
                    <a:pt x="0" y="0"/>
                  </a:lnTo>
                  <a:lnTo>
                    <a:pt x="0" y="133324"/>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15"/>
            <p:cNvSpPr/>
            <p:nvPr/>
          </p:nvSpPr>
          <p:spPr>
            <a:xfrm>
              <a:off x="1623738" y="1975568"/>
              <a:ext cx="0" cy="109855"/>
            </a:xfrm>
            <a:custGeom>
              <a:rect b="b" l="l" r="r" t="t"/>
              <a:pathLst>
                <a:path extrusionOk="0" h="109855" w="120000">
                  <a:moveTo>
                    <a:pt x="0" y="109385"/>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15"/>
            <p:cNvSpPr/>
            <p:nvPr/>
          </p:nvSpPr>
          <p:spPr>
            <a:xfrm>
              <a:off x="8928377" y="1975568"/>
              <a:ext cx="0" cy="109855"/>
            </a:xfrm>
            <a:custGeom>
              <a:rect b="b" l="l" r="r" t="t"/>
              <a:pathLst>
                <a:path extrusionOk="0" h="109855" w="120000">
                  <a:moveTo>
                    <a:pt x="0" y="109385"/>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15"/>
            <p:cNvSpPr/>
            <p:nvPr/>
          </p:nvSpPr>
          <p:spPr>
            <a:xfrm>
              <a:off x="1539076" y="1975568"/>
              <a:ext cx="7538084" cy="0"/>
            </a:xfrm>
            <a:custGeom>
              <a:rect b="b" l="l" r="r" t="t"/>
              <a:pathLst>
                <a:path extrusionOk="0" h="120000" w="7538084">
                  <a:moveTo>
                    <a:pt x="6761302" y="0"/>
                  </a:moveTo>
                  <a:lnTo>
                    <a:pt x="7538046" y="0"/>
                  </a:lnTo>
                </a:path>
                <a:path extrusionOk="0" h="120000" w="7538084">
                  <a:moveTo>
                    <a:pt x="0" y="0"/>
                  </a:moveTo>
                  <a:lnTo>
                    <a:pt x="776744" y="0"/>
                  </a:lnTo>
                </a:path>
              </a:pathLst>
            </a:custGeom>
            <a:noFill/>
            <a:ln cap="flat" cmpd="sng" w="1065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96" name="Google Shape;1996;p15"/>
          <p:cNvSpPr txBox="1"/>
          <p:nvPr/>
        </p:nvSpPr>
        <p:spPr>
          <a:xfrm>
            <a:off x="2451127" y="1153006"/>
            <a:ext cx="2256790" cy="565150"/>
          </a:xfrm>
          <a:prstGeom prst="rect">
            <a:avLst/>
          </a:prstGeom>
          <a:noFill/>
          <a:ln>
            <a:noFill/>
          </a:ln>
        </p:spPr>
        <p:txBody>
          <a:bodyPr anchorCtr="0" anchor="t" bIns="0" lIns="0" spcFirstLastPara="1" rIns="0" wrap="square" tIns="45700">
            <a:spAutoFit/>
          </a:bodyPr>
          <a:lstStyle/>
          <a:p>
            <a:pPr indent="0" lvl="0" marL="1226820" marR="0" rtl="0" algn="l">
              <a:lnSpc>
                <a:spcPct val="100000"/>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HEATING ZONE </a:t>
            </a:r>
            <a:endParaRPr b="0" i="0" sz="550" u="none" cap="none" strike="noStrike">
              <a:solidFill>
                <a:srgbClr val="000000"/>
              </a:solidFill>
              <a:latin typeface="Arial"/>
              <a:ea typeface="Arial"/>
              <a:cs typeface="Arial"/>
              <a:sym typeface="Arial"/>
            </a:endParaRPr>
          </a:p>
          <a:p>
            <a:pPr indent="0" lvl="0" marL="12700" marR="0" rtl="0" algn="l">
              <a:lnSpc>
                <a:spcPct val="100000"/>
              </a:lnSpc>
              <a:spcBef>
                <a:spcPts val="580"/>
              </a:spcBef>
              <a:spcAft>
                <a:spcPts val="0"/>
              </a:spcAft>
              <a:buClr>
                <a:srgbClr val="000000"/>
              </a:buClr>
              <a:buSzPts val="1400"/>
              <a:buFont typeface="Arial"/>
              <a:buNone/>
            </a:pPr>
            <a:r>
              <a:rPr b="1" i="0" lang="en-US" sz="1400" u="none" cap="none" strike="noStrike">
                <a:solidFill>
                  <a:srgbClr val="231F20"/>
                </a:solidFill>
                <a:latin typeface="Arial"/>
                <a:ea typeface="Arial"/>
                <a:cs typeface="Arial"/>
                <a:sym typeface="Arial"/>
              </a:rPr>
              <a:t>150℃	300℃	450℃</a:t>
            </a:r>
            <a:endParaRPr b="0" i="0" sz="1400" u="none" cap="none" strike="noStrike">
              <a:solidFill>
                <a:srgbClr val="000000"/>
              </a:solidFill>
              <a:latin typeface="Arial"/>
              <a:ea typeface="Arial"/>
              <a:cs typeface="Arial"/>
              <a:sym typeface="Arial"/>
            </a:endParaRPr>
          </a:p>
          <a:p>
            <a:pPr indent="0" lvl="0" marL="513080" marR="0" rtl="0" algn="l">
              <a:lnSpc>
                <a:spcPct val="100000"/>
              </a:lnSpc>
              <a:spcBef>
                <a:spcPts val="165"/>
              </a:spcBef>
              <a:spcAft>
                <a:spcPts val="0"/>
              </a:spcAft>
              <a:buClr>
                <a:srgbClr val="000000"/>
              </a:buClr>
              <a:buSzPts val="750"/>
              <a:buFont typeface="Arial"/>
              <a:buNone/>
            </a:pPr>
            <a:r>
              <a:rPr b="0" i="0" lang="en-US" sz="750" u="none" cap="none" strike="noStrike">
                <a:solidFill>
                  <a:srgbClr val="231F20"/>
                </a:solidFill>
                <a:latin typeface="Arial"/>
                <a:ea typeface="Arial"/>
                <a:cs typeface="Arial"/>
                <a:sym typeface="Arial"/>
              </a:rPr>
              <a:t>3 bucket movement in 90 minutes</a:t>
            </a:r>
            <a:endParaRPr b="0" i="0" sz="750" u="none" cap="none" strike="noStrike">
              <a:solidFill>
                <a:srgbClr val="000000"/>
              </a:solidFill>
              <a:latin typeface="Arial"/>
              <a:ea typeface="Arial"/>
              <a:cs typeface="Arial"/>
              <a:sym typeface="Arial"/>
            </a:endParaRPr>
          </a:p>
        </p:txBody>
      </p:sp>
      <p:sp>
        <p:nvSpPr>
          <p:cNvPr id="1997" name="Google Shape;1997;p15"/>
          <p:cNvSpPr txBox="1"/>
          <p:nvPr/>
        </p:nvSpPr>
        <p:spPr>
          <a:xfrm>
            <a:off x="6700279" y="1181572"/>
            <a:ext cx="717550" cy="11493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550"/>
              <a:buFont typeface="Arial"/>
              <a:buNone/>
            </a:pPr>
            <a:r>
              <a:rPr b="0" i="0" lang="en-US" sz="550" u="none" cap="none" strike="noStrike">
                <a:solidFill>
                  <a:srgbClr val="231F20"/>
                </a:solidFill>
                <a:latin typeface="Arial"/>
                <a:ea typeface="Arial"/>
                <a:cs typeface="Arial"/>
                <a:sym typeface="Arial"/>
              </a:rPr>
              <a:t>COOLING ZONE </a:t>
            </a:r>
            <a:endParaRPr b="0" i="0" sz="550" u="none" cap="none" strike="noStrike">
              <a:solidFill>
                <a:srgbClr val="000000"/>
              </a:solidFill>
              <a:latin typeface="Arial"/>
              <a:ea typeface="Arial"/>
              <a:cs typeface="Arial"/>
              <a:sym typeface="Arial"/>
            </a:endParaRPr>
          </a:p>
        </p:txBody>
      </p:sp>
      <p:grpSp>
        <p:nvGrpSpPr>
          <p:cNvPr id="1998" name="Google Shape;1998;p15"/>
          <p:cNvGrpSpPr/>
          <p:nvPr/>
        </p:nvGrpSpPr>
        <p:grpSpPr>
          <a:xfrm>
            <a:off x="2208993" y="903008"/>
            <a:ext cx="172123" cy="174002"/>
            <a:chOff x="2208993" y="903008"/>
            <a:chExt cx="172123" cy="174002"/>
          </a:xfrm>
        </p:grpSpPr>
        <p:pic>
          <p:nvPicPr>
            <p:cNvPr id="1999" name="Google Shape;1999;p15"/>
            <p:cNvPicPr preferRelativeResize="0"/>
            <p:nvPr/>
          </p:nvPicPr>
          <p:blipFill rotWithShape="1">
            <a:blip r:embed="rId22">
              <a:alphaModFix/>
            </a:blip>
            <a:srcRect b="0" l="0" r="0" t="0"/>
            <a:stretch/>
          </p:blipFill>
          <p:spPr>
            <a:xfrm>
              <a:off x="2210447" y="904468"/>
              <a:ext cx="169214" cy="171081"/>
            </a:xfrm>
            <a:prstGeom prst="rect">
              <a:avLst/>
            </a:prstGeom>
            <a:noFill/>
            <a:ln>
              <a:noFill/>
            </a:ln>
          </p:spPr>
        </p:pic>
        <p:pic>
          <p:nvPicPr>
            <p:cNvPr id="2000" name="Google Shape;2000;p15"/>
            <p:cNvPicPr preferRelativeResize="0"/>
            <p:nvPr/>
          </p:nvPicPr>
          <p:blipFill rotWithShape="1">
            <a:blip r:embed="rId23">
              <a:alphaModFix/>
            </a:blip>
            <a:srcRect b="0" l="0" r="0" t="0"/>
            <a:stretch/>
          </p:blipFill>
          <p:spPr>
            <a:xfrm>
              <a:off x="2208993" y="903008"/>
              <a:ext cx="172123" cy="174002"/>
            </a:xfrm>
            <a:prstGeom prst="rect">
              <a:avLst/>
            </a:prstGeom>
            <a:noFill/>
            <a:ln>
              <a:noFill/>
            </a:ln>
          </p:spPr>
        </p:pic>
      </p:grpSp>
      <p:sp>
        <p:nvSpPr>
          <p:cNvPr id="2001" name="Google Shape;2001;p15"/>
          <p:cNvSpPr txBox="1"/>
          <p:nvPr/>
        </p:nvSpPr>
        <p:spPr>
          <a:xfrm>
            <a:off x="2208942" y="926281"/>
            <a:ext cx="172720" cy="1244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50"/>
              <a:buFont typeface="Arial"/>
              <a:buNone/>
            </a:pPr>
            <a:r>
              <a:rPr b="1" i="0" lang="en-US" sz="650" u="none" cap="none" strike="noStrike">
                <a:solidFill>
                  <a:srgbClr val="231F20"/>
                </a:solidFill>
                <a:latin typeface="Arial"/>
                <a:ea typeface="Arial"/>
                <a:cs typeface="Arial"/>
                <a:sym typeface="Arial"/>
              </a:rPr>
              <a:t>GET</a:t>
            </a:r>
            <a:endParaRPr b="0" i="0" sz="650" u="none" cap="none" strike="noStrike">
              <a:solidFill>
                <a:srgbClr val="000000"/>
              </a:solidFill>
              <a:latin typeface="Arial"/>
              <a:ea typeface="Arial"/>
              <a:cs typeface="Arial"/>
              <a:sym typeface="Arial"/>
            </a:endParaRPr>
          </a:p>
        </p:txBody>
      </p:sp>
      <p:grpSp>
        <p:nvGrpSpPr>
          <p:cNvPr id="2002" name="Google Shape;2002;p15"/>
          <p:cNvGrpSpPr/>
          <p:nvPr/>
        </p:nvGrpSpPr>
        <p:grpSpPr>
          <a:xfrm>
            <a:off x="3058882" y="903008"/>
            <a:ext cx="172123" cy="174002"/>
            <a:chOff x="3058882" y="903008"/>
            <a:chExt cx="172123" cy="174002"/>
          </a:xfrm>
        </p:grpSpPr>
        <p:pic>
          <p:nvPicPr>
            <p:cNvPr id="2003" name="Google Shape;2003;p15"/>
            <p:cNvPicPr preferRelativeResize="0"/>
            <p:nvPr/>
          </p:nvPicPr>
          <p:blipFill rotWithShape="1">
            <a:blip r:embed="rId24">
              <a:alphaModFix/>
            </a:blip>
            <a:srcRect b="0" l="0" r="0" t="0"/>
            <a:stretch/>
          </p:blipFill>
          <p:spPr>
            <a:xfrm>
              <a:off x="3060331" y="904468"/>
              <a:ext cx="169214" cy="171081"/>
            </a:xfrm>
            <a:prstGeom prst="rect">
              <a:avLst/>
            </a:prstGeom>
            <a:noFill/>
            <a:ln>
              <a:noFill/>
            </a:ln>
          </p:spPr>
        </p:pic>
        <p:pic>
          <p:nvPicPr>
            <p:cNvPr id="2004" name="Google Shape;2004;p15"/>
            <p:cNvPicPr preferRelativeResize="0"/>
            <p:nvPr/>
          </p:nvPicPr>
          <p:blipFill rotWithShape="1">
            <a:blip r:embed="rId23">
              <a:alphaModFix/>
            </a:blip>
            <a:srcRect b="0" l="0" r="0" t="0"/>
            <a:stretch/>
          </p:blipFill>
          <p:spPr>
            <a:xfrm>
              <a:off x="3058882" y="903008"/>
              <a:ext cx="172123" cy="174002"/>
            </a:xfrm>
            <a:prstGeom prst="rect">
              <a:avLst/>
            </a:prstGeom>
            <a:noFill/>
            <a:ln>
              <a:noFill/>
            </a:ln>
          </p:spPr>
        </p:pic>
      </p:grpSp>
      <p:grpSp>
        <p:nvGrpSpPr>
          <p:cNvPr id="2005" name="Google Shape;2005;p15"/>
          <p:cNvGrpSpPr/>
          <p:nvPr/>
        </p:nvGrpSpPr>
        <p:grpSpPr>
          <a:xfrm>
            <a:off x="4039880" y="903008"/>
            <a:ext cx="172123" cy="174002"/>
            <a:chOff x="4039880" y="903008"/>
            <a:chExt cx="172123" cy="174002"/>
          </a:xfrm>
        </p:grpSpPr>
        <p:pic>
          <p:nvPicPr>
            <p:cNvPr id="2006" name="Google Shape;2006;p15"/>
            <p:cNvPicPr preferRelativeResize="0"/>
            <p:nvPr/>
          </p:nvPicPr>
          <p:blipFill rotWithShape="1">
            <a:blip r:embed="rId24">
              <a:alphaModFix/>
            </a:blip>
            <a:srcRect b="0" l="0" r="0" t="0"/>
            <a:stretch/>
          </p:blipFill>
          <p:spPr>
            <a:xfrm>
              <a:off x="4041330" y="904468"/>
              <a:ext cx="169214" cy="171081"/>
            </a:xfrm>
            <a:prstGeom prst="rect">
              <a:avLst/>
            </a:prstGeom>
            <a:noFill/>
            <a:ln>
              <a:noFill/>
            </a:ln>
          </p:spPr>
        </p:pic>
        <p:pic>
          <p:nvPicPr>
            <p:cNvPr id="2007" name="Google Shape;2007;p15"/>
            <p:cNvPicPr preferRelativeResize="0"/>
            <p:nvPr/>
          </p:nvPicPr>
          <p:blipFill rotWithShape="1">
            <a:blip r:embed="rId23">
              <a:alphaModFix/>
            </a:blip>
            <a:srcRect b="0" l="0" r="0" t="0"/>
            <a:stretch/>
          </p:blipFill>
          <p:spPr>
            <a:xfrm>
              <a:off x="4039880" y="903008"/>
              <a:ext cx="172123" cy="174002"/>
            </a:xfrm>
            <a:prstGeom prst="rect">
              <a:avLst/>
            </a:prstGeom>
            <a:noFill/>
            <a:ln>
              <a:noFill/>
            </a:ln>
          </p:spPr>
        </p:pic>
      </p:grpSp>
      <p:sp>
        <p:nvSpPr>
          <p:cNvPr id="2008" name="Google Shape;2008;p15"/>
          <p:cNvSpPr txBox="1"/>
          <p:nvPr/>
        </p:nvSpPr>
        <p:spPr>
          <a:xfrm>
            <a:off x="2465002" y="926281"/>
            <a:ext cx="2241550" cy="243840"/>
          </a:xfrm>
          <a:prstGeom prst="rect">
            <a:avLst/>
          </a:prstGeom>
          <a:noFill/>
          <a:ln>
            <a:noFill/>
          </a:ln>
        </p:spPr>
        <p:txBody>
          <a:bodyPr anchorCtr="0" anchor="t" bIns="0" lIns="0" spcFirstLastPara="1" rIns="0" wrap="square" tIns="12050">
            <a:spAutoFit/>
          </a:bodyPr>
          <a:lstStyle/>
          <a:p>
            <a:pPr indent="0" lvl="0" marL="606425" marR="0" rtl="0" algn="l">
              <a:lnSpc>
                <a:spcPct val="118461"/>
              </a:lnSpc>
              <a:spcBef>
                <a:spcPts val="0"/>
              </a:spcBef>
              <a:spcAft>
                <a:spcPts val="0"/>
              </a:spcAft>
              <a:buClr>
                <a:srgbClr val="000000"/>
              </a:buClr>
              <a:buSzPts val="650"/>
              <a:buFont typeface="Arial"/>
              <a:buNone/>
            </a:pPr>
            <a:r>
              <a:rPr b="1" i="0" lang="en-US" sz="650" u="none" cap="none" strike="noStrike">
                <a:solidFill>
                  <a:srgbClr val="231F20"/>
                </a:solidFill>
                <a:latin typeface="Arial"/>
                <a:ea typeface="Arial"/>
                <a:cs typeface="Arial"/>
                <a:sym typeface="Arial"/>
              </a:rPr>
              <a:t>GET	GET</a:t>
            </a:r>
            <a:endParaRPr b="0" i="0" sz="650" u="none" cap="none" strike="noStrike">
              <a:solidFill>
                <a:srgbClr val="000000"/>
              </a:solidFill>
              <a:latin typeface="Arial"/>
              <a:ea typeface="Arial"/>
              <a:cs typeface="Arial"/>
              <a:sym typeface="Arial"/>
            </a:endParaRPr>
          </a:p>
          <a:p>
            <a:pPr indent="0" lvl="0" marL="12700" marR="0" rtl="0" algn="l">
              <a:lnSpc>
                <a:spcPct val="11875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Heating Oil	Gas (Diesel) Oil	Heavy Oil</a:t>
            </a:r>
            <a:endParaRPr b="0" i="0" sz="800" u="none" cap="none" strike="noStrike">
              <a:solidFill>
                <a:srgbClr val="000000"/>
              </a:solidFill>
              <a:latin typeface="Arial"/>
              <a:ea typeface="Arial"/>
              <a:cs typeface="Arial"/>
              <a:sym typeface="Arial"/>
            </a:endParaRPr>
          </a:p>
        </p:txBody>
      </p:sp>
      <p:grpSp>
        <p:nvGrpSpPr>
          <p:cNvPr id="2009" name="Google Shape;2009;p15"/>
          <p:cNvGrpSpPr/>
          <p:nvPr/>
        </p:nvGrpSpPr>
        <p:grpSpPr>
          <a:xfrm>
            <a:off x="4903880" y="903008"/>
            <a:ext cx="172123" cy="174002"/>
            <a:chOff x="4903880" y="903008"/>
            <a:chExt cx="172123" cy="174002"/>
          </a:xfrm>
        </p:grpSpPr>
        <p:pic>
          <p:nvPicPr>
            <p:cNvPr id="2010" name="Google Shape;2010;p15"/>
            <p:cNvPicPr preferRelativeResize="0"/>
            <p:nvPr/>
          </p:nvPicPr>
          <p:blipFill rotWithShape="1">
            <a:blip r:embed="rId22">
              <a:alphaModFix/>
            </a:blip>
            <a:srcRect b="0" l="0" r="0" t="0"/>
            <a:stretch/>
          </p:blipFill>
          <p:spPr>
            <a:xfrm>
              <a:off x="4905336" y="904468"/>
              <a:ext cx="169202" cy="171081"/>
            </a:xfrm>
            <a:prstGeom prst="rect">
              <a:avLst/>
            </a:prstGeom>
            <a:noFill/>
            <a:ln>
              <a:noFill/>
            </a:ln>
          </p:spPr>
        </p:pic>
        <p:pic>
          <p:nvPicPr>
            <p:cNvPr id="2011" name="Google Shape;2011;p15"/>
            <p:cNvPicPr preferRelativeResize="0"/>
            <p:nvPr/>
          </p:nvPicPr>
          <p:blipFill rotWithShape="1">
            <a:blip r:embed="rId23">
              <a:alphaModFix/>
            </a:blip>
            <a:srcRect b="0" l="0" r="0" t="0"/>
            <a:stretch/>
          </p:blipFill>
          <p:spPr>
            <a:xfrm>
              <a:off x="4903880" y="903008"/>
              <a:ext cx="172123" cy="174002"/>
            </a:xfrm>
            <a:prstGeom prst="rect">
              <a:avLst/>
            </a:prstGeom>
            <a:noFill/>
            <a:ln>
              <a:noFill/>
            </a:ln>
          </p:spPr>
        </p:pic>
      </p:grpSp>
      <p:sp>
        <p:nvSpPr>
          <p:cNvPr id="2012" name="Google Shape;2012;p15"/>
          <p:cNvSpPr txBox="1"/>
          <p:nvPr/>
        </p:nvSpPr>
        <p:spPr>
          <a:xfrm>
            <a:off x="4903830" y="926281"/>
            <a:ext cx="172720" cy="1244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50"/>
              <a:buFont typeface="Arial"/>
              <a:buNone/>
            </a:pPr>
            <a:r>
              <a:rPr b="1" i="0" lang="en-US" sz="650" u="none" cap="none" strike="noStrike">
                <a:solidFill>
                  <a:srgbClr val="231F20"/>
                </a:solidFill>
                <a:latin typeface="Arial"/>
                <a:ea typeface="Arial"/>
                <a:cs typeface="Arial"/>
                <a:sym typeface="Arial"/>
              </a:rPr>
              <a:t>GET</a:t>
            </a:r>
            <a:endParaRPr b="0" i="0" sz="65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16" name="Shape 2016"/>
        <p:cNvGrpSpPr/>
        <p:nvPr/>
      </p:nvGrpSpPr>
      <p:grpSpPr>
        <a:xfrm>
          <a:off x="0" y="0"/>
          <a:ext cx="0" cy="0"/>
          <a:chOff x="0" y="0"/>
          <a:chExt cx="0" cy="0"/>
        </a:xfrm>
      </p:grpSpPr>
      <p:grpSp>
        <p:nvGrpSpPr>
          <p:cNvPr id="2017" name="Google Shape;2017;p16"/>
          <p:cNvGrpSpPr/>
          <p:nvPr/>
        </p:nvGrpSpPr>
        <p:grpSpPr>
          <a:xfrm>
            <a:off x="979474" y="2747201"/>
            <a:ext cx="4003357" cy="3635063"/>
            <a:chOff x="979474" y="2747201"/>
            <a:chExt cx="4003357" cy="3635063"/>
          </a:xfrm>
        </p:grpSpPr>
        <p:pic>
          <p:nvPicPr>
            <p:cNvPr id="2018" name="Google Shape;2018;p16"/>
            <p:cNvPicPr preferRelativeResize="0"/>
            <p:nvPr/>
          </p:nvPicPr>
          <p:blipFill rotWithShape="1">
            <a:blip r:embed="rId3">
              <a:alphaModFix/>
            </a:blip>
            <a:srcRect b="0" l="0" r="0" t="0"/>
            <a:stretch/>
          </p:blipFill>
          <p:spPr>
            <a:xfrm>
              <a:off x="2350392" y="2747201"/>
              <a:ext cx="2632439" cy="3635063"/>
            </a:xfrm>
            <a:prstGeom prst="rect">
              <a:avLst/>
            </a:prstGeom>
            <a:noFill/>
            <a:ln>
              <a:noFill/>
            </a:ln>
          </p:spPr>
        </p:pic>
        <p:sp>
          <p:nvSpPr>
            <p:cNvPr id="2019" name="Google Shape;2019;p16"/>
            <p:cNvSpPr/>
            <p:nvPr/>
          </p:nvSpPr>
          <p:spPr>
            <a:xfrm>
              <a:off x="1006894" y="4930203"/>
              <a:ext cx="3930650" cy="1437005"/>
            </a:xfrm>
            <a:custGeom>
              <a:rect b="b" l="l" r="r" t="t"/>
              <a:pathLst>
                <a:path extrusionOk="0" h="1437004" w="3930650">
                  <a:moveTo>
                    <a:pt x="0" y="1436395"/>
                  </a:moveTo>
                  <a:lnTo>
                    <a:pt x="3930510" y="1436395"/>
                  </a:lnTo>
                  <a:lnTo>
                    <a:pt x="3930510" y="0"/>
                  </a:lnTo>
                  <a:lnTo>
                    <a:pt x="0" y="0"/>
                  </a:lnTo>
                  <a:lnTo>
                    <a:pt x="0" y="143639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16"/>
            <p:cNvSpPr/>
            <p:nvPr/>
          </p:nvSpPr>
          <p:spPr>
            <a:xfrm>
              <a:off x="1539728" y="4530294"/>
              <a:ext cx="0" cy="505459"/>
            </a:xfrm>
            <a:custGeom>
              <a:rect b="b" l="l" r="r" t="t"/>
              <a:pathLst>
                <a:path extrusionOk="0" h="505460" w="120000">
                  <a:moveTo>
                    <a:pt x="0" y="505396"/>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16"/>
            <p:cNvSpPr/>
            <p:nvPr/>
          </p:nvSpPr>
          <p:spPr>
            <a:xfrm>
              <a:off x="1494694" y="4489547"/>
              <a:ext cx="90170" cy="48895"/>
            </a:xfrm>
            <a:custGeom>
              <a:rect b="b" l="l" r="r" t="t"/>
              <a:pathLst>
                <a:path extrusionOk="0" h="48895" w="90169">
                  <a:moveTo>
                    <a:pt x="45034" y="0"/>
                  </a:moveTo>
                  <a:lnTo>
                    <a:pt x="0" y="48437"/>
                  </a:lnTo>
                  <a:lnTo>
                    <a:pt x="90068" y="48437"/>
                  </a:lnTo>
                  <a:lnTo>
                    <a:pt x="45034"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22" name="Google Shape;2022;p16"/>
            <p:cNvPicPr preferRelativeResize="0"/>
            <p:nvPr/>
          </p:nvPicPr>
          <p:blipFill rotWithShape="1">
            <a:blip r:embed="rId4">
              <a:alphaModFix/>
            </a:blip>
            <a:srcRect b="0" l="0" r="0" t="0"/>
            <a:stretch/>
          </p:blipFill>
          <p:spPr>
            <a:xfrm>
              <a:off x="979474" y="3210750"/>
              <a:ext cx="1138504" cy="1138516"/>
            </a:xfrm>
            <a:prstGeom prst="rect">
              <a:avLst/>
            </a:prstGeom>
            <a:noFill/>
            <a:ln>
              <a:noFill/>
            </a:ln>
          </p:spPr>
        </p:pic>
        <p:sp>
          <p:nvSpPr>
            <p:cNvPr id="2023" name="Google Shape;2023;p16"/>
            <p:cNvSpPr/>
            <p:nvPr/>
          </p:nvSpPr>
          <p:spPr>
            <a:xfrm>
              <a:off x="979477" y="3210754"/>
              <a:ext cx="1138555" cy="1138555"/>
            </a:xfrm>
            <a:custGeom>
              <a:rect b="b" l="l" r="r" t="t"/>
              <a:pathLst>
                <a:path extrusionOk="0" h="1138554" w="1138555">
                  <a:moveTo>
                    <a:pt x="569252" y="1138504"/>
                  </a:moveTo>
                  <a:lnTo>
                    <a:pt x="618369" y="1136414"/>
                  </a:lnTo>
                  <a:lnTo>
                    <a:pt x="666326" y="1130260"/>
                  </a:lnTo>
                  <a:lnTo>
                    <a:pt x="712952" y="1120211"/>
                  </a:lnTo>
                  <a:lnTo>
                    <a:pt x="758075" y="1106439"/>
                  </a:lnTo>
                  <a:lnTo>
                    <a:pt x="801526" y="1089114"/>
                  </a:lnTo>
                  <a:lnTo>
                    <a:pt x="843134" y="1068408"/>
                  </a:lnTo>
                  <a:lnTo>
                    <a:pt x="882727" y="1044491"/>
                  </a:lnTo>
                  <a:lnTo>
                    <a:pt x="920134" y="1017534"/>
                  </a:lnTo>
                  <a:lnTo>
                    <a:pt x="955185" y="987709"/>
                  </a:lnTo>
                  <a:lnTo>
                    <a:pt x="987709" y="955185"/>
                  </a:lnTo>
                  <a:lnTo>
                    <a:pt x="1017534" y="920134"/>
                  </a:lnTo>
                  <a:lnTo>
                    <a:pt x="1044491" y="882727"/>
                  </a:lnTo>
                  <a:lnTo>
                    <a:pt x="1068408" y="843134"/>
                  </a:lnTo>
                  <a:lnTo>
                    <a:pt x="1089114" y="801526"/>
                  </a:lnTo>
                  <a:lnTo>
                    <a:pt x="1106439" y="758075"/>
                  </a:lnTo>
                  <a:lnTo>
                    <a:pt x="1120211" y="712952"/>
                  </a:lnTo>
                  <a:lnTo>
                    <a:pt x="1130260" y="666326"/>
                  </a:lnTo>
                  <a:lnTo>
                    <a:pt x="1136414" y="618369"/>
                  </a:lnTo>
                  <a:lnTo>
                    <a:pt x="1138504" y="569252"/>
                  </a:lnTo>
                  <a:lnTo>
                    <a:pt x="1136414" y="520134"/>
                  </a:lnTo>
                  <a:lnTo>
                    <a:pt x="1130260" y="472178"/>
                  </a:lnTo>
                  <a:lnTo>
                    <a:pt x="1120211" y="425552"/>
                  </a:lnTo>
                  <a:lnTo>
                    <a:pt x="1106439" y="380428"/>
                  </a:lnTo>
                  <a:lnTo>
                    <a:pt x="1089114" y="336977"/>
                  </a:lnTo>
                  <a:lnTo>
                    <a:pt x="1068408" y="295369"/>
                  </a:lnTo>
                  <a:lnTo>
                    <a:pt x="1044491" y="255777"/>
                  </a:lnTo>
                  <a:lnTo>
                    <a:pt x="1017534" y="218369"/>
                  </a:lnTo>
                  <a:lnTo>
                    <a:pt x="987709" y="183318"/>
                  </a:lnTo>
                  <a:lnTo>
                    <a:pt x="955185" y="150795"/>
                  </a:lnTo>
                  <a:lnTo>
                    <a:pt x="920134" y="120969"/>
                  </a:lnTo>
                  <a:lnTo>
                    <a:pt x="882727" y="94012"/>
                  </a:lnTo>
                  <a:lnTo>
                    <a:pt x="843134" y="70095"/>
                  </a:lnTo>
                  <a:lnTo>
                    <a:pt x="801526" y="49389"/>
                  </a:lnTo>
                  <a:lnTo>
                    <a:pt x="758075" y="32065"/>
                  </a:lnTo>
                  <a:lnTo>
                    <a:pt x="712952" y="18292"/>
                  </a:lnTo>
                  <a:lnTo>
                    <a:pt x="666326" y="8244"/>
                  </a:lnTo>
                  <a:lnTo>
                    <a:pt x="618369" y="2089"/>
                  </a:lnTo>
                  <a:lnTo>
                    <a:pt x="569252" y="0"/>
                  </a:lnTo>
                  <a:lnTo>
                    <a:pt x="520134" y="2089"/>
                  </a:lnTo>
                  <a:lnTo>
                    <a:pt x="472178" y="8244"/>
                  </a:lnTo>
                  <a:lnTo>
                    <a:pt x="425552" y="18292"/>
                  </a:lnTo>
                  <a:lnTo>
                    <a:pt x="380428" y="32065"/>
                  </a:lnTo>
                  <a:lnTo>
                    <a:pt x="336977" y="49389"/>
                  </a:lnTo>
                  <a:lnTo>
                    <a:pt x="295369" y="70095"/>
                  </a:lnTo>
                  <a:lnTo>
                    <a:pt x="255777" y="94012"/>
                  </a:lnTo>
                  <a:lnTo>
                    <a:pt x="218369" y="120969"/>
                  </a:lnTo>
                  <a:lnTo>
                    <a:pt x="183318" y="150795"/>
                  </a:lnTo>
                  <a:lnTo>
                    <a:pt x="150795" y="183318"/>
                  </a:lnTo>
                  <a:lnTo>
                    <a:pt x="120969" y="218369"/>
                  </a:lnTo>
                  <a:lnTo>
                    <a:pt x="94012" y="255777"/>
                  </a:lnTo>
                  <a:lnTo>
                    <a:pt x="70095" y="295369"/>
                  </a:lnTo>
                  <a:lnTo>
                    <a:pt x="49389" y="336977"/>
                  </a:lnTo>
                  <a:lnTo>
                    <a:pt x="32065" y="380428"/>
                  </a:lnTo>
                  <a:lnTo>
                    <a:pt x="18292" y="425552"/>
                  </a:lnTo>
                  <a:lnTo>
                    <a:pt x="8244" y="472178"/>
                  </a:lnTo>
                  <a:lnTo>
                    <a:pt x="2089" y="520134"/>
                  </a:lnTo>
                  <a:lnTo>
                    <a:pt x="0" y="569252"/>
                  </a:lnTo>
                  <a:lnTo>
                    <a:pt x="2089" y="618369"/>
                  </a:lnTo>
                  <a:lnTo>
                    <a:pt x="8244" y="666326"/>
                  </a:lnTo>
                  <a:lnTo>
                    <a:pt x="18292" y="712952"/>
                  </a:lnTo>
                  <a:lnTo>
                    <a:pt x="32065" y="758075"/>
                  </a:lnTo>
                  <a:lnTo>
                    <a:pt x="49389" y="801526"/>
                  </a:lnTo>
                  <a:lnTo>
                    <a:pt x="70095" y="843134"/>
                  </a:lnTo>
                  <a:lnTo>
                    <a:pt x="94012" y="882727"/>
                  </a:lnTo>
                  <a:lnTo>
                    <a:pt x="120969" y="920134"/>
                  </a:lnTo>
                  <a:lnTo>
                    <a:pt x="150795" y="955185"/>
                  </a:lnTo>
                  <a:lnTo>
                    <a:pt x="183318" y="987709"/>
                  </a:lnTo>
                  <a:lnTo>
                    <a:pt x="218369" y="1017534"/>
                  </a:lnTo>
                  <a:lnTo>
                    <a:pt x="255777" y="1044491"/>
                  </a:lnTo>
                  <a:lnTo>
                    <a:pt x="295369" y="1068408"/>
                  </a:lnTo>
                  <a:lnTo>
                    <a:pt x="336977" y="1089114"/>
                  </a:lnTo>
                  <a:lnTo>
                    <a:pt x="380428" y="1106439"/>
                  </a:lnTo>
                  <a:lnTo>
                    <a:pt x="425552" y="1120211"/>
                  </a:lnTo>
                  <a:lnTo>
                    <a:pt x="472178" y="1130260"/>
                  </a:lnTo>
                  <a:lnTo>
                    <a:pt x="520134" y="1136414"/>
                  </a:lnTo>
                  <a:lnTo>
                    <a:pt x="569252" y="1138504"/>
                  </a:lnTo>
                  <a:close/>
                </a:path>
              </a:pathLst>
            </a:custGeom>
            <a:noFill/>
            <a:ln cap="flat" cmpd="sng" w="9525">
              <a:solidFill>
                <a:srgbClr val="003D5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16"/>
            <p:cNvSpPr/>
            <p:nvPr/>
          </p:nvSpPr>
          <p:spPr>
            <a:xfrm>
              <a:off x="1037818" y="3295688"/>
              <a:ext cx="1028700" cy="919480"/>
            </a:xfrm>
            <a:custGeom>
              <a:rect b="b" l="l" r="r" t="t"/>
              <a:pathLst>
                <a:path extrusionOk="0" h="919479" w="1028700">
                  <a:moveTo>
                    <a:pt x="1028700" y="0"/>
                  </a:moveTo>
                  <a:lnTo>
                    <a:pt x="0" y="0"/>
                  </a:lnTo>
                  <a:lnTo>
                    <a:pt x="0" y="918972"/>
                  </a:lnTo>
                  <a:lnTo>
                    <a:pt x="1028700" y="918972"/>
                  </a:lnTo>
                  <a:lnTo>
                    <a:pt x="1028700" y="0"/>
                  </a:lnTo>
                  <a:close/>
                </a:path>
              </a:pathLst>
            </a:custGeom>
            <a:solidFill>
              <a:srgbClr val="231F20">
                <a:alpha val="7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16"/>
            <p:cNvSpPr/>
            <p:nvPr/>
          </p:nvSpPr>
          <p:spPr>
            <a:xfrm>
              <a:off x="2161512" y="3633101"/>
              <a:ext cx="198755" cy="294005"/>
            </a:xfrm>
            <a:custGeom>
              <a:rect b="b" l="l" r="r" t="t"/>
              <a:pathLst>
                <a:path extrusionOk="0" h="294004" w="198755">
                  <a:moveTo>
                    <a:pt x="0" y="0"/>
                  </a:moveTo>
                  <a:lnTo>
                    <a:pt x="0" y="293801"/>
                  </a:lnTo>
                  <a:lnTo>
                    <a:pt x="198742" y="146596"/>
                  </a:lnTo>
                  <a:lnTo>
                    <a:pt x="0"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26" name="Google Shape;2026;p16"/>
          <p:cNvSpPr txBox="1"/>
          <p:nvPr/>
        </p:nvSpPr>
        <p:spPr>
          <a:xfrm>
            <a:off x="257299" y="7267585"/>
            <a:ext cx="357505"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16</a:t>
            </a:r>
            <a:endParaRPr b="0" i="0" sz="600" u="none" cap="none" strike="noStrike">
              <a:solidFill>
                <a:srgbClr val="000000"/>
              </a:solidFill>
              <a:latin typeface="Arial"/>
              <a:ea typeface="Arial"/>
              <a:cs typeface="Arial"/>
              <a:sym typeface="Arial"/>
            </a:endParaRPr>
          </a:p>
        </p:txBody>
      </p:sp>
      <p:sp>
        <p:nvSpPr>
          <p:cNvPr id="2027" name="Google Shape;2027;p16"/>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2028" name="Google Shape;2028;p16"/>
          <p:cNvSpPr/>
          <p:nvPr/>
        </p:nvSpPr>
        <p:spPr>
          <a:xfrm>
            <a:off x="809999" y="1317241"/>
            <a:ext cx="3065780" cy="0"/>
          </a:xfrm>
          <a:custGeom>
            <a:rect b="b" l="l" r="r" t="t"/>
            <a:pathLst>
              <a:path extrusionOk="0" h="120000" w="3065779">
                <a:moveTo>
                  <a:pt x="0" y="0"/>
                </a:moveTo>
                <a:lnTo>
                  <a:pt x="30653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16"/>
          <p:cNvSpPr txBox="1"/>
          <p:nvPr/>
        </p:nvSpPr>
        <p:spPr>
          <a:xfrm>
            <a:off x="797299" y="927375"/>
            <a:ext cx="2560320" cy="351155"/>
          </a:xfrm>
          <a:prstGeom prst="rect">
            <a:avLst/>
          </a:prstGeom>
          <a:noFill/>
          <a:ln>
            <a:noFill/>
          </a:ln>
        </p:spPr>
        <p:txBody>
          <a:bodyPr anchorCtr="0" anchor="t" bIns="0" lIns="0" spcFirstLastPara="1" rIns="0" wrap="square" tIns="12700">
            <a:spAutoFit/>
          </a:bodyPr>
          <a:lstStyle/>
          <a:p>
            <a:pPr indent="0" lvl="0" marL="12700" marR="0" rtl="0" algn="l">
              <a:lnSpc>
                <a:spcPct val="115555"/>
              </a:lnSpc>
              <a:spcBef>
                <a:spcPts val="0"/>
              </a:spcBef>
              <a:spcAft>
                <a:spcPts val="0"/>
              </a:spcAft>
              <a:buClr>
                <a:srgbClr val="000000"/>
              </a:buClr>
              <a:buSzPts val="900"/>
              <a:buFont typeface="Arial"/>
              <a:buNone/>
            </a:pPr>
            <a:r>
              <a:rPr b="0" i="0" lang="en-US" sz="900" u="none" cap="none" strike="noStrike">
                <a:solidFill>
                  <a:srgbClr val="616264"/>
                </a:solidFill>
                <a:latin typeface="Arial"/>
                <a:ea typeface="Arial"/>
                <a:cs typeface="Arial"/>
                <a:sym typeface="Arial"/>
              </a:rPr>
              <a:t>New generation Resource Recovery Facility</a:t>
            </a:r>
            <a:endParaRPr b="0" i="0" sz="900" u="none" cap="none" strike="noStrike">
              <a:solidFill>
                <a:srgbClr val="000000"/>
              </a:solidFill>
              <a:latin typeface="Arial"/>
              <a:ea typeface="Arial"/>
              <a:cs typeface="Arial"/>
              <a:sym typeface="Arial"/>
            </a:endParaRPr>
          </a:p>
          <a:p>
            <a:pPr indent="0" lvl="0" marL="12700" marR="0" rtl="0" algn="l">
              <a:lnSpc>
                <a:spcPct val="116923"/>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About inputs and recovery fuel oil</a:t>
            </a:r>
            <a:endParaRPr b="0" i="0" sz="1300" u="none" cap="none" strike="noStrike">
              <a:solidFill>
                <a:srgbClr val="000000"/>
              </a:solidFill>
              <a:latin typeface="Arial"/>
              <a:ea typeface="Arial"/>
              <a:cs typeface="Arial"/>
              <a:sym typeface="Arial"/>
            </a:endParaRPr>
          </a:p>
        </p:txBody>
      </p:sp>
      <p:sp>
        <p:nvSpPr>
          <p:cNvPr id="2030" name="Google Shape;2030;p16"/>
          <p:cNvSpPr txBox="1"/>
          <p:nvPr/>
        </p:nvSpPr>
        <p:spPr>
          <a:xfrm>
            <a:off x="797299" y="1498345"/>
            <a:ext cx="4059554" cy="765175"/>
          </a:xfrm>
          <a:prstGeom prst="rect">
            <a:avLst/>
          </a:prstGeom>
          <a:noFill/>
          <a:ln>
            <a:noFill/>
          </a:ln>
        </p:spPr>
        <p:txBody>
          <a:bodyPr anchorCtr="0" anchor="t" bIns="0" lIns="0" spcFirstLastPara="1" rIns="0" wrap="square" tIns="3175">
            <a:spAutoFit/>
          </a:bodyPr>
          <a:lstStyle/>
          <a:p>
            <a:pPr indent="-635" lvl="0" marL="12700" marR="5080" rtl="0" algn="just">
              <a:lnSpc>
                <a:spcPct val="124100"/>
              </a:lnSpc>
              <a:spcBef>
                <a:spcPts val="0"/>
              </a:spcBef>
              <a:spcAft>
                <a:spcPts val="0"/>
              </a:spcAft>
              <a:buClr>
                <a:srgbClr val="000000"/>
              </a:buClr>
              <a:buSzPts val="1150"/>
              <a:buFont typeface="Arial"/>
              <a:buNone/>
            </a:pPr>
            <a:r>
              <a:rPr b="0" i="0" lang="en-US" sz="1150" u="none" cap="none" strike="noStrike">
                <a:solidFill>
                  <a:srgbClr val="231F20"/>
                </a:solidFill>
                <a:latin typeface="Verdana"/>
                <a:ea typeface="Verdana"/>
                <a:cs typeface="Verdana"/>
                <a:sym typeface="Verdana"/>
              </a:rPr>
              <a:t>URBAN </a:t>
            </a:r>
            <a:r>
              <a:rPr b="0" i="0" lang="en-US" sz="1150" u="none" cap="none" strike="noStrike">
                <a:solidFill>
                  <a:srgbClr val="696A6D"/>
                </a:solidFill>
                <a:latin typeface="Verdana"/>
                <a:ea typeface="Verdana"/>
                <a:cs typeface="Verdana"/>
                <a:sym typeface="Verdana"/>
              </a:rPr>
              <a:t>RIG </a:t>
            </a:r>
            <a:r>
              <a:rPr b="0" baseline="30000" i="0" lang="en-US" sz="1350" u="none" cap="none" strike="noStrike">
                <a:solidFill>
                  <a:srgbClr val="231F20"/>
                </a:solidFill>
                <a:latin typeface="Arial"/>
                <a:ea typeface="Arial"/>
                <a:cs typeface="Arial"/>
                <a:sym typeface="Arial"/>
              </a:rPr>
              <a:t>is a new generation resource recycling facility that can easily </a:t>
            </a:r>
            <a:r>
              <a:rPr b="0" i="0" lang="en-US" sz="900" u="none" cap="none" strike="noStrike">
                <a:solidFill>
                  <a:srgbClr val="231F20"/>
                </a:solidFill>
                <a:latin typeface="Arial"/>
                <a:ea typeface="Arial"/>
                <a:cs typeface="Arial"/>
                <a:sym typeface="Arial"/>
              </a:rPr>
              <a:t>recover fuel oil from waste by thermal decomposition without pre-treatment and sorting. The carbonization reduction rate of waste is up to 5%, and the fuel oil </a:t>
            </a:r>
            <a:r>
              <a:rPr b="0" baseline="30000" i="0" lang="en-US" sz="1350" u="none" cap="none" strike="noStrike">
                <a:solidFill>
                  <a:srgbClr val="231F20"/>
                </a:solidFill>
                <a:latin typeface="Arial"/>
                <a:ea typeface="Arial"/>
                <a:cs typeface="Arial"/>
                <a:sym typeface="Arial"/>
              </a:rPr>
              <a:t>recovery from </a:t>
            </a:r>
            <a:r>
              <a:rPr b="0" i="0" lang="en-US" sz="1000" u="none" cap="none" strike="noStrike">
                <a:solidFill>
                  <a:srgbClr val="91272A"/>
                </a:solidFill>
                <a:latin typeface="Arial"/>
                <a:ea typeface="Arial"/>
                <a:cs typeface="Arial"/>
                <a:sym typeface="Arial"/>
              </a:rPr>
              <a:t>resin-based waste is about 85% of the input content.</a:t>
            </a:r>
            <a:endParaRPr b="0" i="0" sz="1000" u="none" cap="none" strike="noStrike">
              <a:solidFill>
                <a:srgbClr val="000000"/>
              </a:solidFill>
              <a:latin typeface="Arial"/>
              <a:ea typeface="Arial"/>
              <a:cs typeface="Arial"/>
              <a:sym typeface="Arial"/>
            </a:endParaRPr>
          </a:p>
        </p:txBody>
      </p:sp>
      <p:sp>
        <p:nvSpPr>
          <p:cNvPr id="2031" name="Google Shape;2031;p16"/>
          <p:cNvSpPr txBox="1"/>
          <p:nvPr/>
        </p:nvSpPr>
        <p:spPr>
          <a:xfrm>
            <a:off x="3011300" y="4664574"/>
            <a:ext cx="741045" cy="11683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Image : URC-2000</a:t>
            </a:r>
            <a:endParaRPr b="0" i="0" sz="600" u="none" cap="none" strike="noStrike">
              <a:solidFill>
                <a:srgbClr val="000000"/>
              </a:solidFill>
              <a:latin typeface="Arial"/>
              <a:ea typeface="Arial"/>
              <a:cs typeface="Arial"/>
              <a:sym typeface="Arial"/>
            </a:endParaRPr>
          </a:p>
        </p:txBody>
      </p:sp>
      <p:sp>
        <p:nvSpPr>
          <p:cNvPr id="2032" name="Google Shape;2032;p16"/>
          <p:cNvSpPr/>
          <p:nvPr/>
        </p:nvSpPr>
        <p:spPr>
          <a:xfrm>
            <a:off x="7532999" y="1503008"/>
            <a:ext cx="0" cy="262890"/>
          </a:xfrm>
          <a:custGeom>
            <a:rect b="b" l="l" r="r" t="t"/>
            <a:pathLst>
              <a:path extrusionOk="0" h="262889" w="120000">
                <a:moveTo>
                  <a:pt x="0" y="262496"/>
                </a:moveTo>
                <a:lnTo>
                  <a:pt x="0" y="0"/>
                </a:lnTo>
              </a:path>
            </a:pathLst>
          </a:custGeom>
          <a:noFill/>
          <a:ln cap="flat" cmpd="sng" w="360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16"/>
          <p:cNvSpPr/>
          <p:nvPr/>
        </p:nvSpPr>
        <p:spPr>
          <a:xfrm>
            <a:off x="6280199" y="1503008"/>
            <a:ext cx="0" cy="262890"/>
          </a:xfrm>
          <a:custGeom>
            <a:rect b="b" l="l" r="r" t="t"/>
            <a:pathLst>
              <a:path extrusionOk="0" h="262889" w="120000">
                <a:moveTo>
                  <a:pt x="0" y="262496"/>
                </a:moveTo>
                <a:lnTo>
                  <a:pt x="0" y="0"/>
                </a:lnTo>
              </a:path>
            </a:pathLst>
          </a:custGeom>
          <a:noFill/>
          <a:ln cap="flat" cmpd="sng" w="360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16"/>
          <p:cNvSpPr/>
          <p:nvPr/>
        </p:nvSpPr>
        <p:spPr>
          <a:xfrm>
            <a:off x="6838199" y="1503008"/>
            <a:ext cx="0" cy="262890"/>
          </a:xfrm>
          <a:custGeom>
            <a:rect b="b" l="l" r="r" t="t"/>
            <a:pathLst>
              <a:path extrusionOk="0" h="262889" w="120000">
                <a:moveTo>
                  <a:pt x="0" y="262496"/>
                </a:moveTo>
                <a:lnTo>
                  <a:pt x="0" y="0"/>
                </a:lnTo>
              </a:path>
            </a:pathLst>
          </a:custGeom>
          <a:noFill/>
          <a:ln cap="flat" cmpd="sng" w="360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16"/>
          <p:cNvSpPr txBox="1"/>
          <p:nvPr/>
        </p:nvSpPr>
        <p:spPr>
          <a:xfrm>
            <a:off x="5608939" y="1497637"/>
            <a:ext cx="1899285" cy="234315"/>
          </a:xfrm>
          <a:prstGeom prst="rect">
            <a:avLst/>
          </a:prstGeom>
          <a:noFill/>
          <a:ln>
            <a:noFill/>
          </a:ln>
        </p:spPr>
        <p:txBody>
          <a:bodyPr anchorCtr="0" anchor="t" bIns="0" lIns="0" spcFirstLastPara="1" rIns="0" wrap="square" tIns="20300">
            <a:spAutoFit/>
          </a:bodyPr>
          <a:lstStyle/>
          <a:p>
            <a:pPr indent="-114300" lvl="0" marL="126364" marR="5080" rtl="0" algn="l">
              <a:lnSpc>
                <a:spcPct val="114285"/>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Ingredient	Component Daily Recovery name		ratio	quantity</a:t>
            </a:r>
            <a:endParaRPr b="0" i="0" sz="700" u="none" cap="none" strike="noStrike">
              <a:solidFill>
                <a:srgbClr val="000000"/>
              </a:solidFill>
              <a:latin typeface="Arial"/>
              <a:ea typeface="Arial"/>
              <a:cs typeface="Arial"/>
              <a:sym typeface="Arial"/>
            </a:endParaRPr>
          </a:p>
        </p:txBody>
      </p:sp>
      <p:sp>
        <p:nvSpPr>
          <p:cNvPr id="2036" name="Google Shape;2036;p16"/>
          <p:cNvSpPr txBox="1"/>
          <p:nvPr/>
        </p:nvSpPr>
        <p:spPr>
          <a:xfrm>
            <a:off x="8130232" y="1548488"/>
            <a:ext cx="131762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Resource recycling method</a:t>
            </a:r>
            <a:endParaRPr b="0" i="0" sz="700" u="none" cap="none" strike="noStrike">
              <a:solidFill>
                <a:srgbClr val="000000"/>
              </a:solidFill>
              <a:latin typeface="Arial"/>
              <a:ea typeface="Arial"/>
              <a:cs typeface="Arial"/>
              <a:sym typeface="Arial"/>
            </a:endParaRPr>
          </a:p>
        </p:txBody>
      </p:sp>
      <p:grpSp>
        <p:nvGrpSpPr>
          <p:cNvPr id="2037" name="Google Shape;2037;p16"/>
          <p:cNvGrpSpPr/>
          <p:nvPr/>
        </p:nvGrpSpPr>
        <p:grpSpPr>
          <a:xfrm>
            <a:off x="9626396" y="2045639"/>
            <a:ext cx="324002" cy="316738"/>
            <a:chOff x="9626396" y="2045639"/>
            <a:chExt cx="324002" cy="316738"/>
          </a:xfrm>
        </p:grpSpPr>
        <p:pic>
          <p:nvPicPr>
            <p:cNvPr id="2038" name="Google Shape;2038;p16"/>
            <p:cNvPicPr preferRelativeResize="0"/>
            <p:nvPr/>
          </p:nvPicPr>
          <p:blipFill rotWithShape="1">
            <a:blip r:embed="rId5">
              <a:alphaModFix/>
            </a:blip>
            <a:srcRect b="0" l="0" r="0" t="0"/>
            <a:stretch/>
          </p:blipFill>
          <p:spPr>
            <a:xfrm>
              <a:off x="9626396" y="2045639"/>
              <a:ext cx="324002" cy="316738"/>
            </a:xfrm>
            <a:prstGeom prst="rect">
              <a:avLst/>
            </a:prstGeom>
            <a:noFill/>
            <a:ln>
              <a:noFill/>
            </a:ln>
          </p:spPr>
        </p:pic>
        <p:sp>
          <p:nvSpPr>
            <p:cNvPr id="2039" name="Google Shape;2039;p16"/>
            <p:cNvSpPr/>
            <p:nvPr/>
          </p:nvSpPr>
          <p:spPr>
            <a:xfrm>
              <a:off x="9664840" y="2083612"/>
              <a:ext cx="248920" cy="240665"/>
            </a:xfrm>
            <a:custGeom>
              <a:rect b="b" l="l" r="r" t="t"/>
              <a:pathLst>
                <a:path extrusionOk="0" h="240664" w="248920">
                  <a:moveTo>
                    <a:pt x="23050" y="239826"/>
                  </a:moveTo>
                  <a:lnTo>
                    <a:pt x="21805" y="230581"/>
                  </a:lnTo>
                  <a:lnTo>
                    <a:pt x="21539" y="228904"/>
                  </a:lnTo>
                  <a:lnTo>
                    <a:pt x="21094" y="228015"/>
                  </a:lnTo>
                  <a:lnTo>
                    <a:pt x="20447" y="226707"/>
                  </a:lnTo>
                  <a:lnTo>
                    <a:pt x="19519" y="225869"/>
                  </a:lnTo>
                  <a:lnTo>
                    <a:pt x="18211" y="225259"/>
                  </a:lnTo>
                  <a:lnTo>
                    <a:pt x="19773" y="224650"/>
                  </a:lnTo>
                  <a:lnTo>
                    <a:pt x="20904" y="223608"/>
                  </a:lnTo>
                  <a:lnTo>
                    <a:pt x="21310" y="222694"/>
                  </a:lnTo>
                  <a:lnTo>
                    <a:pt x="22250" y="220662"/>
                  </a:lnTo>
                  <a:lnTo>
                    <a:pt x="22593" y="219151"/>
                  </a:lnTo>
                  <a:lnTo>
                    <a:pt x="22593" y="216357"/>
                  </a:lnTo>
                  <a:lnTo>
                    <a:pt x="22415" y="215226"/>
                  </a:lnTo>
                  <a:lnTo>
                    <a:pt x="21996" y="214045"/>
                  </a:lnTo>
                  <a:lnTo>
                    <a:pt x="21717" y="213245"/>
                  </a:lnTo>
                  <a:lnTo>
                    <a:pt x="16662" y="208724"/>
                  </a:lnTo>
                  <a:lnTo>
                    <a:pt x="16662" y="220345"/>
                  </a:lnTo>
                  <a:lnTo>
                    <a:pt x="16103" y="221551"/>
                  </a:lnTo>
                  <a:lnTo>
                    <a:pt x="14351" y="222516"/>
                  </a:lnTo>
                  <a:lnTo>
                    <a:pt x="13398" y="222694"/>
                  </a:lnTo>
                  <a:lnTo>
                    <a:pt x="5778" y="222694"/>
                  </a:lnTo>
                  <a:lnTo>
                    <a:pt x="5778" y="214045"/>
                  </a:lnTo>
                  <a:lnTo>
                    <a:pt x="13525" y="214045"/>
                  </a:lnTo>
                  <a:lnTo>
                    <a:pt x="14427" y="214223"/>
                  </a:lnTo>
                  <a:lnTo>
                    <a:pt x="16116" y="215277"/>
                  </a:lnTo>
                  <a:lnTo>
                    <a:pt x="16560" y="216357"/>
                  </a:lnTo>
                  <a:lnTo>
                    <a:pt x="16662" y="220345"/>
                  </a:lnTo>
                  <a:lnTo>
                    <a:pt x="16662" y="208724"/>
                  </a:lnTo>
                  <a:lnTo>
                    <a:pt x="15468" y="208495"/>
                  </a:lnTo>
                  <a:lnTo>
                    <a:pt x="13525" y="208457"/>
                  </a:lnTo>
                  <a:lnTo>
                    <a:pt x="0" y="208457"/>
                  </a:lnTo>
                  <a:lnTo>
                    <a:pt x="0" y="240639"/>
                  </a:lnTo>
                  <a:lnTo>
                    <a:pt x="5778" y="240639"/>
                  </a:lnTo>
                  <a:lnTo>
                    <a:pt x="5778" y="228015"/>
                  </a:lnTo>
                  <a:lnTo>
                    <a:pt x="13195" y="228015"/>
                  </a:lnTo>
                  <a:lnTo>
                    <a:pt x="14312" y="228358"/>
                  </a:lnTo>
                  <a:lnTo>
                    <a:pt x="15519" y="229730"/>
                  </a:lnTo>
                  <a:lnTo>
                    <a:pt x="15836" y="231089"/>
                  </a:lnTo>
                  <a:lnTo>
                    <a:pt x="15887" y="236474"/>
                  </a:lnTo>
                  <a:lnTo>
                    <a:pt x="15989" y="237998"/>
                  </a:lnTo>
                  <a:lnTo>
                    <a:pt x="16217" y="239344"/>
                  </a:lnTo>
                  <a:lnTo>
                    <a:pt x="16522" y="240639"/>
                  </a:lnTo>
                  <a:lnTo>
                    <a:pt x="23050" y="240639"/>
                  </a:lnTo>
                  <a:lnTo>
                    <a:pt x="23050" y="239826"/>
                  </a:lnTo>
                  <a:close/>
                </a:path>
                <a:path extrusionOk="0" h="240664" w="248920">
                  <a:moveTo>
                    <a:pt x="49872" y="234848"/>
                  </a:moveTo>
                  <a:lnTo>
                    <a:pt x="34201" y="234848"/>
                  </a:lnTo>
                  <a:lnTo>
                    <a:pt x="34201" y="226568"/>
                  </a:lnTo>
                  <a:lnTo>
                    <a:pt x="47942" y="226568"/>
                  </a:lnTo>
                  <a:lnTo>
                    <a:pt x="47942" y="220980"/>
                  </a:lnTo>
                  <a:lnTo>
                    <a:pt x="34201" y="220980"/>
                  </a:lnTo>
                  <a:lnTo>
                    <a:pt x="34201" y="214147"/>
                  </a:lnTo>
                  <a:lnTo>
                    <a:pt x="49174" y="214147"/>
                  </a:lnTo>
                  <a:lnTo>
                    <a:pt x="49174" y="208445"/>
                  </a:lnTo>
                  <a:lnTo>
                    <a:pt x="28422" y="208445"/>
                  </a:lnTo>
                  <a:lnTo>
                    <a:pt x="28422" y="240626"/>
                  </a:lnTo>
                  <a:lnTo>
                    <a:pt x="49872" y="240626"/>
                  </a:lnTo>
                  <a:lnTo>
                    <a:pt x="49872" y="234848"/>
                  </a:lnTo>
                  <a:close/>
                </a:path>
                <a:path extrusionOk="0" h="240664" w="248920">
                  <a:moveTo>
                    <a:pt x="77330" y="208445"/>
                  </a:moveTo>
                  <a:lnTo>
                    <a:pt x="71818" y="208445"/>
                  </a:lnTo>
                  <a:lnTo>
                    <a:pt x="71818" y="230886"/>
                  </a:lnTo>
                  <a:lnTo>
                    <a:pt x="60579" y="208445"/>
                  </a:lnTo>
                  <a:lnTo>
                    <a:pt x="54381" y="208445"/>
                  </a:lnTo>
                  <a:lnTo>
                    <a:pt x="54381" y="240626"/>
                  </a:lnTo>
                  <a:lnTo>
                    <a:pt x="59893" y="240626"/>
                  </a:lnTo>
                  <a:lnTo>
                    <a:pt x="59893" y="217792"/>
                  </a:lnTo>
                  <a:lnTo>
                    <a:pt x="71412" y="240626"/>
                  </a:lnTo>
                  <a:lnTo>
                    <a:pt x="77330" y="240626"/>
                  </a:lnTo>
                  <a:lnTo>
                    <a:pt x="77330" y="208445"/>
                  </a:lnTo>
                  <a:close/>
                </a:path>
                <a:path extrusionOk="0" h="240664" w="248920">
                  <a:moveTo>
                    <a:pt x="95326" y="144106"/>
                  </a:moveTo>
                  <a:lnTo>
                    <a:pt x="57797" y="144106"/>
                  </a:lnTo>
                  <a:lnTo>
                    <a:pt x="55206" y="140550"/>
                  </a:lnTo>
                  <a:lnTo>
                    <a:pt x="53251" y="136639"/>
                  </a:lnTo>
                  <a:lnTo>
                    <a:pt x="67640" y="113042"/>
                  </a:lnTo>
                  <a:lnTo>
                    <a:pt x="79298" y="119418"/>
                  </a:lnTo>
                  <a:lnTo>
                    <a:pt x="79298" y="65443"/>
                  </a:lnTo>
                  <a:lnTo>
                    <a:pt x="29908" y="92417"/>
                  </a:lnTo>
                  <a:lnTo>
                    <a:pt x="41567" y="98793"/>
                  </a:lnTo>
                  <a:lnTo>
                    <a:pt x="29133" y="119176"/>
                  </a:lnTo>
                  <a:lnTo>
                    <a:pt x="25311" y="127889"/>
                  </a:lnTo>
                  <a:lnTo>
                    <a:pt x="24028" y="136994"/>
                  </a:lnTo>
                  <a:lnTo>
                    <a:pt x="25311" y="146100"/>
                  </a:lnTo>
                  <a:lnTo>
                    <a:pt x="61722" y="172605"/>
                  </a:lnTo>
                  <a:lnTo>
                    <a:pt x="95326" y="172605"/>
                  </a:lnTo>
                  <a:lnTo>
                    <a:pt x="95326" y="144106"/>
                  </a:lnTo>
                  <a:close/>
                </a:path>
                <a:path extrusionOk="0" h="240664" w="248920">
                  <a:moveTo>
                    <a:pt x="104495" y="234848"/>
                  </a:moveTo>
                  <a:lnTo>
                    <a:pt x="88823" y="234848"/>
                  </a:lnTo>
                  <a:lnTo>
                    <a:pt x="88823" y="226568"/>
                  </a:lnTo>
                  <a:lnTo>
                    <a:pt x="102565" y="226568"/>
                  </a:lnTo>
                  <a:lnTo>
                    <a:pt x="102565" y="220980"/>
                  </a:lnTo>
                  <a:lnTo>
                    <a:pt x="88823" y="220980"/>
                  </a:lnTo>
                  <a:lnTo>
                    <a:pt x="88823" y="214147"/>
                  </a:lnTo>
                  <a:lnTo>
                    <a:pt x="103797" y="214147"/>
                  </a:lnTo>
                  <a:lnTo>
                    <a:pt x="103797" y="208445"/>
                  </a:lnTo>
                  <a:lnTo>
                    <a:pt x="83045" y="208445"/>
                  </a:lnTo>
                  <a:lnTo>
                    <a:pt x="83045" y="240626"/>
                  </a:lnTo>
                  <a:lnTo>
                    <a:pt x="104495" y="240626"/>
                  </a:lnTo>
                  <a:lnTo>
                    <a:pt x="104495" y="234848"/>
                  </a:lnTo>
                  <a:close/>
                </a:path>
                <a:path extrusionOk="0" h="240664" w="248920">
                  <a:moveTo>
                    <a:pt x="142646" y="208445"/>
                  </a:moveTo>
                  <a:lnTo>
                    <a:pt x="136626" y="208445"/>
                  </a:lnTo>
                  <a:lnTo>
                    <a:pt x="132854" y="227063"/>
                  </a:lnTo>
                  <a:lnTo>
                    <a:pt x="131978" y="232003"/>
                  </a:lnTo>
                  <a:lnTo>
                    <a:pt x="131114" y="226872"/>
                  </a:lnTo>
                  <a:lnTo>
                    <a:pt x="127762" y="208445"/>
                  </a:lnTo>
                  <a:lnTo>
                    <a:pt x="121513" y="208445"/>
                  </a:lnTo>
                  <a:lnTo>
                    <a:pt x="118325" y="226987"/>
                  </a:lnTo>
                  <a:lnTo>
                    <a:pt x="117513" y="232003"/>
                  </a:lnTo>
                  <a:lnTo>
                    <a:pt x="116687" y="226872"/>
                  </a:lnTo>
                  <a:lnTo>
                    <a:pt x="112953" y="208445"/>
                  </a:lnTo>
                  <a:lnTo>
                    <a:pt x="106680" y="208445"/>
                  </a:lnTo>
                  <a:lnTo>
                    <a:pt x="114706" y="240626"/>
                  </a:lnTo>
                  <a:lnTo>
                    <a:pt x="120192" y="240626"/>
                  </a:lnTo>
                  <a:lnTo>
                    <a:pt x="123609" y="221805"/>
                  </a:lnTo>
                  <a:lnTo>
                    <a:pt x="124612" y="215582"/>
                  </a:lnTo>
                  <a:lnTo>
                    <a:pt x="125603" y="221805"/>
                  </a:lnTo>
                  <a:lnTo>
                    <a:pt x="129032" y="240626"/>
                  </a:lnTo>
                  <a:lnTo>
                    <a:pt x="134683" y="240626"/>
                  </a:lnTo>
                  <a:lnTo>
                    <a:pt x="142646" y="208445"/>
                  </a:lnTo>
                  <a:close/>
                </a:path>
                <a:path extrusionOk="0" h="240664" w="248920">
                  <a:moveTo>
                    <a:pt x="154444" y="99695"/>
                  </a:moveTo>
                  <a:lnTo>
                    <a:pt x="154254" y="95758"/>
                  </a:lnTo>
                  <a:lnTo>
                    <a:pt x="154051" y="94576"/>
                  </a:lnTo>
                  <a:lnTo>
                    <a:pt x="152996" y="88353"/>
                  </a:lnTo>
                  <a:lnTo>
                    <a:pt x="151269" y="84251"/>
                  </a:lnTo>
                  <a:lnTo>
                    <a:pt x="149529" y="81965"/>
                  </a:lnTo>
                  <a:lnTo>
                    <a:pt x="148590" y="80733"/>
                  </a:lnTo>
                  <a:lnTo>
                    <a:pt x="145618" y="76708"/>
                  </a:lnTo>
                  <a:lnTo>
                    <a:pt x="141859" y="73787"/>
                  </a:lnTo>
                  <a:lnTo>
                    <a:pt x="136626" y="71653"/>
                  </a:lnTo>
                  <a:lnTo>
                    <a:pt x="136626" y="94576"/>
                  </a:lnTo>
                  <a:lnTo>
                    <a:pt x="107200" y="94576"/>
                  </a:lnTo>
                  <a:lnTo>
                    <a:pt x="107810" y="90690"/>
                  </a:lnTo>
                  <a:lnTo>
                    <a:pt x="109334" y="87630"/>
                  </a:lnTo>
                  <a:lnTo>
                    <a:pt x="114160" y="83096"/>
                  </a:lnTo>
                  <a:lnTo>
                    <a:pt x="117563" y="81965"/>
                  </a:lnTo>
                  <a:lnTo>
                    <a:pt x="125971" y="81965"/>
                  </a:lnTo>
                  <a:lnTo>
                    <a:pt x="129349" y="83032"/>
                  </a:lnTo>
                  <a:lnTo>
                    <a:pt x="134797" y="87312"/>
                  </a:lnTo>
                  <a:lnTo>
                    <a:pt x="136309" y="90449"/>
                  </a:lnTo>
                  <a:lnTo>
                    <a:pt x="136626" y="94576"/>
                  </a:lnTo>
                  <a:lnTo>
                    <a:pt x="136626" y="71653"/>
                  </a:lnTo>
                  <a:lnTo>
                    <a:pt x="132740" y="70065"/>
                  </a:lnTo>
                  <a:lnTo>
                    <a:pt x="127622" y="69138"/>
                  </a:lnTo>
                  <a:lnTo>
                    <a:pt x="112356" y="69138"/>
                  </a:lnTo>
                  <a:lnTo>
                    <a:pt x="104571" y="71882"/>
                  </a:lnTo>
                  <a:lnTo>
                    <a:pt x="92570" y="82880"/>
                  </a:lnTo>
                  <a:lnTo>
                    <a:pt x="89700" y="90449"/>
                  </a:lnTo>
                  <a:lnTo>
                    <a:pt x="89573" y="101092"/>
                  </a:lnTo>
                  <a:lnTo>
                    <a:pt x="90195" y="108762"/>
                  </a:lnTo>
                  <a:lnTo>
                    <a:pt x="113855" y="132232"/>
                  </a:lnTo>
                  <a:lnTo>
                    <a:pt x="122555" y="132232"/>
                  </a:lnTo>
                  <a:lnTo>
                    <a:pt x="151053" y="119621"/>
                  </a:lnTo>
                  <a:lnTo>
                    <a:pt x="152996" y="116332"/>
                  </a:lnTo>
                  <a:lnTo>
                    <a:pt x="153466" y="112801"/>
                  </a:lnTo>
                  <a:lnTo>
                    <a:pt x="136017" y="112801"/>
                  </a:lnTo>
                  <a:lnTo>
                    <a:pt x="135013" y="114554"/>
                  </a:lnTo>
                  <a:lnTo>
                    <a:pt x="133832" y="115912"/>
                  </a:lnTo>
                  <a:lnTo>
                    <a:pt x="130073" y="118719"/>
                  </a:lnTo>
                  <a:lnTo>
                    <a:pt x="126911" y="119621"/>
                  </a:lnTo>
                  <a:lnTo>
                    <a:pt x="119354" y="119621"/>
                  </a:lnTo>
                  <a:lnTo>
                    <a:pt x="116217" y="118884"/>
                  </a:lnTo>
                  <a:lnTo>
                    <a:pt x="113614" y="117386"/>
                  </a:lnTo>
                  <a:lnTo>
                    <a:pt x="109321" y="114985"/>
                  </a:lnTo>
                  <a:lnTo>
                    <a:pt x="107035" y="110807"/>
                  </a:lnTo>
                  <a:lnTo>
                    <a:pt x="106781" y="104838"/>
                  </a:lnTo>
                  <a:lnTo>
                    <a:pt x="154355" y="104838"/>
                  </a:lnTo>
                  <a:lnTo>
                    <a:pt x="154444" y="99695"/>
                  </a:lnTo>
                  <a:close/>
                </a:path>
                <a:path extrusionOk="0" h="240664" w="248920">
                  <a:moveTo>
                    <a:pt x="171005" y="240626"/>
                  </a:moveTo>
                  <a:lnTo>
                    <a:pt x="168948" y="234010"/>
                  </a:lnTo>
                  <a:lnTo>
                    <a:pt x="167220" y="228460"/>
                  </a:lnTo>
                  <a:lnTo>
                    <a:pt x="163271" y="215798"/>
                  </a:lnTo>
                  <a:lnTo>
                    <a:pt x="161163" y="209029"/>
                  </a:lnTo>
                  <a:lnTo>
                    <a:pt x="161163" y="228460"/>
                  </a:lnTo>
                  <a:lnTo>
                    <a:pt x="153911" y="228460"/>
                  </a:lnTo>
                  <a:lnTo>
                    <a:pt x="157581" y="215798"/>
                  </a:lnTo>
                  <a:lnTo>
                    <a:pt x="161163" y="228460"/>
                  </a:lnTo>
                  <a:lnTo>
                    <a:pt x="161163" y="209029"/>
                  </a:lnTo>
                  <a:lnTo>
                    <a:pt x="160985" y="208445"/>
                  </a:lnTo>
                  <a:lnTo>
                    <a:pt x="154305" y="208445"/>
                  </a:lnTo>
                  <a:lnTo>
                    <a:pt x="144208" y="240626"/>
                  </a:lnTo>
                  <a:lnTo>
                    <a:pt x="150380" y="240626"/>
                  </a:lnTo>
                  <a:lnTo>
                    <a:pt x="152311" y="234010"/>
                  </a:lnTo>
                  <a:lnTo>
                    <a:pt x="162725" y="234010"/>
                  </a:lnTo>
                  <a:lnTo>
                    <a:pt x="164592" y="240626"/>
                  </a:lnTo>
                  <a:lnTo>
                    <a:pt x="171005" y="240626"/>
                  </a:lnTo>
                  <a:close/>
                </a:path>
                <a:path extrusionOk="0" h="240664" w="248920">
                  <a:moveTo>
                    <a:pt x="180454" y="32156"/>
                  </a:moveTo>
                  <a:lnTo>
                    <a:pt x="168783" y="38531"/>
                  </a:lnTo>
                  <a:lnTo>
                    <a:pt x="156146" y="17805"/>
                  </a:lnTo>
                  <a:lnTo>
                    <a:pt x="150088" y="10325"/>
                  </a:lnTo>
                  <a:lnTo>
                    <a:pt x="142392" y="4724"/>
                  </a:lnTo>
                  <a:lnTo>
                    <a:pt x="133426" y="1219"/>
                  </a:lnTo>
                  <a:lnTo>
                    <a:pt x="123558" y="0"/>
                  </a:lnTo>
                  <a:lnTo>
                    <a:pt x="113677" y="1219"/>
                  </a:lnTo>
                  <a:lnTo>
                    <a:pt x="104711" y="4724"/>
                  </a:lnTo>
                  <a:lnTo>
                    <a:pt x="97015" y="10325"/>
                  </a:lnTo>
                  <a:lnTo>
                    <a:pt x="90970" y="17805"/>
                  </a:lnTo>
                  <a:lnTo>
                    <a:pt x="74688" y="44500"/>
                  </a:lnTo>
                  <a:lnTo>
                    <a:pt x="100749" y="58750"/>
                  </a:lnTo>
                  <a:lnTo>
                    <a:pt x="118999" y="28829"/>
                  </a:lnTo>
                  <a:lnTo>
                    <a:pt x="123558" y="28486"/>
                  </a:lnTo>
                  <a:lnTo>
                    <a:pt x="128117" y="28829"/>
                  </a:lnTo>
                  <a:lnTo>
                    <a:pt x="142722" y="52781"/>
                  </a:lnTo>
                  <a:lnTo>
                    <a:pt x="131064" y="59143"/>
                  </a:lnTo>
                  <a:lnTo>
                    <a:pt x="180441" y="86131"/>
                  </a:lnTo>
                  <a:lnTo>
                    <a:pt x="180454" y="32156"/>
                  </a:lnTo>
                  <a:close/>
                </a:path>
                <a:path extrusionOk="0" h="240664" w="248920">
                  <a:moveTo>
                    <a:pt x="197916" y="232829"/>
                  </a:moveTo>
                  <a:lnTo>
                    <a:pt x="193535" y="223354"/>
                  </a:lnTo>
                  <a:lnTo>
                    <a:pt x="194487" y="222796"/>
                  </a:lnTo>
                  <a:lnTo>
                    <a:pt x="195211" y="222186"/>
                  </a:lnTo>
                  <a:lnTo>
                    <a:pt x="195986" y="221132"/>
                  </a:lnTo>
                  <a:lnTo>
                    <a:pt x="196570" y="220332"/>
                  </a:lnTo>
                  <a:lnTo>
                    <a:pt x="196977" y="218859"/>
                  </a:lnTo>
                  <a:lnTo>
                    <a:pt x="196913" y="214541"/>
                  </a:lnTo>
                  <a:lnTo>
                    <a:pt x="196786" y="214033"/>
                  </a:lnTo>
                  <a:lnTo>
                    <a:pt x="196583" y="213233"/>
                  </a:lnTo>
                  <a:lnTo>
                    <a:pt x="194271" y="209651"/>
                  </a:lnTo>
                  <a:lnTo>
                    <a:pt x="191935" y="208546"/>
                  </a:lnTo>
                  <a:lnTo>
                    <a:pt x="191935" y="228790"/>
                  </a:lnTo>
                  <a:lnTo>
                    <a:pt x="191935" y="232435"/>
                  </a:lnTo>
                  <a:lnTo>
                    <a:pt x="191325" y="233768"/>
                  </a:lnTo>
                  <a:lnTo>
                    <a:pt x="189395" y="234848"/>
                  </a:lnTo>
                  <a:lnTo>
                    <a:pt x="188442" y="235038"/>
                  </a:lnTo>
                  <a:lnTo>
                    <a:pt x="180340" y="235038"/>
                  </a:lnTo>
                  <a:lnTo>
                    <a:pt x="180340" y="226453"/>
                  </a:lnTo>
                  <a:lnTo>
                    <a:pt x="187312" y="226453"/>
                  </a:lnTo>
                  <a:lnTo>
                    <a:pt x="188518" y="226466"/>
                  </a:lnTo>
                  <a:lnTo>
                    <a:pt x="189471" y="226656"/>
                  </a:lnTo>
                  <a:lnTo>
                    <a:pt x="191338" y="227622"/>
                  </a:lnTo>
                  <a:lnTo>
                    <a:pt x="191935" y="228790"/>
                  </a:lnTo>
                  <a:lnTo>
                    <a:pt x="191935" y="208546"/>
                  </a:lnTo>
                  <a:lnTo>
                    <a:pt x="191363" y="208495"/>
                  </a:lnTo>
                  <a:lnTo>
                    <a:pt x="191363" y="216014"/>
                  </a:lnTo>
                  <a:lnTo>
                    <a:pt x="191363" y="218859"/>
                  </a:lnTo>
                  <a:lnTo>
                    <a:pt x="190982" y="219798"/>
                  </a:lnTo>
                  <a:lnTo>
                    <a:pt x="189445" y="220865"/>
                  </a:lnTo>
                  <a:lnTo>
                    <a:pt x="188455" y="221132"/>
                  </a:lnTo>
                  <a:lnTo>
                    <a:pt x="180340" y="221132"/>
                  </a:lnTo>
                  <a:lnTo>
                    <a:pt x="180340" y="214033"/>
                  </a:lnTo>
                  <a:lnTo>
                    <a:pt x="187858" y="214033"/>
                  </a:lnTo>
                  <a:lnTo>
                    <a:pt x="188976" y="214198"/>
                  </a:lnTo>
                  <a:lnTo>
                    <a:pt x="189839" y="214541"/>
                  </a:lnTo>
                  <a:lnTo>
                    <a:pt x="190855" y="215023"/>
                  </a:lnTo>
                  <a:lnTo>
                    <a:pt x="191363" y="216014"/>
                  </a:lnTo>
                  <a:lnTo>
                    <a:pt x="191363" y="208495"/>
                  </a:lnTo>
                  <a:lnTo>
                    <a:pt x="188379" y="208445"/>
                  </a:lnTo>
                  <a:lnTo>
                    <a:pt x="174701" y="208445"/>
                  </a:lnTo>
                  <a:lnTo>
                    <a:pt x="174701" y="240626"/>
                  </a:lnTo>
                  <a:lnTo>
                    <a:pt x="188887" y="240626"/>
                  </a:lnTo>
                  <a:lnTo>
                    <a:pt x="196646" y="236042"/>
                  </a:lnTo>
                  <a:lnTo>
                    <a:pt x="197218" y="235038"/>
                  </a:lnTo>
                  <a:lnTo>
                    <a:pt x="197497" y="234530"/>
                  </a:lnTo>
                  <a:lnTo>
                    <a:pt x="197916" y="232829"/>
                  </a:lnTo>
                  <a:close/>
                </a:path>
                <a:path extrusionOk="0" h="240664" w="248920">
                  <a:moveTo>
                    <a:pt x="223050" y="234848"/>
                  </a:moveTo>
                  <a:lnTo>
                    <a:pt x="208915" y="234848"/>
                  </a:lnTo>
                  <a:lnTo>
                    <a:pt x="208915" y="208445"/>
                  </a:lnTo>
                  <a:lnTo>
                    <a:pt x="203009" y="208445"/>
                  </a:lnTo>
                  <a:lnTo>
                    <a:pt x="203009" y="240626"/>
                  </a:lnTo>
                  <a:lnTo>
                    <a:pt x="223050" y="240626"/>
                  </a:lnTo>
                  <a:lnTo>
                    <a:pt x="223050" y="234848"/>
                  </a:lnTo>
                  <a:close/>
                </a:path>
                <a:path extrusionOk="0" h="240664" w="248920">
                  <a:moveTo>
                    <a:pt x="223075" y="136994"/>
                  </a:moveTo>
                  <a:lnTo>
                    <a:pt x="221792" y="127889"/>
                  </a:lnTo>
                  <a:lnTo>
                    <a:pt x="217982" y="119189"/>
                  </a:lnTo>
                  <a:lnTo>
                    <a:pt x="202196" y="93306"/>
                  </a:lnTo>
                  <a:lnTo>
                    <a:pt x="176123" y="107556"/>
                  </a:lnTo>
                  <a:lnTo>
                    <a:pt x="193878" y="136652"/>
                  </a:lnTo>
                  <a:lnTo>
                    <a:pt x="191262" y="141630"/>
                  </a:lnTo>
                  <a:lnTo>
                    <a:pt x="189318" y="144119"/>
                  </a:lnTo>
                  <a:lnTo>
                    <a:pt x="161302" y="144119"/>
                  </a:lnTo>
                  <a:lnTo>
                    <a:pt x="161302" y="131381"/>
                  </a:lnTo>
                  <a:lnTo>
                    <a:pt x="111925" y="158369"/>
                  </a:lnTo>
                  <a:lnTo>
                    <a:pt x="161302" y="185356"/>
                  </a:lnTo>
                  <a:lnTo>
                    <a:pt x="161302" y="172605"/>
                  </a:lnTo>
                  <a:lnTo>
                    <a:pt x="185394" y="172605"/>
                  </a:lnTo>
                  <a:lnTo>
                    <a:pt x="221792" y="146100"/>
                  </a:lnTo>
                  <a:lnTo>
                    <a:pt x="223075" y="136994"/>
                  </a:lnTo>
                  <a:close/>
                </a:path>
                <a:path extrusionOk="0" h="240664" w="248920">
                  <a:moveTo>
                    <a:pt x="248627" y="234848"/>
                  </a:moveTo>
                  <a:lnTo>
                    <a:pt x="232968" y="234848"/>
                  </a:lnTo>
                  <a:lnTo>
                    <a:pt x="232968" y="226568"/>
                  </a:lnTo>
                  <a:lnTo>
                    <a:pt x="246710" y="226568"/>
                  </a:lnTo>
                  <a:lnTo>
                    <a:pt x="246710" y="220980"/>
                  </a:lnTo>
                  <a:lnTo>
                    <a:pt x="232968" y="220980"/>
                  </a:lnTo>
                  <a:lnTo>
                    <a:pt x="232968" y="214147"/>
                  </a:lnTo>
                  <a:lnTo>
                    <a:pt x="247942" y="214147"/>
                  </a:lnTo>
                  <a:lnTo>
                    <a:pt x="247942" y="208445"/>
                  </a:lnTo>
                  <a:lnTo>
                    <a:pt x="227190" y="208445"/>
                  </a:lnTo>
                  <a:lnTo>
                    <a:pt x="227190" y="240626"/>
                  </a:lnTo>
                  <a:lnTo>
                    <a:pt x="248627" y="240626"/>
                  </a:lnTo>
                  <a:lnTo>
                    <a:pt x="248627" y="234848"/>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0" name="Google Shape;2040;p16"/>
          <p:cNvGrpSpPr/>
          <p:nvPr/>
        </p:nvGrpSpPr>
        <p:grpSpPr>
          <a:xfrm>
            <a:off x="9626396" y="2731579"/>
            <a:ext cx="324002" cy="316750"/>
            <a:chOff x="9626396" y="2731579"/>
            <a:chExt cx="324002" cy="316750"/>
          </a:xfrm>
        </p:grpSpPr>
        <p:pic>
          <p:nvPicPr>
            <p:cNvPr id="2041" name="Google Shape;2041;p16"/>
            <p:cNvPicPr preferRelativeResize="0"/>
            <p:nvPr/>
          </p:nvPicPr>
          <p:blipFill rotWithShape="1">
            <a:blip r:embed="rId6">
              <a:alphaModFix/>
            </a:blip>
            <a:srcRect b="0" l="0" r="0" t="0"/>
            <a:stretch/>
          </p:blipFill>
          <p:spPr>
            <a:xfrm>
              <a:off x="9626396" y="2731579"/>
              <a:ext cx="324002" cy="316750"/>
            </a:xfrm>
            <a:prstGeom prst="rect">
              <a:avLst/>
            </a:prstGeom>
            <a:noFill/>
            <a:ln>
              <a:noFill/>
            </a:ln>
          </p:spPr>
        </p:pic>
        <p:sp>
          <p:nvSpPr>
            <p:cNvPr id="2042" name="Google Shape;2042;p16"/>
            <p:cNvSpPr/>
            <p:nvPr/>
          </p:nvSpPr>
          <p:spPr>
            <a:xfrm>
              <a:off x="9664840" y="2769552"/>
              <a:ext cx="248920" cy="240665"/>
            </a:xfrm>
            <a:custGeom>
              <a:rect b="b" l="l" r="r" t="t"/>
              <a:pathLst>
                <a:path extrusionOk="0" h="240664" w="248920">
                  <a:moveTo>
                    <a:pt x="23050" y="239839"/>
                  </a:moveTo>
                  <a:lnTo>
                    <a:pt x="21805" y="230593"/>
                  </a:lnTo>
                  <a:lnTo>
                    <a:pt x="21539" y="228917"/>
                  </a:lnTo>
                  <a:lnTo>
                    <a:pt x="21094" y="228028"/>
                  </a:lnTo>
                  <a:lnTo>
                    <a:pt x="20447" y="226720"/>
                  </a:lnTo>
                  <a:lnTo>
                    <a:pt x="19519" y="225882"/>
                  </a:lnTo>
                  <a:lnTo>
                    <a:pt x="18211" y="225272"/>
                  </a:lnTo>
                  <a:lnTo>
                    <a:pt x="19773" y="224663"/>
                  </a:lnTo>
                  <a:lnTo>
                    <a:pt x="20904" y="223621"/>
                  </a:lnTo>
                  <a:lnTo>
                    <a:pt x="21310" y="222707"/>
                  </a:lnTo>
                  <a:lnTo>
                    <a:pt x="22250" y="220675"/>
                  </a:lnTo>
                  <a:lnTo>
                    <a:pt x="22593" y="219163"/>
                  </a:lnTo>
                  <a:lnTo>
                    <a:pt x="22593" y="216369"/>
                  </a:lnTo>
                  <a:lnTo>
                    <a:pt x="22415" y="215239"/>
                  </a:lnTo>
                  <a:lnTo>
                    <a:pt x="21996" y="214058"/>
                  </a:lnTo>
                  <a:lnTo>
                    <a:pt x="21717" y="213258"/>
                  </a:lnTo>
                  <a:lnTo>
                    <a:pt x="16662" y="208737"/>
                  </a:lnTo>
                  <a:lnTo>
                    <a:pt x="16662" y="220357"/>
                  </a:lnTo>
                  <a:lnTo>
                    <a:pt x="16103" y="221564"/>
                  </a:lnTo>
                  <a:lnTo>
                    <a:pt x="14351" y="222529"/>
                  </a:lnTo>
                  <a:lnTo>
                    <a:pt x="13398" y="222707"/>
                  </a:lnTo>
                  <a:lnTo>
                    <a:pt x="5778" y="222707"/>
                  </a:lnTo>
                  <a:lnTo>
                    <a:pt x="5778" y="214058"/>
                  </a:lnTo>
                  <a:lnTo>
                    <a:pt x="13525" y="214058"/>
                  </a:lnTo>
                  <a:lnTo>
                    <a:pt x="14427" y="214236"/>
                  </a:lnTo>
                  <a:lnTo>
                    <a:pt x="16116" y="215290"/>
                  </a:lnTo>
                  <a:lnTo>
                    <a:pt x="16560" y="216369"/>
                  </a:lnTo>
                  <a:lnTo>
                    <a:pt x="16662" y="220357"/>
                  </a:lnTo>
                  <a:lnTo>
                    <a:pt x="16662" y="208737"/>
                  </a:lnTo>
                  <a:lnTo>
                    <a:pt x="15468" y="208508"/>
                  </a:lnTo>
                  <a:lnTo>
                    <a:pt x="13525" y="208470"/>
                  </a:lnTo>
                  <a:lnTo>
                    <a:pt x="0" y="208470"/>
                  </a:lnTo>
                  <a:lnTo>
                    <a:pt x="0" y="240652"/>
                  </a:lnTo>
                  <a:lnTo>
                    <a:pt x="5778" y="240652"/>
                  </a:lnTo>
                  <a:lnTo>
                    <a:pt x="5778" y="228028"/>
                  </a:lnTo>
                  <a:lnTo>
                    <a:pt x="13195" y="228028"/>
                  </a:lnTo>
                  <a:lnTo>
                    <a:pt x="14312" y="228371"/>
                  </a:lnTo>
                  <a:lnTo>
                    <a:pt x="15519" y="229743"/>
                  </a:lnTo>
                  <a:lnTo>
                    <a:pt x="15836" y="231101"/>
                  </a:lnTo>
                  <a:lnTo>
                    <a:pt x="15887" y="236486"/>
                  </a:lnTo>
                  <a:lnTo>
                    <a:pt x="15989" y="238010"/>
                  </a:lnTo>
                  <a:lnTo>
                    <a:pt x="16217" y="239356"/>
                  </a:lnTo>
                  <a:lnTo>
                    <a:pt x="16522" y="240652"/>
                  </a:lnTo>
                  <a:lnTo>
                    <a:pt x="23050" y="240652"/>
                  </a:lnTo>
                  <a:lnTo>
                    <a:pt x="23050" y="239839"/>
                  </a:lnTo>
                  <a:close/>
                </a:path>
                <a:path extrusionOk="0" h="240664" w="248920">
                  <a:moveTo>
                    <a:pt x="49872" y="234861"/>
                  </a:moveTo>
                  <a:lnTo>
                    <a:pt x="34201" y="234861"/>
                  </a:lnTo>
                  <a:lnTo>
                    <a:pt x="34201" y="226580"/>
                  </a:lnTo>
                  <a:lnTo>
                    <a:pt x="47942" y="226580"/>
                  </a:lnTo>
                  <a:lnTo>
                    <a:pt x="47942" y="220992"/>
                  </a:lnTo>
                  <a:lnTo>
                    <a:pt x="34201" y="220992"/>
                  </a:lnTo>
                  <a:lnTo>
                    <a:pt x="34201" y="214160"/>
                  </a:lnTo>
                  <a:lnTo>
                    <a:pt x="49174" y="214160"/>
                  </a:lnTo>
                  <a:lnTo>
                    <a:pt x="49174" y="208457"/>
                  </a:lnTo>
                  <a:lnTo>
                    <a:pt x="28422" y="208457"/>
                  </a:lnTo>
                  <a:lnTo>
                    <a:pt x="28422" y="240639"/>
                  </a:lnTo>
                  <a:lnTo>
                    <a:pt x="49872" y="240639"/>
                  </a:lnTo>
                  <a:lnTo>
                    <a:pt x="49872" y="234861"/>
                  </a:lnTo>
                  <a:close/>
                </a:path>
                <a:path extrusionOk="0" h="240664" w="248920">
                  <a:moveTo>
                    <a:pt x="77330" y="208457"/>
                  </a:moveTo>
                  <a:lnTo>
                    <a:pt x="71818" y="208457"/>
                  </a:lnTo>
                  <a:lnTo>
                    <a:pt x="71818" y="230898"/>
                  </a:lnTo>
                  <a:lnTo>
                    <a:pt x="60579" y="208457"/>
                  </a:lnTo>
                  <a:lnTo>
                    <a:pt x="54381" y="208457"/>
                  </a:lnTo>
                  <a:lnTo>
                    <a:pt x="54381" y="240639"/>
                  </a:lnTo>
                  <a:lnTo>
                    <a:pt x="59893" y="240639"/>
                  </a:lnTo>
                  <a:lnTo>
                    <a:pt x="59893" y="217805"/>
                  </a:lnTo>
                  <a:lnTo>
                    <a:pt x="71412" y="240639"/>
                  </a:lnTo>
                  <a:lnTo>
                    <a:pt x="77330" y="240639"/>
                  </a:lnTo>
                  <a:lnTo>
                    <a:pt x="77330" y="208457"/>
                  </a:lnTo>
                  <a:close/>
                </a:path>
                <a:path extrusionOk="0" h="240664" w="248920">
                  <a:moveTo>
                    <a:pt x="95326" y="144119"/>
                  </a:moveTo>
                  <a:lnTo>
                    <a:pt x="57797" y="144119"/>
                  </a:lnTo>
                  <a:lnTo>
                    <a:pt x="55206" y="140563"/>
                  </a:lnTo>
                  <a:lnTo>
                    <a:pt x="53251" y="136652"/>
                  </a:lnTo>
                  <a:lnTo>
                    <a:pt x="67640" y="113055"/>
                  </a:lnTo>
                  <a:lnTo>
                    <a:pt x="79298" y="119430"/>
                  </a:lnTo>
                  <a:lnTo>
                    <a:pt x="79298" y="65455"/>
                  </a:lnTo>
                  <a:lnTo>
                    <a:pt x="29908" y="92443"/>
                  </a:lnTo>
                  <a:lnTo>
                    <a:pt x="41567" y="98806"/>
                  </a:lnTo>
                  <a:lnTo>
                    <a:pt x="29133" y="119189"/>
                  </a:lnTo>
                  <a:lnTo>
                    <a:pt x="25311" y="127889"/>
                  </a:lnTo>
                  <a:lnTo>
                    <a:pt x="24028" y="137007"/>
                  </a:lnTo>
                  <a:lnTo>
                    <a:pt x="25311" y="146113"/>
                  </a:lnTo>
                  <a:lnTo>
                    <a:pt x="61722" y="172618"/>
                  </a:lnTo>
                  <a:lnTo>
                    <a:pt x="95326" y="172618"/>
                  </a:lnTo>
                  <a:lnTo>
                    <a:pt x="95326" y="144119"/>
                  </a:lnTo>
                  <a:close/>
                </a:path>
                <a:path extrusionOk="0" h="240664" w="248920">
                  <a:moveTo>
                    <a:pt x="104495" y="234861"/>
                  </a:moveTo>
                  <a:lnTo>
                    <a:pt x="88823" y="234861"/>
                  </a:lnTo>
                  <a:lnTo>
                    <a:pt x="88823" y="226580"/>
                  </a:lnTo>
                  <a:lnTo>
                    <a:pt x="102565" y="226580"/>
                  </a:lnTo>
                  <a:lnTo>
                    <a:pt x="102565" y="220992"/>
                  </a:lnTo>
                  <a:lnTo>
                    <a:pt x="88823" y="220992"/>
                  </a:lnTo>
                  <a:lnTo>
                    <a:pt x="88823" y="214160"/>
                  </a:lnTo>
                  <a:lnTo>
                    <a:pt x="103797" y="214160"/>
                  </a:lnTo>
                  <a:lnTo>
                    <a:pt x="103797" y="208457"/>
                  </a:lnTo>
                  <a:lnTo>
                    <a:pt x="83045" y="208457"/>
                  </a:lnTo>
                  <a:lnTo>
                    <a:pt x="83045" y="240639"/>
                  </a:lnTo>
                  <a:lnTo>
                    <a:pt x="104495" y="240639"/>
                  </a:lnTo>
                  <a:lnTo>
                    <a:pt x="104495" y="234861"/>
                  </a:lnTo>
                  <a:close/>
                </a:path>
                <a:path extrusionOk="0" h="240664" w="248920">
                  <a:moveTo>
                    <a:pt x="142646" y="208457"/>
                  </a:moveTo>
                  <a:lnTo>
                    <a:pt x="136626" y="208457"/>
                  </a:lnTo>
                  <a:lnTo>
                    <a:pt x="132854" y="227076"/>
                  </a:lnTo>
                  <a:lnTo>
                    <a:pt x="131978" y="232016"/>
                  </a:lnTo>
                  <a:lnTo>
                    <a:pt x="131114" y="226885"/>
                  </a:lnTo>
                  <a:lnTo>
                    <a:pt x="127762" y="208457"/>
                  </a:lnTo>
                  <a:lnTo>
                    <a:pt x="121513" y="208457"/>
                  </a:lnTo>
                  <a:lnTo>
                    <a:pt x="118325" y="226999"/>
                  </a:lnTo>
                  <a:lnTo>
                    <a:pt x="117513" y="232016"/>
                  </a:lnTo>
                  <a:lnTo>
                    <a:pt x="116687" y="226885"/>
                  </a:lnTo>
                  <a:lnTo>
                    <a:pt x="112953" y="208457"/>
                  </a:lnTo>
                  <a:lnTo>
                    <a:pt x="106680" y="208457"/>
                  </a:lnTo>
                  <a:lnTo>
                    <a:pt x="114706" y="240639"/>
                  </a:lnTo>
                  <a:lnTo>
                    <a:pt x="120192" y="240639"/>
                  </a:lnTo>
                  <a:lnTo>
                    <a:pt x="123609" y="221818"/>
                  </a:lnTo>
                  <a:lnTo>
                    <a:pt x="124612" y="215595"/>
                  </a:lnTo>
                  <a:lnTo>
                    <a:pt x="125603" y="221818"/>
                  </a:lnTo>
                  <a:lnTo>
                    <a:pt x="129032" y="240639"/>
                  </a:lnTo>
                  <a:lnTo>
                    <a:pt x="134683" y="240639"/>
                  </a:lnTo>
                  <a:lnTo>
                    <a:pt x="142646" y="208457"/>
                  </a:lnTo>
                  <a:close/>
                </a:path>
                <a:path extrusionOk="0" h="240664" w="248920">
                  <a:moveTo>
                    <a:pt x="154444" y="99707"/>
                  </a:moveTo>
                  <a:lnTo>
                    <a:pt x="154254" y="95770"/>
                  </a:lnTo>
                  <a:lnTo>
                    <a:pt x="154051" y="94589"/>
                  </a:lnTo>
                  <a:lnTo>
                    <a:pt x="152996" y="88366"/>
                  </a:lnTo>
                  <a:lnTo>
                    <a:pt x="151269" y="84264"/>
                  </a:lnTo>
                  <a:lnTo>
                    <a:pt x="149529" y="81978"/>
                  </a:lnTo>
                  <a:lnTo>
                    <a:pt x="148590" y="80746"/>
                  </a:lnTo>
                  <a:lnTo>
                    <a:pt x="145618" y="76720"/>
                  </a:lnTo>
                  <a:lnTo>
                    <a:pt x="141859" y="73799"/>
                  </a:lnTo>
                  <a:lnTo>
                    <a:pt x="136626" y="71666"/>
                  </a:lnTo>
                  <a:lnTo>
                    <a:pt x="136626" y="94589"/>
                  </a:lnTo>
                  <a:lnTo>
                    <a:pt x="107200" y="94589"/>
                  </a:lnTo>
                  <a:lnTo>
                    <a:pt x="107810" y="90703"/>
                  </a:lnTo>
                  <a:lnTo>
                    <a:pt x="109334" y="87642"/>
                  </a:lnTo>
                  <a:lnTo>
                    <a:pt x="114160" y="83108"/>
                  </a:lnTo>
                  <a:lnTo>
                    <a:pt x="117563" y="81978"/>
                  </a:lnTo>
                  <a:lnTo>
                    <a:pt x="125971" y="81978"/>
                  </a:lnTo>
                  <a:lnTo>
                    <a:pt x="129349" y="83045"/>
                  </a:lnTo>
                  <a:lnTo>
                    <a:pt x="134797" y="87325"/>
                  </a:lnTo>
                  <a:lnTo>
                    <a:pt x="136309" y="90462"/>
                  </a:lnTo>
                  <a:lnTo>
                    <a:pt x="136626" y="94589"/>
                  </a:lnTo>
                  <a:lnTo>
                    <a:pt x="136626" y="71666"/>
                  </a:lnTo>
                  <a:lnTo>
                    <a:pt x="132740" y="70078"/>
                  </a:lnTo>
                  <a:lnTo>
                    <a:pt x="127622" y="69151"/>
                  </a:lnTo>
                  <a:lnTo>
                    <a:pt x="112356" y="69151"/>
                  </a:lnTo>
                  <a:lnTo>
                    <a:pt x="104571" y="71894"/>
                  </a:lnTo>
                  <a:lnTo>
                    <a:pt x="92570" y="82892"/>
                  </a:lnTo>
                  <a:lnTo>
                    <a:pt x="89700" y="90462"/>
                  </a:lnTo>
                  <a:lnTo>
                    <a:pt x="89573" y="101104"/>
                  </a:lnTo>
                  <a:lnTo>
                    <a:pt x="90195" y="108775"/>
                  </a:lnTo>
                  <a:lnTo>
                    <a:pt x="113855" y="132245"/>
                  </a:lnTo>
                  <a:lnTo>
                    <a:pt x="122555" y="132245"/>
                  </a:lnTo>
                  <a:lnTo>
                    <a:pt x="151053" y="119634"/>
                  </a:lnTo>
                  <a:lnTo>
                    <a:pt x="152996" y="116344"/>
                  </a:lnTo>
                  <a:lnTo>
                    <a:pt x="153466" y="112814"/>
                  </a:lnTo>
                  <a:lnTo>
                    <a:pt x="136017" y="112814"/>
                  </a:lnTo>
                  <a:lnTo>
                    <a:pt x="135013" y="114566"/>
                  </a:lnTo>
                  <a:lnTo>
                    <a:pt x="133832" y="115925"/>
                  </a:lnTo>
                  <a:lnTo>
                    <a:pt x="130073" y="118732"/>
                  </a:lnTo>
                  <a:lnTo>
                    <a:pt x="126911" y="119634"/>
                  </a:lnTo>
                  <a:lnTo>
                    <a:pt x="119354" y="119634"/>
                  </a:lnTo>
                  <a:lnTo>
                    <a:pt x="116217" y="118897"/>
                  </a:lnTo>
                  <a:lnTo>
                    <a:pt x="113614" y="117398"/>
                  </a:lnTo>
                  <a:lnTo>
                    <a:pt x="109321" y="114998"/>
                  </a:lnTo>
                  <a:lnTo>
                    <a:pt x="107035" y="110820"/>
                  </a:lnTo>
                  <a:lnTo>
                    <a:pt x="106781" y="104851"/>
                  </a:lnTo>
                  <a:lnTo>
                    <a:pt x="154355" y="104851"/>
                  </a:lnTo>
                  <a:lnTo>
                    <a:pt x="154444" y="99707"/>
                  </a:lnTo>
                  <a:close/>
                </a:path>
                <a:path extrusionOk="0" h="240664" w="248920">
                  <a:moveTo>
                    <a:pt x="171005" y="240639"/>
                  </a:moveTo>
                  <a:lnTo>
                    <a:pt x="168948" y="234022"/>
                  </a:lnTo>
                  <a:lnTo>
                    <a:pt x="167220" y="228473"/>
                  </a:lnTo>
                  <a:lnTo>
                    <a:pt x="163271" y="215811"/>
                  </a:lnTo>
                  <a:lnTo>
                    <a:pt x="161163" y="209042"/>
                  </a:lnTo>
                  <a:lnTo>
                    <a:pt x="161163" y="228473"/>
                  </a:lnTo>
                  <a:lnTo>
                    <a:pt x="153911" y="228473"/>
                  </a:lnTo>
                  <a:lnTo>
                    <a:pt x="157581" y="215811"/>
                  </a:lnTo>
                  <a:lnTo>
                    <a:pt x="161163" y="228473"/>
                  </a:lnTo>
                  <a:lnTo>
                    <a:pt x="161163" y="209042"/>
                  </a:lnTo>
                  <a:lnTo>
                    <a:pt x="160985" y="208457"/>
                  </a:lnTo>
                  <a:lnTo>
                    <a:pt x="154305" y="208457"/>
                  </a:lnTo>
                  <a:lnTo>
                    <a:pt x="144208" y="240639"/>
                  </a:lnTo>
                  <a:lnTo>
                    <a:pt x="150380" y="240639"/>
                  </a:lnTo>
                  <a:lnTo>
                    <a:pt x="152311" y="234022"/>
                  </a:lnTo>
                  <a:lnTo>
                    <a:pt x="162725" y="234022"/>
                  </a:lnTo>
                  <a:lnTo>
                    <a:pt x="164592" y="240639"/>
                  </a:lnTo>
                  <a:lnTo>
                    <a:pt x="171005" y="240639"/>
                  </a:lnTo>
                  <a:close/>
                </a:path>
                <a:path extrusionOk="0" h="240664" w="248920">
                  <a:moveTo>
                    <a:pt x="180454" y="32169"/>
                  </a:moveTo>
                  <a:lnTo>
                    <a:pt x="168783" y="38544"/>
                  </a:lnTo>
                  <a:lnTo>
                    <a:pt x="156146" y="17818"/>
                  </a:lnTo>
                  <a:lnTo>
                    <a:pt x="150088" y="10337"/>
                  </a:lnTo>
                  <a:lnTo>
                    <a:pt x="142392" y="4737"/>
                  </a:lnTo>
                  <a:lnTo>
                    <a:pt x="133426" y="1219"/>
                  </a:lnTo>
                  <a:lnTo>
                    <a:pt x="123558" y="0"/>
                  </a:lnTo>
                  <a:lnTo>
                    <a:pt x="113677" y="1219"/>
                  </a:lnTo>
                  <a:lnTo>
                    <a:pt x="104711" y="4737"/>
                  </a:lnTo>
                  <a:lnTo>
                    <a:pt x="97015" y="10337"/>
                  </a:lnTo>
                  <a:lnTo>
                    <a:pt x="90970" y="17818"/>
                  </a:lnTo>
                  <a:lnTo>
                    <a:pt x="74688" y="44513"/>
                  </a:lnTo>
                  <a:lnTo>
                    <a:pt x="100749" y="58762"/>
                  </a:lnTo>
                  <a:lnTo>
                    <a:pt x="118999" y="28841"/>
                  </a:lnTo>
                  <a:lnTo>
                    <a:pt x="123558" y="28498"/>
                  </a:lnTo>
                  <a:lnTo>
                    <a:pt x="128117" y="28841"/>
                  </a:lnTo>
                  <a:lnTo>
                    <a:pt x="142722" y="52793"/>
                  </a:lnTo>
                  <a:lnTo>
                    <a:pt x="131064" y="59156"/>
                  </a:lnTo>
                  <a:lnTo>
                    <a:pt x="180441" y="86144"/>
                  </a:lnTo>
                  <a:lnTo>
                    <a:pt x="180454" y="32169"/>
                  </a:lnTo>
                  <a:close/>
                </a:path>
                <a:path extrusionOk="0" h="240664" w="248920">
                  <a:moveTo>
                    <a:pt x="197916" y="232841"/>
                  </a:moveTo>
                  <a:lnTo>
                    <a:pt x="197853" y="228803"/>
                  </a:lnTo>
                  <a:lnTo>
                    <a:pt x="197548" y="227507"/>
                  </a:lnTo>
                  <a:lnTo>
                    <a:pt x="196951" y="226466"/>
                  </a:lnTo>
                  <a:lnTo>
                    <a:pt x="196075" y="224917"/>
                  </a:lnTo>
                  <a:lnTo>
                    <a:pt x="194983" y="223977"/>
                  </a:lnTo>
                  <a:lnTo>
                    <a:pt x="193535" y="223367"/>
                  </a:lnTo>
                  <a:lnTo>
                    <a:pt x="194487" y="222808"/>
                  </a:lnTo>
                  <a:lnTo>
                    <a:pt x="195211" y="222199"/>
                  </a:lnTo>
                  <a:lnTo>
                    <a:pt x="195986" y="221145"/>
                  </a:lnTo>
                  <a:lnTo>
                    <a:pt x="196570" y="220345"/>
                  </a:lnTo>
                  <a:lnTo>
                    <a:pt x="196977" y="218871"/>
                  </a:lnTo>
                  <a:lnTo>
                    <a:pt x="196913" y="214553"/>
                  </a:lnTo>
                  <a:lnTo>
                    <a:pt x="196786" y="214045"/>
                  </a:lnTo>
                  <a:lnTo>
                    <a:pt x="196583" y="213245"/>
                  </a:lnTo>
                  <a:lnTo>
                    <a:pt x="194271" y="209664"/>
                  </a:lnTo>
                  <a:lnTo>
                    <a:pt x="191935" y="208559"/>
                  </a:lnTo>
                  <a:lnTo>
                    <a:pt x="191935" y="228803"/>
                  </a:lnTo>
                  <a:lnTo>
                    <a:pt x="191935" y="232448"/>
                  </a:lnTo>
                  <a:lnTo>
                    <a:pt x="191325" y="233781"/>
                  </a:lnTo>
                  <a:lnTo>
                    <a:pt x="189395" y="234861"/>
                  </a:lnTo>
                  <a:lnTo>
                    <a:pt x="188442" y="235051"/>
                  </a:lnTo>
                  <a:lnTo>
                    <a:pt x="180340" y="235051"/>
                  </a:lnTo>
                  <a:lnTo>
                    <a:pt x="180340" y="226466"/>
                  </a:lnTo>
                  <a:lnTo>
                    <a:pt x="187312" y="226466"/>
                  </a:lnTo>
                  <a:lnTo>
                    <a:pt x="188518" y="226479"/>
                  </a:lnTo>
                  <a:lnTo>
                    <a:pt x="189471" y="226669"/>
                  </a:lnTo>
                  <a:lnTo>
                    <a:pt x="191338" y="227634"/>
                  </a:lnTo>
                  <a:lnTo>
                    <a:pt x="191935" y="228803"/>
                  </a:lnTo>
                  <a:lnTo>
                    <a:pt x="191935" y="208559"/>
                  </a:lnTo>
                  <a:lnTo>
                    <a:pt x="191363" y="208508"/>
                  </a:lnTo>
                  <a:lnTo>
                    <a:pt x="191363" y="216027"/>
                  </a:lnTo>
                  <a:lnTo>
                    <a:pt x="191363" y="218871"/>
                  </a:lnTo>
                  <a:lnTo>
                    <a:pt x="190982" y="219811"/>
                  </a:lnTo>
                  <a:lnTo>
                    <a:pt x="189445" y="220878"/>
                  </a:lnTo>
                  <a:lnTo>
                    <a:pt x="188455" y="221145"/>
                  </a:lnTo>
                  <a:lnTo>
                    <a:pt x="180340" y="221145"/>
                  </a:lnTo>
                  <a:lnTo>
                    <a:pt x="180340" y="214045"/>
                  </a:lnTo>
                  <a:lnTo>
                    <a:pt x="187858" y="214045"/>
                  </a:lnTo>
                  <a:lnTo>
                    <a:pt x="188976" y="214210"/>
                  </a:lnTo>
                  <a:lnTo>
                    <a:pt x="189839" y="214553"/>
                  </a:lnTo>
                  <a:lnTo>
                    <a:pt x="190855" y="215036"/>
                  </a:lnTo>
                  <a:lnTo>
                    <a:pt x="191363" y="216027"/>
                  </a:lnTo>
                  <a:lnTo>
                    <a:pt x="191363" y="208508"/>
                  </a:lnTo>
                  <a:lnTo>
                    <a:pt x="188379" y="208457"/>
                  </a:lnTo>
                  <a:lnTo>
                    <a:pt x="174701" y="208457"/>
                  </a:lnTo>
                  <a:lnTo>
                    <a:pt x="174701" y="240639"/>
                  </a:lnTo>
                  <a:lnTo>
                    <a:pt x="188887" y="240639"/>
                  </a:lnTo>
                  <a:lnTo>
                    <a:pt x="196646" y="236054"/>
                  </a:lnTo>
                  <a:lnTo>
                    <a:pt x="197218" y="235051"/>
                  </a:lnTo>
                  <a:lnTo>
                    <a:pt x="197497" y="234543"/>
                  </a:lnTo>
                  <a:lnTo>
                    <a:pt x="197916" y="232841"/>
                  </a:lnTo>
                  <a:close/>
                </a:path>
                <a:path extrusionOk="0" h="240664" w="248920">
                  <a:moveTo>
                    <a:pt x="223050" y="234861"/>
                  </a:moveTo>
                  <a:lnTo>
                    <a:pt x="208915" y="234861"/>
                  </a:lnTo>
                  <a:lnTo>
                    <a:pt x="208915" y="208457"/>
                  </a:lnTo>
                  <a:lnTo>
                    <a:pt x="203009" y="208457"/>
                  </a:lnTo>
                  <a:lnTo>
                    <a:pt x="203009" y="240639"/>
                  </a:lnTo>
                  <a:lnTo>
                    <a:pt x="223050" y="240639"/>
                  </a:lnTo>
                  <a:lnTo>
                    <a:pt x="223050" y="234861"/>
                  </a:lnTo>
                  <a:close/>
                </a:path>
                <a:path extrusionOk="0" h="240664" w="248920">
                  <a:moveTo>
                    <a:pt x="223075" y="136994"/>
                  </a:moveTo>
                  <a:lnTo>
                    <a:pt x="221792" y="127901"/>
                  </a:lnTo>
                  <a:lnTo>
                    <a:pt x="217982" y="119189"/>
                  </a:lnTo>
                  <a:lnTo>
                    <a:pt x="202196" y="93306"/>
                  </a:lnTo>
                  <a:lnTo>
                    <a:pt x="176123" y="107556"/>
                  </a:lnTo>
                  <a:lnTo>
                    <a:pt x="193878" y="136652"/>
                  </a:lnTo>
                  <a:lnTo>
                    <a:pt x="191262" y="141630"/>
                  </a:lnTo>
                  <a:lnTo>
                    <a:pt x="189318" y="144119"/>
                  </a:lnTo>
                  <a:lnTo>
                    <a:pt x="161302" y="144119"/>
                  </a:lnTo>
                  <a:lnTo>
                    <a:pt x="161302" y="131381"/>
                  </a:lnTo>
                  <a:lnTo>
                    <a:pt x="111925" y="158369"/>
                  </a:lnTo>
                  <a:lnTo>
                    <a:pt x="161302" y="185356"/>
                  </a:lnTo>
                  <a:lnTo>
                    <a:pt x="161302" y="172605"/>
                  </a:lnTo>
                  <a:lnTo>
                    <a:pt x="185394" y="172605"/>
                  </a:lnTo>
                  <a:lnTo>
                    <a:pt x="221792" y="146100"/>
                  </a:lnTo>
                  <a:lnTo>
                    <a:pt x="223075" y="136994"/>
                  </a:lnTo>
                  <a:close/>
                </a:path>
                <a:path extrusionOk="0" h="240664" w="248920">
                  <a:moveTo>
                    <a:pt x="248627" y="234861"/>
                  </a:moveTo>
                  <a:lnTo>
                    <a:pt x="232968" y="234861"/>
                  </a:lnTo>
                  <a:lnTo>
                    <a:pt x="232968" y="226580"/>
                  </a:lnTo>
                  <a:lnTo>
                    <a:pt x="246710" y="226580"/>
                  </a:lnTo>
                  <a:lnTo>
                    <a:pt x="246710" y="220992"/>
                  </a:lnTo>
                  <a:lnTo>
                    <a:pt x="232968" y="220992"/>
                  </a:lnTo>
                  <a:lnTo>
                    <a:pt x="232968" y="214160"/>
                  </a:lnTo>
                  <a:lnTo>
                    <a:pt x="247942" y="214160"/>
                  </a:lnTo>
                  <a:lnTo>
                    <a:pt x="247942" y="208457"/>
                  </a:lnTo>
                  <a:lnTo>
                    <a:pt x="227190" y="208457"/>
                  </a:lnTo>
                  <a:lnTo>
                    <a:pt x="227190" y="240639"/>
                  </a:lnTo>
                  <a:lnTo>
                    <a:pt x="248627" y="240639"/>
                  </a:lnTo>
                  <a:lnTo>
                    <a:pt x="248627" y="23486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3" name="Google Shape;2043;p16"/>
          <p:cNvGrpSpPr/>
          <p:nvPr/>
        </p:nvGrpSpPr>
        <p:grpSpPr>
          <a:xfrm>
            <a:off x="9644405" y="3347682"/>
            <a:ext cx="323989" cy="316750"/>
            <a:chOff x="9644405" y="3347682"/>
            <a:chExt cx="323989" cy="316750"/>
          </a:xfrm>
        </p:grpSpPr>
        <p:pic>
          <p:nvPicPr>
            <p:cNvPr id="2044" name="Google Shape;2044;p16"/>
            <p:cNvPicPr preferRelativeResize="0"/>
            <p:nvPr/>
          </p:nvPicPr>
          <p:blipFill rotWithShape="1">
            <a:blip r:embed="rId7">
              <a:alphaModFix/>
            </a:blip>
            <a:srcRect b="0" l="0" r="0" t="0"/>
            <a:stretch/>
          </p:blipFill>
          <p:spPr>
            <a:xfrm>
              <a:off x="9644405" y="3347682"/>
              <a:ext cx="323989" cy="316750"/>
            </a:xfrm>
            <a:prstGeom prst="rect">
              <a:avLst/>
            </a:prstGeom>
            <a:noFill/>
            <a:ln>
              <a:noFill/>
            </a:ln>
          </p:spPr>
        </p:pic>
        <p:sp>
          <p:nvSpPr>
            <p:cNvPr id="2045" name="Google Shape;2045;p16"/>
            <p:cNvSpPr/>
            <p:nvPr/>
          </p:nvSpPr>
          <p:spPr>
            <a:xfrm>
              <a:off x="9682836" y="3385654"/>
              <a:ext cx="248920" cy="240665"/>
            </a:xfrm>
            <a:custGeom>
              <a:rect b="b" l="l" r="r" t="t"/>
              <a:pathLst>
                <a:path extrusionOk="0" h="240664" w="248920">
                  <a:moveTo>
                    <a:pt x="23050" y="239826"/>
                  </a:moveTo>
                  <a:lnTo>
                    <a:pt x="21805" y="230581"/>
                  </a:lnTo>
                  <a:lnTo>
                    <a:pt x="21539" y="228904"/>
                  </a:lnTo>
                  <a:lnTo>
                    <a:pt x="21094" y="228015"/>
                  </a:lnTo>
                  <a:lnTo>
                    <a:pt x="20447" y="226707"/>
                  </a:lnTo>
                  <a:lnTo>
                    <a:pt x="19519" y="225869"/>
                  </a:lnTo>
                  <a:lnTo>
                    <a:pt x="18211" y="225259"/>
                  </a:lnTo>
                  <a:lnTo>
                    <a:pt x="19773" y="224650"/>
                  </a:lnTo>
                  <a:lnTo>
                    <a:pt x="20904" y="223608"/>
                  </a:lnTo>
                  <a:lnTo>
                    <a:pt x="21323" y="222694"/>
                  </a:lnTo>
                  <a:lnTo>
                    <a:pt x="22250" y="220662"/>
                  </a:lnTo>
                  <a:lnTo>
                    <a:pt x="22593" y="219151"/>
                  </a:lnTo>
                  <a:lnTo>
                    <a:pt x="22593" y="216357"/>
                  </a:lnTo>
                  <a:lnTo>
                    <a:pt x="22415" y="215226"/>
                  </a:lnTo>
                  <a:lnTo>
                    <a:pt x="21996" y="214045"/>
                  </a:lnTo>
                  <a:lnTo>
                    <a:pt x="21717" y="213245"/>
                  </a:lnTo>
                  <a:lnTo>
                    <a:pt x="16662" y="208724"/>
                  </a:lnTo>
                  <a:lnTo>
                    <a:pt x="16662" y="220345"/>
                  </a:lnTo>
                  <a:lnTo>
                    <a:pt x="16103" y="221551"/>
                  </a:lnTo>
                  <a:lnTo>
                    <a:pt x="14351" y="222516"/>
                  </a:lnTo>
                  <a:lnTo>
                    <a:pt x="13398" y="222694"/>
                  </a:lnTo>
                  <a:lnTo>
                    <a:pt x="5778" y="222694"/>
                  </a:lnTo>
                  <a:lnTo>
                    <a:pt x="5778" y="214045"/>
                  </a:lnTo>
                  <a:lnTo>
                    <a:pt x="13525" y="214045"/>
                  </a:lnTo>
                  <a:lnTo>
                    <a:pt x="14427" y="214223"/>
                  </a:lnTo>
                  <a:lnTo>
                    <a:pt x="16116" y="215277"/>
                  </a:lnTo>
                  <a:lnTo>
                    <a:pt x="16560" y="216357"/>
                  </a:lnTo>
                  <a:lnTo>
                    <a:pt x="16662" y="220345"/>
                  </a:lnTo>
                  <a:lnTo>
                    <a:pt x="16662" y="208724"/>
                  </a:lnTo>
                  <a:lnTo>
                    <a:pt x="15468" y="208495"/>
                  </a:lnTo>
                  <a:lnTo>
                    <a:pt x="13525" y="208457"/>
                  </a:lnTo>
                  <a:lnTo>
                    <a:pt x="0" y="208457"/>
                  </a:lnTo>
                  <a:lnTo>
                    <a:pt x="0" y="240639"/>
                  </a:lnTo>
                  <a:lnTo>
                    <a:pt x="5778" y="240639"/>
                  </a:lnTo>
                  <a:lnTo>
                    <a:pt x="5778" y="228015"/>
                  </a:lnTo>
                  <a:lnTo>
                    <a:pt x="13195" y="228015"/>
                  </a:lnTo>
                  <a:lnTo>
                    <a:pt x="14312" y="228358"/>
                  </a:lnTo>
                  <a:lnTo>
                    <a:pt x="15519" y="229730"/>
                  </a:lnTo>
                  <a:lnTo>
                    <a:pt x="15836" y="231089"/>
                  </a:lnTo>
                  <a:lnTo>
                    <a:pt x="15887" y="236474"/>
                  </a:lnTo>
                  <a:lnTo>
                    <a:pt x="15989" y="237998"/>
                  </a:lnTo>
                  <a:lnTo>
                    <a:pt x="16217" y="239344"/>
                  </a:lnTo>
                  <a:lnTo>
                    <a:pt x="16522" y="240639"/>
                  </a:lnTo>
                  <a:lnTo>
                    <a:pt x="23050" y="240639"/>
                  </a:lnTo>
                  <a:lnTo>
                    <a:pt x="23050" y="239826"/>
                  </a:lnTo>
                  <a:close/>
                </a:path>
                <a:path extrusionOk="0" h="240664" w="248920">
                  <a:moveTo>
                    <a:pt x="49885" y="234861"/>
                  </a:moveTo>
                  <a:lnTo>
                    <a:pt x="34213" y="234861"/>
                  </a:lnTo>
                  <a:lnTo>
                    <a:pt x="34213" y="226580"/>
                  </a:lnTo>
                  <a:lnTo>
                    <a:pt x="47955" y="226580"/>
                  </a:lnTo>
                  <a:lnTo>
                    <a:pt x="47955" y="220992"/>
                  </a:lnTo>
                  <a:lnTo>
                    <a:pt x="34213" y="220992"/>
                  </a:lnTo>
                  <a:lnTo>
                    <a:pt x="34213" y="214160"/>
                  </a:lnTo>
                  <a:lnTo>
                    <a:pt x="49187" y="214160"/>
                  </a:lnTo>
                  <a:lnTo>
                    <a:pt x="49187" y="208457"/>
                  </a:lnTo>
                  <a:lnTo>
                    <a:pt x="28435" y="208457"/>
                  </a:lnTo>
                  <a:lnTo>
                    <a:pt x="28435" y="240639"/>
                  </a:lnTo>
                  <a:lnTo>
                    <a:pt x="49885" y="240639"/>
                  </a:lnTo>
                  <a:lnTo>
                    <a:pt x="49885" y="234861"/>
                  </a:lnTo>
                  <a:close/>
                </a:path>
                <a:path extrusionOk="0" h="240664" w="248920">
                  <a:moveTo>
                    <a:pt x="77330" y="208457"/>
                  </a:moveTo>
                  <a:lnTo>
                    <a:pt x="71818" y="208457"/>
                  </a:lnTo>
                  <a:lnTo>
                    <a:pt x="71818" y="230898"/>
                  </a:lnTo>
                  <a:lnTo>
                    <a:pt x="60579" y="208457"/>
                  </a:lnTo>
                  <a:lnTo>
                    <a:pt x="54381" y="208457"/>
                  </a:lnTo>
                  <a:lnTo>
                    <a:pt x="54381" y="240639"/>
                  </a:lnTo>
                  <a:lnTo>
                    <a:pt x="59893" y="240639"/>
                  </a:lnTo>
                  <a:lnTo>
                    <a:pt x="59893" y="217805"/>
                  </a:lnTo>
                  <a:lnTo>
                    <a:pt x="71412" y="240639"/>
                  </a:lnTo>
                  <a:lnTo>
                    <a:pt x="77330" y="240639"/>
                  </a:lnTo>
                  <a:lnTo>
                    <a:pt x="77330" y="208457"/>
                  </a:lnTo>
                  <a:close/>
                </a:path>
                <a:path extrusionOk="0" h="240664" w="248920">
                  <a:moveTo>
                    <a:pt x="95326" y="144119"/>
                  </a:moveTo>
                  <a:lnTo>
                    <a:pt x="57797" y="144119"/>
                  </a:lnTo>
                  <a:lnTo>
                    <a:pt x="55206" y="140563"/>
                  </a:lnTo>
                  <a:lnTo>
                    <a:pt x="53251" y="136652"/>
                  </a:lnTo>
                  <a:lnTo>
                    <a:pt x="67640" y="113055"/>
                  </a:lnTo>
                  <a:lnTo>
                    <a:pt x="79298" y="119430"/>
                  </a:lnTo>
                  <a:lnTo>
                    <a:pt x="79298" y="65455"/>
                  </a:lnTo>
                  <a:lnTo>
                    <a:pt x="29908" y="92443"/>
                  </a:lnTo>
                  <a:lnTo>
                    <a:pt x="41567" y="98806"/>
                  </a:lnTo>
                  <a:lnTo>
                    <a:pt x="29133" y="119189"/>
                  </a:lnTo>
                  <a:lnTo>
                    <a:pt x="25311" y="127889"/>
                  </a:lnTo>
                  <a:lnTo>
                    <a:pt x="24041" y="136994"/>
                  </a:lnTo>
                  <a:lnTo>
                    <a:pt x="25311" y="146113"/>
                  </a:lnTo>
                  <a:lnTo>
                    <a:pt x="61722" y="172618"/>
                  </a:lnTo>
                  <a:lnTo>
                    <a:pt x="95326" y="172618"/>
                  </a:lnTo>
                  <a:lnTo>
                    <a:pt x="95326" y="144119"/>
                  </a:lnTo>
                  <a:close/>
                </a:path>
                <a:path extrusionOk="0" h="240664" w="248920">
                  <a:moveTo>
                    <a:pt x="104508" y="234861"/>
                  </a:moveTo>
                  <a:lnTo>
                    <a:pt x="88836" y="234861"/>
                  </a:lnTo>
                  <a:lnTo>
                    <a:pt x="88836" y="226580"/>
                  </a:lnTo>
                  <a:lnTo>
                    <a:pt x="102577" y="226580"/>
                  </a:lnTo>
                  <a:lnTo>
                    <a:pt x="102577" y="220992"/>
                  </a:lnTo>
                  <a:lnTo>
                    <a:pt x="88836" y="220992"/>
                  </a:lnTo>
                  <a:lnTo>
                    <a:pt x="88836" y="214160"/>
                  </a:lnTo>
                  <a:lnTo>
                    <a:pt x="103809" y="214160"/>
                  </a:lnTo>
                  <a:lnTo>
                    <a:pt x="103809" y="208457"/>
                  </a:lnTo>
                  <a:lnTo>
                    <a:pt x="83058" y="208457"/>
                  </a:lnTo>
                  <a:lnTo>
                    <a:pt x="83058" y="240639"/>
                  </a:lnTo>
                  <a:lnTo>
                    <a:pt x="104508" y="240639"/>
                  </a:lnTo>
                  <a:lnTo>
                    <a:pt x="104508" y="234861"/>
                  </a:lnTo>
                  <a:close/>
                </a:path>
                <a:path extrusionOk="0" h="240664" w="248920">
                  <a:moveTo>
                    <a:pt x="142646" y="208457"/>
                  </a:moveTo>
                  <a:lnTo>
                    <a:pt x="136626" y="208457"/>
                  </a:lnTo>
                  <a:lnTo>
                    <a:pt x="132854" y="227076"/>
                  </a:lnTo>
                  <a:lnTo>
                    <a:pt x="131978" y="232016"/>
                  </a:lnTo>
                  <a:lnTo>
                    <a:pt x="131114" y="226885"/>
                  </a:lnTo>
                  <a:lnTo>
                    <a:pt x="127762" y="208457"/>
                  </a:lnTo>
                  <a:lnTo>
                    <a:pt x="121513" y="208457"/>
                  </a:lnTo>
                  <a:lnTo>
                    <a:pt x="118325" y="226999"/>
                  </a:lnTo>
                  <a:lnTo>
                    <a:pt x="117513" y="232016"/>
                  </a:lnTo>
                  <a:lnTo>
                    <a:pt x="116687" y="226885"/>
                  </a:lnTo>
                  <a:lnTo>
                    <a:pt x="112953" y="208457"/>
                  </a:lnTo>
                  <a:lnTo>
                    <a:pt x="106680" y="208457"/>
                  </a:lnTo>
                  <a:lnTo>
                    <a:pt x="114706" y="240639"/>
                  </a:lnTo>
                  <a:lnTo>
                    <a:pt x="120192" y="240639"/>
                  </a:lnTo>
                  <a:lnTo>
                    <a:pt x="123609" y="221818"/>
                  </a:lnTo>
                  <a:lnTo>
                    <a:pt x="124612" y="215595"/>
                  </a:lnTo>
                  <a:lnTo>
                    <a:pt x="125603" y="221818"/>
                  </a:lnTo>
                  <a:lnTo>
                    <a:pt x="129032" y="240639"/>
                  </a:lnTo>
                  <a:lnTo>
                    <a:pt x="134683" y="240639"/>
                  </a:lnTo>
                  <a:lnTo>
                    <a:pt x="142646" y="208457"/>
                  </a:lnTo>
                  <a:close/>
                </a:path>
                <a:path extrusionOk="0" h="240664" w="248920">
                  <a:moveTo>
                    <a:pt x="154444" y="99707"/>
                  </a:moveTo>
                  <a:lnTo>
                    <a:pt x="154254" y="95770"/>
                  </a:lnTo>
                  <a:lnTo>
                    <a:pt x="154051" y="94589"/>
                  </a:lnTo>
                  <a:lnTo>
                    <a:pt x="152996" y="88366"/>
                  </a:lnTo>
                  <a:lnTo>
                    <a:pt x="151269" y="84264"/>
                  </a:lnTo>
                  <a:lnTo>
                    <a:pt x="149529" y="81978"/>
                  </a:lnTo>
                  <a:lnTo>
                    <a:pt x="148590" y="80746"/>
                  </a:lnTo>
                  <a:lnTo>
                    <a:pt x="145618" y="76720"/>
                  </a:lnTo>
                  <a:lnTo>
                    <a:pt x="141859" y="73799"/>
                  </a:lnTo>
                  <a:lnTo>
                    <a:pt x="136626" y="71666"/>
                  </a:lnTo>
                  <a:lnTo>
                    <a:pt x="136626" y="94589"/>
                  </a:lnTo>
                  <a:lnTo>
                    <a:pt x="107200" y="94589"/>
                  </a:lnTo>
                  <a:lnTo>
                    <a:pt x="107810" y="90703"/>
                  </a:lnTo>
                  <a:lnTo>
                    <a:pt x="109334" y="87642"/>
                  </a:lnTo>
                  <a:lnTo>
                    <a:pt x="114160" y="83108"/>
                  </a:lnTo>
                  <a:lnTo>
                    <a:pt x="117563" y="81978"/>
                  </a:lnTo>
                  <a:lnTo>
                    <a:pt x="125971" y="81978"/>
                  </a:lnTo>
                  <a:lnTo>
                    <a:pt x="129349" y="83045"/>
                  </a:lnTo>
                  <a:lnTo>
                    <a:pt x="134797" y="87325"/>
                  </a:lnTo>
                  <a:lnTo>
                    <a:pt x="136309" y="90462"/>
                  </a:lnTo>
                  <a:lnTo>
                    <a:pt x="136626" y="94589"/>
                  </a:lnTo>
                  <a:lnTo>
                    <a:pt x="136626" y="71666"/>
                  </a:lnTo>
                  <a:lnTo>
                    <a:pt x="132740" y="70078"/>
                  </a:lnTo>
                  <a:lnTo>
                    <a:pt x="127622" y="69151"/>
                  </a:lnTo>
                  <a:lnTo>
                    <a:pt x="112356" y="69151"/>
                  </a:lnTo>
                  <a:lnTo>
                    <a:pt x="104571" y="71894"/>
                  </a:lnTo>
                  <a:lnTo>
                    <a:pt x="92570" y="82892"/>
                  </a:lnTo>
                  <a:lnTo>
                    <a:pt x="89700" y="90462"/>
                  </a:lnTo>
                  <a:lnTo>
                    <a:pt x="89573" y="101104"/>
                  </a:lnTo>
                  <a:lnTo>
                    <a:pt x="90195" y="108775"/>
                  </a:lnTo>
                  <a:lnTo>
                    <a:pt x="113855" y="132245"/>
                  </a:lnTo>
                  <a:lnTo>
                    <a:pt x="122555" y="132245"/>
                  </a:lnTo>
                  <a:lnTo>
                    <a:pt x="153466" y="112814"/>
                  </a:lnTo>
                  <a:lnTo>
                    <a:pt x="136017" y="112814"/>
                  </a:lnTo>
                  <a:lnTo>
                    <a:pt x="135013" y="114566"/>
                  </a:lnTo>
                  <a:lnTo>
                    <a:pt x="133832" y="115925"/>
                  </a:lnTo>
                  <a:lnTo>
                    <a:pt x="130073" y="118732"/>
                  </a:lnTo>
                  <a:lnTo>
                    <a:pt x="126911" y="119634"/>
                  </a:lnTo>
                  <a:lnTo>
                    <a:pt x="119354" y="119634"/>
                  </a:lnTo>
                  <a:lnTo>
                    <a:pt x="116217" y="118897"/>
                  </a:lnTo>
                  <a:lnTo>
                    <a:pt x="113614" y="117398"/>
                  </a:lnTo>
                  <a:lnTo>
                    <a:pt x="109321" y="114998"/>
                  </a:lnTo>
                  <a:lnTo>
                    <a:pt x="107035" y="110820"/>
                  </a:lnTo>
                  <a:lnTo>
                    <a:pt x="106781" y="104851"/>
                  </a:lnTo>
                  <a:lnTo>
                    <a:pt x="154355" y="104851"/>
                  </a:lnTo>
                  <a:lnTo>
                    <a:pt x="154444" y="99707"/>
                  </a:lnTo>
                  <a:close/>
                </a:path>
                <a:path extrusionOk="0" h="240664" w="248920">
                  <a:moveTo>
                    <a:pt x="171005" y="240639"/>
                  </a:moveTo>
                  <a:lnTo>
                    <a:pt x="168948" y="234022"/>
                  </a:lnTo>
                  <a:lnTo>
                    <a:pt x="167220" y="228473"/>
                  </a:lnTo>
                  <a:lnTo>
                    <a:pt x="163271" y="215811"/>
                  </a:lnTo>
                  <a:lnTo>
                    <a:pt x="161163" y="209042"/>
                  </a:lnTo>
                  <a:lnTo>
                    <a:pt x="161163" y="228473"/>
                  </a:lnTo>
                  <a:lnTo>
                    <a:pt x="153911" y="228473"/>
                  </a:lnTo>
                  <a:lnTo>
                    <a:pt x="157581" y="215811"/>
                  </a:lnTo>
                  <a:lnTo>
                    <a:pt x="161163" y="228473"/>
                  </a:lnTo>
                  <a:lnTo>
                    <a:pt x="161163" y="209042"/>
                  </a:lnTo>
                  <a:lnTo>
                    <a:pt x="160985" y="208457"/>
                  </a:lnTo>
                  <a:lnTo>
                    <a:pt x="154305" y="208457"/>
                  </a:lnTo>
                  <a:lnTo>
                    <a:pt x="144208" y="240639"/>
                  </a:lnTo>
                  <a:lnTo>
                    <a:pt x="150380" y="240639"/>
                  </a:lnTo>
                  <a:lnTo>
                    <a:pt x="152311" y="234022"/>
                  </a:lnTo>
                  <a:lnTo>
                    <a:pt x="162725" y="234022"/>
                  </a:lnTo>
                  <a:lnTo>
                    <a:pt x="164592" y="240639"/>
                  </a:lnTo>
                  <a:lnTo>
                    <a:pt x="171005" y="240639"/>
                  </a:lnTo>
                  <a:close/>
                </a:path>
                <a:path extrusionOk="0" h="240664" w="248920">
                  <a:moveTo>
                    <a:pt x="180454" y="32169"/>
                  </a:moveTo>
                  <a:lnTo>
                    <a:pt x="168783" y="38544"/>
                  </a:lnTo>
                  <a:lnTo>
                    <a:pt x="156146" y="17818"/>
                  </a:lnTo>
                  <a:lnTo>
                    <a:pt x="150101" y="10325"/>
                  </a:lnTo>
                  <a:lnTo>
                    <a:pt x="142405" y="4724"/>
                  </a:lnTo>
                  <a:lnTo>
                    <a:pt x="133426" y="1219"/>
                  </a:lnTo>
                  <a:lnTo>
                    <a:pt x="123558" y="0"/>
                  </a:lnTo>
                  <a:lnTo>
                    <a:pt x="113690" y="1219"/>
                  </a:lnTo>
                  <a:lnTo>
                    <a:pt x="104711" y="4724"/>
                  </a:lnTo>
                  <a:lnTo>
                    <a:pt x="97028" y="10325"/>
                  </a:lnTo>
                  <a:lnTo>
                    <a:pt x="90970" y="17818"/>
                  </a:lnTo>
                  <a:lnTo>
                    <a:pt x="74688" y="44513"/>
                  </a:lnTo>
                  <a:lnTo>
                    <a:pt x="100749" y="58762"/>
                  </a:lnTo>
                  <a:lnTo>
                    <a:pt x="118999" y="28841"/>
                  </a:lnTo>
                  <a:lnTo>
                    <a:pt x="123558" y="28498"/>
                  </a:lnTo>
                  <a:lnTo>
                    <a:pt x="128117" y="28841"/>
                  </a:lnTo>
                  <a:lnTo>
                    <a:pt x="142722" y="52793"/>
                  </a:lnTo>
                  <a:lnTo>
                    <a:pt x="131064" y="59156"/>
                  </a:lnTo>
                  <a:lnTo>
                    <a:pt x="180441" y="86144"/>
                  </a:lnTo>
                  <a:lnTo>
                    <a:pt x="180454" y="32169"/>
                  </a:lnTo>
                  <a:close/>
                </a:path>
                <a:path extrusionOk="0" h="240664" w="248920">
                  <a:moveTo>
                    <a:pt x="197929" y="232841"/>
                  </a:moveTo>
                  <a:lnTo>
                    <a:pt x="197853" y="228803"/>
                  </a:lnTo>
                  <a:lnTo>
                    <a:pt x="197561" y="227507"/>
                  </a:lnTo>
                  <a:lnTo>
                    <a:pt x="196964" y="226466"/>
                  </a:lnTo>
                  <a:lnTo>
                    <a:pt x="196088" y="224917"/>
                  </a:lnTo>
                  <a:lnTo>
                    <a:pt x="194995" y="223977"/>
                  </a:lnTo>
                  <a:lnTo>
                    <a:pt x="193548" y="223367"/>
                  </a:lnTo>
                  <a:lnTo>
                    <a:pt x="194500" y="222808"/>
                  </a:lnTo>
                  <a:lnTo>
                    <a:pt x="195224" y="222199"/>
                  </a:lnTo>
                  <a:lnTo>
                    <a:pt x="195986" y="221145"/>
                  </a:lnTo>
                  <a:lnTo>
                    <a:pt x="196583" y="220345"/>
                  </a:lnTo>
                  <a:lnTo>
                    <a:pt x="196977" y="218871"/>
                  </a:lnTo>
                  <a:lnTo>
                    <a:pt x="196926" y="214553"/>
                  </a:lnTo>
                  <a:lnTo>
                    <a:pt x="196799" y="214045"/>
                  </a:lnTo>
                  <a:lnTo>
                    <a:pt x="196596" y="213245"/>
                  </a:lnTo>
                  <a:lnTo>
                    <a:pt x="194284" y="209664"/>
                  </a:lnTo>
                  <a:lnTo>
                    <a:pt x="191947" y="208559"/>
                  </a:lnTo>
                  <a:lnTo>
                    <a:pt x="191947" y="228803"/>
                  </a:lnTo>
                  <a:lnTo>
                    <a:pt x="191947" y="232448"/>
                  </a:lnTo>
                  <a:lnTo>
                    <a:pt x="191338" y="233781"/>
                  </a:lnTo>
                  <a:lnTo>
                    <a:pt x="189407" y="234861"/>
                  </a:lnTo>
                  <a:lnTo>
                    <a:pt x="188455" y="235051"/>
                  </a:lnTo>
                  <a:lnTo>
                    <a:pt x="180352" y="235051"/>
                  </a:lnTo>
                  <a:lnTo>
                    <a:pt x="180352" y="226466"/>
                  </a:lnTo>
                  <a:lnTo>
                    <a:pt x="187325" y="226466"/>
                  </a:lnTo>
                  <a:lnTo>
                    <a:pt x="188531" y="226479"/>
                  </a:lnTo>
                  <a:lnTo>
                    <a:pt x="189484" y="226669"/>
                  </a:lnTo>
                  <a:lnTo>
                    <a:pt x="191350" y="227634"/>
                  </a:lnTo>
                  <a:lnTo>
                    <a:pt x="191947" y="228803"/>
                  </a:lnTo>
                  <a:lnTo>
                    <a:pt x="191947" y="208559"/>
                  </a:lnTo>
                  <a:lnTo>
                    <a:pt x="191376" y="208508"/>
                  </a:lnTo>
                  <a:lnTo>
                    <a:pt x="191376" y="216027"/>
                  </a:lnTo>
                  <a:lnTo>
                    <a:pt x="191376" y="218871"/>
                  </a:lnTo>
                  <a:lnTo>
                    <a:pt x="190995" y="219811"/>
                  </a:lnTo>
                  <a:lnTo>
                    <a:pt x="189458" y="220878"/>
                  </a:lnTo>
                  <a:lnTo>
                    <a:pt x="188468" y="221145"/>
                  </a:lnTo>
                  <a:lnTo>
                    <a:pt x="180352" y="221145"/>
                  </a:lnTo>
                  <a:lnTo>
                    <a:pt x="180352" y="214045"/>
                  </a:lnTo>
                  <a:lnTo>
                    <a:pt x="187871" y="214045"/>
                  </a:lnTo>
                  <a:lnTo>
                    <a:pt x="188988" y="214210"/>
                  </a:lnTo>
                  <a:lnTo>
                    <a:pt x="189852" y="214553"/>
                  </a:lnTo>
                  <a:lnTo>
                    <a:pt x="190868" y="215036"/>
                  </a:lnTo>
                  <a:lnTo>
                    <a:pt x="191376" y="216027"/>
                  </a:lnTo>
                  <a:lnTo>
                    <a:pt x="191376" y="208508"/>
                  </a:lnTo>
                  <a:lnTo>
                    <a:pt x="188391" y="208457"/>
                  </a:lnTo>
                  <a:lnTo>
                    <a:pt x="174713" y="208457"/>
                  </a:lnTo>
                  <a:lnTo>
                    <a:pt x="174713" y="240639"/>
                  </a:lnTo>
                  <a:lnTo>
                    <a:pt x="188899" y="240639"/>
                  </a:lnTo>
                  <a:lnTo>
                    <a:pt x="196659" y="236054"/>
                  </a:lnTo>
                  <a:lnTo>
                    <a:pt x="197218" y="235051"/>
                  </a:lnTo>
                  <a:lnTo>
                    <a:pt x="197510" y="234543"/>
                  </a:lnTo>
                  <a:lnTo>
                    <a:pt x="197929" y="232841"/>
                  </a:lnTo>
                  <a:close/>
                </a:path>
                <a:path extrusionOk="0" h="240664" w="248920">
                  <a:moveTo>
                    <a:pt x="223050" y="234861"/>
                  </a:moveTo>
                  <a:lnTo>
                    <a:pt x="208915" y="234861"/>
                  </a:lnTo>
                  <a:lnTo>
                    <a:pt x="208915" y="208457"/>
                  </a:lnTo>
                  <a:lnTo>
                    <a:pt x="203009" y="208457"/>
                  </a:lnTo>
                  <a:lnTo>
                    <a:pt x="203009" y="240639"/>
                  </a:lnTo>
                  <a:lnTo>
                    <a:pt x="223050" y="240639"/>
                  </a:lnTo>
                  <a:lnTo>
                    <a:pt x="223050" y="234861"/>
                  </a:lnTo>
                  <a:close/>
                </a:path>
                <a:path extrusionOk="0" h="240664" w="248920">
                  <a:moveTo>
                    <a:pt x="223075" y="136994"/>
                  </a:moveTo>
                  <a:lnTo>
                    <a:pt x="221805" y="127889"/>
                  </a:lnTo>
                  <a:lnTo>
                    <a:pt x="217982" y="119189"/>
                  </a:lnTo>
                  <a:lnTo>
                    <a:pt x="202196" y="93306"/>
                  </a:lnTo>
                  <a:lnTo>
                    <a:pt x="176123" y="107556"/>
                  </a:lnTo>
                  <a:lnTo>
                    <a:pt x="193878" y="136652"/>
                  </a:lnTo>
                  <a:lnTo>
                    <a:pt x="191262" y="141630"/>
                  </a:lnTo>
                  <a:lnTo>
                    <a:pt x="189318" y="144119"/>
                  </a:lnTo>
                  <a:lnTo>
                    <a:pt x="161302" y="144119"/>
                  </a:lnTo>
                  <a:lnTo>
                    <a:pt x="161302" y="131381"/>
                  </a:lnTo>
                  <a:lnTo>
                    <a:pt x="111925" y="158369"/>
                  </a:lnTo>
                  <a:lnTo>
                    <a:pt x="161302" y="185356"/>
                  </a:lnTo>
                  <a:lnTo>
                    <a:pt x="161302" y="172605"/>
                  </a:lnTo>
                  <a:lnTo>
                    <a:pt x="185394" y="172605"/>
                  </a:lnTo>
                  <a:lnTo>
                    <a:pt x="221805" y="146100"/>
                  </a:lnTo>
                  <a:lnTo>
                    <a:pt x="223075" y="136994"/>
                  </a:lnTo>
                  <a:close/>
                </a:path>
                <a:path extrusionOk="0" h="240664" w="248920">
                  <a:moveTo>
                    <a:pt x="248627" y="234861"/>
                  </a:moveTo>
                  <a:lnTo>
                    <a:pt x="232968" y="234861"/>
                  </a:lnTo>
                  <a:lnTo>
                    <a:pt x="232968" y="226580"/>
                  </a:lnTo>
                  <a:lnTo>
                    <a:pt x="246710" y="226580"/>
                  </a:lnTo>
                  <a:lnTo>
                    <a:pt x="246710" y="220992"/>
                  </a:lnTo>
                  <a:lnTo>
                    <a:pt x="232968" y="220992"/>
                  </a:lnTo>
                  <a:lnTo>
                    <a:pt x="232968" y="214160"/>
                  </a:lnTo>
                  <a:lnTo>
                    <a:pt x="247942" y="214160"/>
                  </a:lnTo>
                  <a:lnTo>
                    <a:pt x="247942" y="208457"/>
                  </a:lnTo>
                  <a:lnTo>
                    <a:pt x="227190" y="208457"/>
                  </a:lnTo>
                  <a:lnTo>
                    <a:pt x="227190" y="240639"/>
                  </a:lnTo>
                  <a:lnTo>
                    <a:pt x="248627" y="240639"/>
                  </a:lnTo>
                  <a:lnTo>
                    <a:pt x="248627" y="23486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6" name="Google Shape;2046;p16"/>
          <p:cNvGrpSpPr/>
          <p:nvPr/>
        </p:nvGrpSpPr>
        <p:grpSpPr>
          <a:xfrm>
            <a:off x="9644404" y="4579886"/>
            <a:ext cx="323989" cy="316750"/>
            <a:chOff x="9644404" y="4579886"/>
            <a:chExt cx="323989" cy="316750"/>
          </a:xfrm>
        </p:grpSpPr>
        <p:pic>
          <p:nvPicPr>
            <p:cNvPr id="2047" name="Google Shape;2047;p16"/>
            <p:cNvPicPr preferRelativeResize="0"/>
            <p:nvPr/>
          </p:nvPicPr>
          <p:blipFill rotWithShape="1">
            <a:blip r:embed="rId8">
              <a:alphaModFix/>
            </a:blip>
            <a:srcRect b="0" l="0" r="0" t="0"/>
            <a:stretch/>
          </p:blipFill>
          <p:spPr>
            <a:xfrm>
              <a:off x="9644404" y="4579886"/>
              <a:ext cx="323989" cy="316750"/>
            </a:xfrm>
            <a:prstGeom prst="rect">
              <a:avLst/>
            </a:prstGeom>
            <a:noFill/>
            <a:ln>
              <a:noFill/>
            </a:ln>
          </p:spPr>
        </p:pic>
        <p:sp>
          <p:nvSpPr>
            <p:cNvPr id="2048" name="Google Shape;2048;p16"/>
            <p:cNvSpPr/>
            <p:nvPr/>
          </p:nvSpPr>
          <p:spPr>
            <a:xfrm>
              <a:off x="9682835" y="4617872"/>
              <a:ext cx="248920" cy="240665"/>
            </a:xfrm>
            <a:custGeom>
              <a:rect b="b" l="l" r="r" t="t"/>
              <a:pathLst>
                <a:path extrusionOk="0" h="240664" w="248920">
                  <a:moveTo>
                    <a:pt x="23050" y="239814"/>
                  </a:moveTo>
                  <a:lnTo>
                    <a:pt x="21805" y="230568"/>
                  </a:lnTo>
                  <a:lnTo>
                    <a:pt x="21539" y="228892"/>
                  </a:lnTo>
                  <a:lnTo>
                    <a:pt x="21094" y="228003"/>
                  </a:lnTo>
                  <a:lnTo>
                    <a:pt x="20447" y="226695"/>
                  </a:lnTo>
                  <a:lnTo>
                    <a:pt x="19519" y="225856"/>
                  </a:lnTo>
                  <a:lnTo>
                    <a:pt x="18211" y="225247"/>
                  </a:lnTo>
                  <a:lnTo>
                    <a:pt x="19773" y="224637"/>
                  </a:lnTo>
                  <a:lnTo>
                    <a:pt x="20904" y="223596"/>
                  </a:lnTo>
                  <a:lnTo>
                    <a:pt x="21323" y="222681"/>
                  </a:lnTo>
                  <a:lnTo>
                    <a:pt x="22250" y="220649"/>
                  </a:lnTo>
                  <a:lnTo>
                    <a:pt x="22593" y="219138"/>
                  </a:lnTo>
                  <a:lnTo>
                    <a:pt x="22593" y="216344"/>
                  </a:lnTo>
                  <a:lnTo>
                    <a:pt x="22415" y="215214"/>
                  </a:lnTo>
                  <a:lnTo>
                    <a:pt x="21996" y="214033"/>
                  </a:lnTo>
                  <a:lnTo>
                    <a:pt x="21717" y="213233"/>
                  </a:lnTo>
                  <a:lnTo>
                    <a:pt x="16662" y="208711"/>
                  </a:lnTo>
                  <a:lnTo>
                    <a:pt x="16662" y="220332"/>
                  </a:lnTo>
                  <a:lnTo>
                    <a:pt x="16103" y="221538"/>
                  </a:lnTo>
                  <a:lnTo>
                    <a:pt x="14351" y="222504"/>
                  </a:lnTo>
                  <a:lnTo>
                    <a:pt x="13398" y="222681"/>
                  </a:lnTo>
                  <a:lnTo>
                    <a:pt x="5778" y="222681"/>
                  </a:lnTo>
                  <a:lnTo>
                    <a:pt x="5778" y="214033"/>
                  </a:lnTo>
                  <a:lnTo>
                    <a:pt x="13525" y="214033"/>
                  </a:lnTo>
                  <a:lnTo>
                    <a:pt x="14427" y="214210"/>
                  </a:lnTo>
                  <a:lnTo>
                    <a:pt x="16116" y="215265"/>
                  </a:lnTo>
                  <a:lnTo>
                    <a:pt x="16560" y="216344"/>
                  </a:lnTo>
                  <a:lnTo>
                    <a:pt x="16662" y="220332"/>
                  </a:lnTo>
                  <a:lnTo>
                    <a:pt x="16662" y="208711"/>
                  </a:lnTo>
                  <a:lnTo>
                    <a:pt x="15468" y="208483"/>
                  </a:lnTo>
                  <a:lnTo>
                    <a:pt x="13525" y="208445"/>
                  </a:lnTo>
                  <a:lnTo>
                    <a:pt x="0" y="208445"/>
                  </a:lnTo>
                  <a:lnTo>
                    <a:pt x="0" y="240626"/>
                  </a:lnTo>
                  <a:lnTo>
                    <a:pt x="5778" y="240626"/>
                  </a:lnTo>
                  <a:lnTo>
                    <a:pt x="5778" y="228003"/>
                  </a:lnTo>
                  <a:lnTo>
                    <a:pt x="13195" y="228003"/>
                  </a:lnTo>
                  <a:lnTo>
                    <a:pt x="14312" y="228346"/>
                  </a:lnTo>
                  <a:lnTo>
                    <a:pt x="15519" y="229717"/>
                  </a:lnTo>
                  <a:lnTo>
                    <a:pt x="15836" y="231076"/>
                  </a:lnTo>
                  <a:lnTo>
                    <a:pt x="15887" y="236461"/>
                  </a:lnTo>
                  <a:lnTo>
                    <a:pt x="15989" y="237985"/>
                  </a:lnTo>
                  <a:lnTo>
                    <a:pt x="16217" y="239331"/>
                  </a:lnTo>
                  <a:lnTo>
                    <a:pt x="16522" y="240626"/>
                  </a:lnTo>
                  <a:lnTo>
                    <a:pt x="23050" y="240626"/>
                  </a:lnTo>
                  <a:lnTo>
                    <a:pt x="23050" y="239814"/>
                  </a:lnTo>
                  <a:close/>
                </a:path>
                <a:path extrusionOk="0" h="240664" w="248920">
                  <a:moveTo>
                    <a:pt x="49885" y="234835"/>
                  </a:moveTo>
                  <a:lnTo>
                    <a:pt x="34213" y="234835"/>
                  </a:lnTo>
                  <a:lnTo>
                    <a:pt x="34213" y="226555"/>
                  </a:lnTo>
                  <a:lnTo>
                    <a:pt x="47955" y="226555"/>
                  </a:lnTo>
                  <a:lnTo>
                    <a:pt x="47955" y="220967"/>
                  </a:lnTo>
                  <a:lnTo>
                    <a:pt x="34213" y="220967"/>
                  </a:lnTo>
                  <a:lnTo>
                    <a:pt x="34213" y="214134"/>
                  </a:lnTo>
                  <a:lnTo>
                    <a:pt x="49187" y="214134"/>
                  </a:lnTo>
                  <a:lnTo>
                    <a:pt x="49187" y="208432"/>
                  </a:lnTo>
                  <a:lnTo>
                    <a:pt x="28435" y="208432"/>
                  </a:lnTo>
                  <a:lnTo>
                    <a:pt x="28435" y="240614"/>
                  </a:lnTo>
                  <a:lnTo>
                    <a:pt x="49885" y="240614"/>
                  </a:lnTo>
                  <a:lnTo>
                    <a:pt x="49885" y="234835"/>
                  </a:lnTo>
                  <a:close/>
                </a:path>
                <a:path extrusionOk="0" h="240664" w="248920">
                  <a:moveTo>
                    <a:pt x="77330" y="208445"/>
                  </a:moveTo>
                  <a:lnTo>
                    <a:pt x="71818" y="208445"/>
                  </a:lnTo>
                  <a:lnTo>
                    <a:pt x="71818" y="230886"/>
                  </a:lnTo>
                  <a:lnTo>
                    <a:pt x="60579" y="208445"/>
                  </a:lnTo>
                  <a:lnTo>
                    <a:pt x="54381" y="208445"/>
                  </a:lnTo>
                  <a:lnTo>
                    <a:pt x="54381" y="240626"/>
                  </a:lnTo>
                  <a:lnTo>
                    <a:pt x="59893" y="240626"/>
                  </a:lnTo>
                  <a:lnTo>
                    <a:pt x="59893" y="217792"/>
                  </a:lnTo>
                  <a:lnTo>
                    <a:pt x="71412" y="240626"/>
                  </a:lnTo>
                  <a:lnTo>
                    <a:pt x="77330" y="240626"/>
                  </a:lnTo>
                  <a:lnTo>
                    <a:pt x="77330" y="208445"/>
                  </a:lnTo>
                  <a:close/>
                </a:path>
                <a:path extrusionOk="0" h="240664" w="248920">
                  <a:moveTo>
                    <a:pt x="95326" y="144106"/>
                  </a:moveTo>
                  <a:lnTo>
                    <a:pt x="57797" y="144106"/>
                  </a:lnTo>
                  <a:lnTo>
                    <a:pt x="55206" y="140550"/>
                  </a:lnTo>
                  <a:lnTo>
                    <a:pt x="54546" y="139484"/>
                  </a:lnTo>
                  <a:lnTo>
                    <a:pt x="53251" y="136639"/>
                  </a:lnTo>
                  <a:lnTo>
                    <a:pt x="67640" y="113042"/>
                  </a:lnTo>
                  <a:lnTo>
                    <a:pt x="79298" y="119418"/>
                  </a:lnTo>
                  <a:lnTo>
                    <a:pt x="79298" y="65443"/>
                  </a:lnTo>
                  <a:lnTo>
                    <a:pt x="29908" y="92417"/>
                  </a:lnTo>
                  <a:lnTo>
                    <a:pt x="41567" y="98793"/>
                  </a:lnTo>
                  <a:lnTo>
                    <a:pt x="29133" y="119176"/>
                  </a:lnTo>
                  <a:lnTo>
                    <a:pt x="25311" y="127876"/>
                  </a:lnTo>
                  <a:lnTo>
                    <a:pt x="24041" y="136982"/>
                  </a:lnTo>
                  <a:lnTo>
                    <a:pt x="25311" y="146088"/>
                  </a:lnTo>
                  <a:lnTo>
                    <a:pt x="61722" y="172605"/>
                  </a:lnTo>
                  <a:lnTo>
                    <a:pt x="95326" y="172605"/>
                  </a:lnTo>
                  <a:lnTo>
                    <a:pt x="95326" y="144106"/>
                  </a:lnTo>
                  <a:close/>
                </a:path>
                <a:path extrusionOk="0" h="240664" w="248920">
                  <a:moveTo>
                    <a:pt x="104508" y="234835"/>
                  </a:moveTo>
                  <a:lnTo>
                    <a:pt x="88836" y="234835"/>
                  </a:lnTo>
                  <a:lnTo>
                    <a:pt x="88836" y="226555"/>
                  </a:lnTo>
                  <a:lnTo>
                    <a:pt x="102577" y="226555"/>
                  </a:lnTo>
                  <a:lnTo>
                    <a:pt x="102577" y="220967"/>
                  </a:lnTo>
                  <a:lnTo>
                    <a:pt x="88836" y="220967"/>
                  </a:lnTo>
                  <a:lnTo>
                    <a:pt x="88836" y="214134"/>
                  </a:lnTo>
                  <a:lnTo>
                    <a:pt x="103809" y="214134"/>
                  </a:lnTo>
                  <a:lnTo>
                    <a:pt x="103809" y="208432"/>
                  </a:lnTo>
                  <a:lnTo>
                    <a:pt x="83058" y="208432"/>
                  </a:lnTo>
                  <a:lnTo>
                    <a:pt x="83058" y="240614"/>
                  </a:lnTo>
                  <a:lnTo>
                    <a:pt x="104508" y="240614"/>
                  </a:lnTo>
                  <a:lnTo>
                    <a:pt x="104508" y="234835"/>
                  </a:lnTo>
                  <a:close/>
                </a:path>
                <a:path extrusionOk="0" h="240664" w="248920">
                  <a:moveTo>
                    <a:pt x="142646" y="208445"/>
                  </a:moveTo>
                  <a:lnTo>
                    <a:pt x="136626" y="208445"/>
                  </a:lnTo>
                  <a:lnTo>
                    <a:pt x="132854" y="227063"/>
                  </a:lnTo>
                  <a:lnTo>
                    <a:pt x="131978" y="232003"/>
                  </a:lnTo>
                  <a:lnTo>
                    <a:pt x="131114" y="226872"/>
                  </a:lnTo>
                  <a:lnTo>
                    <a:pt x="127762" y="208445"/>
                  </a:lnTo>
                  <a:lnTo>
                    <a:pt x="121513" y="208445"/>
                  </a:lnTo>
                  <a:lnTo>
                    <a:pt x="118325" y="226987"/>
                  </a:lnTo>
                  <a:lnTo>
                    <a:pt x="117513" y="232003"/>
                  </a:lnTo>
                  <a:lnTo>
                    <a:pt x="116687" y="226872"/>
                  </a:lnTo>
                  <a:lnTo>
                    <a:pt x="112953" y="208445"/>
                  </a:lnTo>
                  <a:lnTo>
                    <a:pt x="106680" y="208445"/>
                  </a:lnTo>
                  <a:lnTo>
                    <a:pt x="114706" y="240626"/>
                  </a:lnTo>
                  <a:lnTo>
                    <a:pt x="120192" y="240626"/>
                  </a:lnTo>
                  <a:lnTo>
                    <a:pt x="123609" y="221805"/>
                  </a:lnTo>
                  <a:lnTo>
                    <a:pt x="124612" y="215582"/>
                  </a:lnTo>
                  <a:lnTo>
                    <a:pt x="125603" y="221805"/>
                  </a:lnTo>
                  <a:lnTo>
                    <a:pt x="129032" y="240626"/>
                  </a:lnTo>
                  <a:lnTo>
                    <a:pt x="134683" y="240626"/>
                  </a:lnTo>
                  <a:lnTo>
                    <a:pt x="142646" y="208445"/>
                  </a:lnTo>
                  <a:close/>
                </a:path>
                <a:path extrusionOk="0" h="240664" w="248920">
                  <a:moveTo>
                    <a:pt x="154444" y="99682"/>
                  </a:moveTo>
                  <a:lnTo>
                    <a:pt x="154254" y="95745"/>
                  </a:lnTo>
                  <a:lnTo>
                    <a:pt x="154051" y="94564"/>
                  </a:lnTo>
                  <a:lnTo>
                    <a:pt x="152996" y="88341"/>
                  </a:lnTo>
                  <a:lnTo>
                    <a:pt x="151269" y="84239"/>
                  </a:lnTo>
                  <a:lnTo>
                    <a:pt x="149529" y="81953"/>
                  </a:lnTo>
                  <a:lnTo>
                    <a:pt x="148590" y="80721"/>
                  </a:lnTo>
                  <a:lnTo>
                    <a:pt x="145618" y="76695"/>
                  </a:lnTo>
                  <a:lnTo>
                    <a:pt x="141859" y="73774"/>
                  </a:lnTo>
                  <a:lnTo>
                    <a:pt x="136626" y="71640"/>
                  </a:lnTo>
                  <a:lnTo>
                    <a:pt x="136626" y="94564"/>
                  </a:lnTo>
                  <a:lnTo>
                    <a:pt x="107200" y="94564"/>
                  </a:lnTo>
                  <a:lnTo>
                    <a:pt x="107810" y="90678"/>
                  </a:lnTo>
                  <a:lnTo>
                    <a:pt x="109334" y="87617"/>
                  </a:lnTo>
                  <a:lnTo>
                    <a:pt x="114160" y="83083"/>
                  </a:lnTo>
                  <a:lnTo>
                    <a:pt x="117563" y="81953"/>
                  </a:lnTo>
                  <a:lnTo>
                    <a:pt x="125971" y="81953"/>
                  </a:lnTo>
                  <a:lnTo>
                    <a:pt x="129349" y="83019"/>
                  </a:lnTo>
                  <a:lnTo>
                    <a:pt x="134797" y="87299"/>
                  </a:lnTo>
                  <a:lnTo>
                    <a:pt x="136309" y="90436"/>
                  </a:lnTo>
                  <a:lnTo>
                    <a:pt x="136626" y="94564"/>
                  </a:lnTo>
                  <a:lnTo>
                    <a:pt x="136626" y="71640"/>
                  </a:lnTo>
                  <a:lnTo>
                    <a:pt x="132740" y="70053"/>
                  </a:lnTo>
                  <a:lnTo>
                    <a:pt x="127622" y="69126"/>
                  </a:lnTo>
                  <a:lnTo>
                    <a:pt x="112356" y="69126"/>
                  </a:lnTo>
                  <a:lnTo>
                    <a:pt x="104571" y="71869"/>
                  </a:lnTo>
                  <a:lnTo>
                    <a:pt x="92570" y="82867"/>
                  </a:lnTo>
                  <a:lnTo>
                    <a:pt x="89700" y="90436"/>
                  </a:lnTo>
                  <a:lnTo>
                    <a:pt x="89573" y="101079"/>
                  </a:lnTo>
                  <a:lnTo>
                    <a:pt x="90195" y="108762"/>
                  </a:lnTo>
                  <a:lnTo>
                    <a:pt x="113855" y="132219"/>
                  </a:lnTo>
                  <a:lnTo>
                    <a:pt x="122555" y="132219"/>
                  </a:lnTo>
                  <a:lnTo>
                    <a:pt x="153466" y="112788"/>
                  </a:lnTo>
                  <a:lnTo>
                    <a:pt x="136017" y="112788"/>
                  </a:lnTo>
                  <a:lnTo>
                    <a:pt x="135013" y="114541"/>
                  </a:lnTo>
                  <a:lnTo>
                    <a:pt x="133832" y="115900"/>
                  </a:lnTo>
                  <a:lnTo>
                    <a:pt x="130073" y="118706"/>
                  </a:lnTo>
                  <a:lnTo>
                    <a:pt x="126911" y="119608"/>
                  </a:lnTo>
                  <a:lnTo>
                    <a:pt x="119354" y="119608"/>
                  </a:lnTo>
                  <a:lnTo>
                    <a:pt x="116217" y="118872"/>
                  </a:lnTo>
                  <a:lnTo>
                    <a:pt x="113614" y="117373"/>
                  </a:lnTo>
                  <a:lnTo>
                    <a:pt x="109321" y="114973"/>
                  </a:lnTo>
                  <a:lnTo>
                    <a:pt x="107035" y="110794"/>
                  </a:lnTo>
                  <a:lnTo>
                    <a:pt x="106781" y="104825"/>
                  </a:lnTo>
                  <a:lnTo>
                    <a:pt x="154355" y="104825"/>
                  </a:lnTo>
                  <a:lnTo>
                    <a:pt x="154444" y="99682"/>
                  </a:lnTo>
                  <a:close/>
                </a:path>
                <a:path extrusionOk="0" h="240664" w="248920">
                  <a:moveTo>
                    <a:pt x="171005" y="240626"/>
                  </a:moveTo>
                  <a:lnTo>
                    <a:pt x="168948" y="234010"/>
                  </a:lnTo>
                  <a:lnTo>
                    <a:pt x="167220" y="228460"/>
                  </a:lnTo>
                  <a:lnTo>
                    <a:pt x="163271" y="215798"/>
                  </a:lnTo>
                  <a:lnTo>
                    <a:pt x="161163" y="209029"/>
                  </a:lnTo>
                  <a:lnTo>
                    <a:pt x="161163" y="228460"/>
                  </a:lnTo>
                  <a:lnTo>
                    <a:pt x="153911" y="228460"/>
                  </a:lnTo>
                  <a:lnTo>
                    <a:pt x="157581" y="215798"/>
                  </a:lnTo>
                  <a:lnTo>
                    <a:pt x="161163" y="228460"/>
                  </a:lnTo>
                  <a:lnTo>
                    <a:pt x="161163" y="209029"/>
                  </a:lnTo>
                  <a:lnTo>
                    <a:pt x="160985" y="208445"/>
                  </a:lnTo>
                  <a:lnTo>
                    <a:pt x="154305" y="208445"/>
                  </a:lnTo>
                  <a:lnTo>
                    <a:pt x="144208" y="240626"/>
                  </a:lnTo>
                  <a:lnTo>
                    <a:pt x="150380" y="240626"/>
                  </a:lnTo>
                  <a:lnTo>
                    <a:pt x="152311" y="234010"/>
                  </a:lnTo>
                  <a:lnTo>
                    <a:pt x="162725" y="234010"/>
                  </a:lnTo>
                  <a:lnTo>
                    <a:pt x="164592" y="240626"/>
                  </a:lnTo>
                  <a:lnTo>
                    <a:pt x="171005" y="240626"/>
                  </a:lnTo>
                  <a:close/>
                </a:path>
                <a:path extrusionOk="0" h="240664" w="248920">
                  <a:moveTo>
                    <a:pt x="180454" y="32156"/>
                  </a:moveTo>
                  <a:lnTo>
                    <a:pt x="168783" y="38531"/>
                  </a:lnTo>
                  <a:lnTo>
                    <a:pt x="156146" y="17805"/>
                  </a:lnTo>
                  <a:lnTo>
                    <a:pt x="150101" y="10312"/>
                  </a:lnTo>
                  <a:lnTo>
                    <a:pt x="142405" y="4711"/>
                  </a:lnTo>
                  <a:lnTo>
                    <a:pt x="133438" y="1206"/>
                  </a:lnTo>
                  <a:lnTo>
                    <a:pt x="123558" y="0"/>
                  </a:lnTo>
                  <a:lnTo>
                    <a:pt x="113690" y="1206"/>
                  </a:lnTo>
                  <a:lnTo>
                    <a:pt x="104724" y="4711"/>
                  </a:lnTo>
                  <a:lnTo>
                    <a:pt x="97028" y="10312"/>
                  </a:lnTo>
                  <a:lnTo>
                    <a:pt x="90970" y="17805"/>
                  </a:lnTo>
                  <a:lnTo>
                    <a:pt x="74688" y="44500"/>
                  </a:lnTo>
                  <a:lnTo>
                    <a:pt x="100749" y="58750"/>
                  </a:lnTo>
                  <a:lnTo>
                    <a:pt x="118999" y="28829"/>
                  </a:lnTo>
                  <a:lnTo>
                    <a:pt x="123558" y="28486"/>
                  </a:lnTo>
                  <a:lnTo>
                    <a:pt x="128117" y="28829"/>
                  </a:lnTo>
                  <a:lnTo>
                    <a:pt x="142722" y="52781"/>
                  </a:lnTo>
                  <a:lnTo>
                    <a:pt x="131064" y="59143"/>
                  </a:lnTo>
                  <a:lnTo>
                    <a:pt x="180441" y="86131"/>
                  </a:lnTo>
                  <a:lnTo>
                    <a:pt x="180454" y="32156"/>
                  </a:lnTo>
                  <a:close/>
                </a:path>
                <a:path extrusionOk="0" h="240664" w="248920">
                  <a:moveTo>
                    <a:pt x="197916" y="232829"/>
                  </a:moveTo>
                  <a:lnTo>
                    <a:pt x="197853" y="228790"/>
                  </a:lnTo>
                  <a:lnTo>
                    <a:pt x="197561" y="227495"/>
                  </a:lnTo>
                  <a:lnTo>
                    <a:pt x="196951" y="226453"/>
                  </a:lnTo>
                  <a:lnTo>
                    <a:pt x="196088" y="224891"/>
                  </a:lnTo>
                  <a:lnTo>
                    <a:pt x="194995" y="223964"/>
                  </a:lnTo>
                  <a:lnTo>
                    <a:pt x="193548" y="223354"/>
                  </a:lnTo>
                  <a:lnTo>
                    <a:pt x="194500" y="222796"/>
                  </a:lnTo>
                  <a:lnTo>
                    <a:pt x="195224" y="222186"/>
                  </a:lnTo>
                  <a:lnTo>
                    <a:pt x="195986" y="221132"/>
                  </a:lnTo>
                  <a:lnTo>
                    <a:pt x="196583" y="220332"/>
                  </a:lnTo>
                  <a:lnTo>
                    <a:pt x="196977" y="218859"/>
                  </a:lnTo>
                  <a:lnTo>
                    <a:pt x="196926" y="214541"/>
                  </a:lnTo>
                  <a:lnTo>
                    <a:pt x="196786" y="214033"/>
                  </a:lnTo>
                  <a:lnTo>
                    <a:pt x="196583" y="213233"/>
                  </a:lnTo>
                  <a:lnTo>
                    <a:pt x="194284" y="209651"/>
                  </a:lnTo>
                  <a:lnTo>
                    <a:pt x="191947" y="208546"/>
                  </a:lnTo>
                  <a:lnTo>
                    <a:pt x="191947" y="228790"/>
                  </a:lnTo>
                  <a:lnTo>
                    <a:pt x="191947" y="232435"/>
                  </a:lnTo>
                  <a:lnTo>
                    <a:pt x="191338" y="233768"/>
                  </a:lnTo>
                  <a:lnTo>
                    <a:pt x="189407" y="234848"/>
                  </a:lnTo>
                  <a:lnTo>
                    <a:pt x="188455" y="235038"/>
                  </a:lnTo>
                  <a:lnTo>
                    <a:pt x="180352" y="235038"/>
                  </a:lnTo>
                  <a:lnTo>
                    <a:pt x="180352" y="226453"/>
                  </a:lnTo>
                  <a:lnTo>
                    <a:pt x="187325" y="226453"/>
                  </a:lnTo>
                  <a:lnTo>
                    <a:pt x="188531" y="226466"/>
                  </a:lnTo>
                  <a:lnTo>
                    <a:pt x="189484" y="226656"/>
                  </a:lnTo>
                  <a:lnTo>
                    <a:pt x="191350" y="227622"/>
                  </a:lnTo>
                  <a:lnTo>
                    <a:pt x="191947" y="228790"/>
                  </a:lnTo>
                  <a:lnTo>
                    <a:pt x="191947" y="208546"/>
                  </a:lnTo>
                  <a:lnTo>
                    <a:pt x="191376" y="208495"/>
                  </a:lnTo>
                  <a:lnTo>
                    <a:pt x="191376" y="216014"/>
                  </a:lnTo>
                  <a:lnTo>
                    <a:pt x="191376" y="218859"/>
                  </a:lnTo>
                  <a:lnTo>
                    <a:pt x="190995" y="219798"/>
                  </a:lnTo>
                  <a:lnTo>
                    <a:pt x="189458" y="220865"/>
                  </a:lnTo>
                  <a:lnTo>
                    <a:pt x="188468" y="221132"/>
                  </a:lnTo>
                  <a:lnTo>
                    <a:pt x="180352" y="221132"/>
                  </a:lnTo>
                  <a:lnTo>
                    <a:pt x="180352" y="214033"/>
                  </a:lnTo>
                  <a:lnTo>
                    <a:pt x="187871" y="214033"/>
                  </a:lnTo>
                  <a:lnTo>
                    <a:pt x="188976" y="214198"/>
                  </a:lnTo>
                  <a:lnTo>
                    <a:pt x="189852" y="214541"/>
                  </a:lnTo>
                  <a:lnTo>
                    <a:pt x="190868" y="215023"/>
                  </a:lnTo>
                  <a:lnTo>
                    <a:pt x="191376" y="216014"/>
                  </a:lnTo>
                  <a:lnTo>
                    <a:pt x="191376" y="208495"/>
                  </a:lnTo>
                  <a:lnTo>
                    <a:pt x="188391" y="208445"/>
                  </a:lnTo>
                  <a:lnTo>
                    <a:pt x="174713" y="208445"/>
                  </a:lnTo>
                  <a:lnTo>
                    <a:pt x="174713" y="240626"/>
                  </a:lnTo>
                  <a:lnTo>
                    <a:pt x="188899" y="240626"/>
                  </a:lnTo>
                  <a:lnTo>
                    <a:pt x="196659" y="236042"/>
                  </a:lnTo>
                  <a:lnTo>
                    <a:pt x="197218" y="235038"/>
                  </a:lnTo>
                  <a:lnTo>
                    <a:pt x="197510" y="234530"/>
                  </a:lnTo>
                  <a:lnTo>
                    <a:pt x="197916" y="232829"/>
                  </a:lnTo>
                  <a:close/>
                </a:path>
                <a:path extrusionOk="0" h="240664" w="248920">
                  <a:moveTo>
                    <a:pt x="223050" y="234848"/>
                  </a:moveTo>
                  <a:lnTo>
                    <a:pt x="208915" y="234848"/>
                  </a:lnTo>
                  <a:lnTo>
                    <a:pt x="208915" y="208445"/>
                  </a:lnTo>
                  <a:lnTo>
                    <a:pt x="203009" y="208445"/>
                  </a:lnTo>
                  <a:lnTo>
                    <a:pt x="203009" y="240626"/>
                  </a:lnTo>
                  <a:lnTo>
                    <a:pt x="223050" y="240626"/>
                  </a:lnTo>
                  <a:lnTo>
                    <a:pt x="223050" y="234848"/>
                  </a:lnTo>
                  <a:close/>
                </a:path>
                <a:path extrusionOk="0" h="240664" w="248920">
                  <a:moveTo>
                    <a:pt x="223075" y="136982"/>
                  </a:moveTo>
                  <a:lnTo>
                    <a:pt x="221805" y="127876"/>
                  </a:lnTo>
                  <a:lnTo>
                    <a:pt x="217982" y="119176"/>
                  </a:lnTo>
                  <a:lnTo>
                    <a:pt x="202196" y="93294"/>
                  </a:lnTo>
                  <a:lnTo>
                    <a:pt x="176123" y="107543"/>
                  </a:lnTo>
                  <a:lnTo>
                    <a:pt x="193878" y="136639"/>
                  </a:lnTo>
                  <a:lnTo>
                    <a:pt x="191262" y="141617"/>
                  </a:lnTo>
                  <a:lnTo>
                    <a:pt x="189318" y="144106"/>
                  </a:lnTo>
                  <a:lnTo>
                    <a:pt x="161302" y="144106"/>
                  </a:lnTo>
                  <a:lnTo>
                    <a:pt x="161302" y="131368"/>
                  </a:lnTo>
                  <a:lnTo>
                    <a:pt x="111925" y="158356"/>
                  </a:lnTo>
                  <a:lnTo>
                    <a:pt x="161302" y="185343"/>
                  </a:lnTo>
                  <a:lnTo>
                    <a:pt x="161302" y="172593"/>
                  </a:lnTo>
                  <a:lnTo>
                    <a:pt x="185394" y="172593"/>
                  </a:lnTo>
                  <a:lnTo>
                    <a:pt x="221805" y="146088"/>
                  </a:lnTo>
                  <a:lnTo>
                    <a:pt x="223075" y="136982"/>
                  </a:lnTo>
                  <a:close/>
                </a:path>
                <a:path extrusionOk="0" h="240664" w="248920">
                  <a:moveTo>
                    <a:pt x="248627" y="234835"/>
                  </a:moveTo>
                  <a:lnTo>
                    <a:pt x="232968" y="234835"/>
                  </a:lnTo>
                  <a:lnTo>
                    <a:pt x="232968" y="226555"/>
                  </a:lnTo>
                  <a:lnTo>
                    <a:pt x="246710" y="226555"/>
                  </a:lnTo>
                  <a:lnTo>
                    <a:pt x="246710" y="220967"/>
                  </a:lnTo>
                  <a:lnTo>
                    <a:pt x="232968" y="220967"/>
                  </a:lnTo>
                  <a:lnTo>
                    <a:pt x="232968" y="214134"/>
                  </a:lnTo>
                  <a:lnTo>
                    <a:pt x="247942" y="214134"/>
                  </a:lnTo>
                  <a:lnTo>
                    <a:pt x="247942" y="208432"/>
                  </a:lnTo>
                  <a:lnTo>
                    <a:pt x="227190" y="208432"/>
                  </a:lnTo>
                  <a:lnTo>
                    <a:pt x="227190" y="240614"/>
                  </a:lnTo>
                  <a:lnTo>
                    <a:pt x="248627" y="240614"/>
                  </a:lnTo>
                  <a:lnTo>
                    <a:pt x="248627" y="234835"/>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9" name="Google Shape;2049;p16"/>
          <p:cNvGrpSpPr/>
          <p:nvPr/>
        </p:nvGrpSpPr>
        <p:grpSpPr>
          <a:xfrm>
            <a:off x="9626396" y="5240210"/>
            <a:ext cx="324002" cy="316750"/>
            <a:chOff x="9626396" y="5240210"/>
            <a:chExt cx="324002" cy="316750"/>
          </a:xfrm>
        </p:grpSpPr>
        <p:pic>
          <p:nvPicPr>
            <p:cNvPr id="2050" name="Google Shape;2050;p16"/>
            <p:cNvPicPr preferRelativeResize="0"/>
            <p:nvPr/>
          </p:nvPicPr>
          <p:blipFill rotWithShape="1">
            <a:blip r:embed="rId9">
              <a:alphaModFix/>
            </a:blip>
            <a:srcRect b="0" l="0" r="0" t="0"/>
            <a:stretch/>
          </p:blipFill>
          <p:spPr>
            <a:xfrm>
              <a:off x="9626396" y="5240210"/>
              <a:ext cx="324002" cy="316750"/>
            </a:xfrm>
            <a:prstGeom prst="rect">
              <a:avLst/>
            </a:prstGeom>
            <a:noFill/>
            <a:ln>
              <a:noFill/>
            </a:ln>
          </p:spPr>
        </p:pic>
        <p:pic>
          <p:nvPicPr>
            <p:cNvPr id="2051" name="Google Shape;2051;p16"/>
            <p:cNvPicPr preferRelativeResize="0"/>
            <p:nvPr/>
          </p:nvPicPr>
          <p:blipFill rotWithShape="1">
            <a:blip r:embed="rId10">
              <a:alphaModFix/>
            </a:blip>
            <a:srcRect b="0" l="0" r="0" t="0"/>
            <a:stretch/>
          </p:blipFill>
          <p:spPr>
            <a:xfrm>
              <a:off x="9688878" y="5278206"/>
              <a:ext cx="199049" cy="185488"/>
            </a:xfrm>
            <a:prstGeom prst="rect">
              <a:avLst/>
            </a:prstGeom>
            <a:noFill/>
            <a:ln>
              <a:noFill/>
            </a:ln>
          </p:spPr>
        </p:pic>
        <p:sp>
          <p:nvSpPr>
            <p:cNvPr id="2052" name="Google Shape;2052;p16"/>
            <p:cNvSpPr/>
            <p:nvPr/>
          </p:nvSpPr>
          <p:spPr>
            <a:xfrm>
              <a:off x="9701847" y="5485879"/>
              <a:ext cx="170815" cy="34290"/>
            </a:xfrm>
            <a:custGeom>
              <a:rect b="b" l="l" r="r" t="t"/>
              <a:pathLst>
                <a:path extrusionOk="0" h="34289" w="170815">
                  <a:moveTo>
                    <a:pt x="26809" y="32334"/>
                  </a:moveTo>
                  <a:lnTo>
                    <a:pt x="26149" y="31940"/>
                  </a:lnTo>
                  <a:lnTo>
                    <a:pt x="25730" y="31330"/>
                  </a:lnTo>
                  <a:lnTo>
                    <a:pt x="25425" y="29972"/>
                  </a:lnTo>
                  <a:lnTo>
                    <a:pt x="25361" y="23075"/>
                  </a:lnTo>
                  <a:lnTo>
                    <a:pt x="25044" y="21412"/>
                  </a:lnTo>
                  <a:lnTo>
                    <a:pt x="24523" y="20510"/>
                  </a:lnTo>
                  <a:lnTo>
                    <a:pt x="23787" y="19202"/>
                  </a:lnTo>
                  <a:lnTo>
                    <a:pt x="22707" y="18364"/>
                  </a:lnTo>
                  <a:lnTo>
                    <a:pt x="21183" y="17754"/>
                  </a:lnTo>
                  <a:lnTo>
                    <a:pt x="22999" y="17145"/>
                  </a:lnTo>
                  <a:lnTo>
                    <a:pt x="24307" y="16103"/>
                  </a:lnTo>
                  <a:lnTo>
                    <a:pt x="24790" y="15176"/>
                  </a:lnTo>
                  <a:lnTo>
                    <a:pt x="25882" y="13144"/>
                  </a:lnTo>
                  <a:lnTo>
                    <a:pt x="26276" y="11645"/>
                  </a:lnTo>
                  <a:lnTo>
                    <a:pt x="26276" y="8839"/>
                  </a:lnTo>
                  <a:lnTo>
                    <a:pt x="26073" y="7721"/>
                  </a:lnTo>
                  <a:lnTo>
                    <a:pt x="25577" y="6527"/>
                  </a:lnTo>
                  <a:lnTo>
                    <a:pt x="25260" y="5727"/>
                  </a:lnTo>
                  <a:lnTo>
                    <a:pt x="19380" y="1206"/>
                  </a:lnTo>
                  <a:lnTo>
                    <a:pt x="19380" y="12827"/>
                  </a:lnTo>
                  <a:lnTo>
                    <a:pt x="18732" y="14046"/>
                  </a:lnTo>
                  <a:lnTo>
                    <a:pt x="16700" y="14998"/>
                  </a:lnTo>
                  <a:lnTo>
                    <a:pt x="15595" y="15176"/>
                  </a:lnTo>
                  <a:lnTo>
                    <a:pt x="6718" y="15176"/>
                  </a:lnTo>
                  <a:lnTo>
                    <a:pt x="6718" y="6527"/>
                  </a:lnTo>
                  <a:lnTo>
                    <a:pt x="15722" y="6527"/>
                  </a:lnTo>
                  <a:lnTo>
                    <a:pt x="16789" y="6718"/>
                  </a:lnTo>
                  <a:lnTo>
                    <a:pt x="18745" y="7759"/>
                  </a:lnTo>
                  <a:lnTo>
                    <a:pt x="19265" y="8839"/>
                  </a:lnTo>
                  <a:lnTo>
                    <a:pt x="19380" y="12827"/>
                  </a:lnTo>
                  <a:lnTo>
                    <a:pt x="19380" y="1206"/>
                  </a:lnTo>
                  <a:lnTo>
                    <a:pt x="17983" y="977"/>
                  </a:lnTo>
                  <a:lnTo>
                    <a:pt x="15735" y="939"/>
                  </a:lnTo>
                  <a:lnTo>
                    <a:pt x="0" y="939"/>
                  </a:lnTo>
                  <a:lnTo>
                    <a:pt x="0" y="33134"/>
                  </a:lnTo>
                  <a:lnTo>
                    <a:pt x="6718" y="33134"/>
                  </a:lnTo>
                  <a:lnTo>
                    <a:pt x="6718" y="20510"/>
                  </a:lnTo>
                  <a:lnTo>
                    <a:pt x="15354" y="20510"/>
                  </a:lnTo>
                  <a:lnTo>
                    <a:pt x="16649" y="20853"/>
                  </a:lnTo>
                  <a:lnTo>
                    <a:pt x="18046" y="22225"/>
                  </a:lnTo>
                  <a:lnTo>
                    <a:pt x="18415" y="23596"/>
                  </a:lnTo>
                  <a:lnTo>
                    <a:pt x="18491" y="28981"/>
                  </a:lnTo>
                  <a:lnTo>
                    <a:pt x="18592" y="30505"/>
                  </a:lnTo>
                  <a:lnTo>
                    <a:pt x="19011" y="32435"/>
                  </a:lnTo>
                  <a:lnTo>
                    <a:pt x="19227" y="33134"/>
                  </a:lnTo>
                  <a:lnTo>
                    <a:pt x="26809" y="33134"/>
                  </a:lnTo>
                  <a:lnTo>
                    <a:pt x="26809" y="32334"/>
                  </a:lnTo>
                  <a:close/>
                </a:path>
                <a:path extrusionOk="0" h="34289" w="170815">
                  <a:moveTo>
                    <a:pt x="62560" y="27343"/>
                  </a:moveTo>
                  <a:lnTo>
                    <a:pt x="44348" y="27343"/>
                  </a:lnTo>
                  <a:lnTo>
                    <a:pt x="44348" y="19062"/>
                  </a:lnTo>
                  <a:lnTo>
                    <a:pt x="60325" y="19062"/>
                  </a:lnTo>
                  <a:lnTo>
                    <a:pt x="60325" y="13462"/>
                  </a:lnTo>
                  <a:lnTo>
                    <a:pt x="44348" y="13462"/>
                  </a:lnTo>
                  <a:lnTo>
                    <a:pt x="44348" y="6629"/>
                  </a:lnTo>
                  <a:lnTo>
                    <a:pt x="61760" y="6629"/>
                  </a:lnTo>
                  <a:lnTo>
                    <a:pt x="61760" y="927"/>
                  </a:lnTo>
                  <a:lnTo>
                    <a:pt x="37630" y="927"/>
                  </a:lnTo>
                  <a:lnTo>
                    <a:pt x="37630" y="33134"/>
                  </a:lnTo>
                  <a:lnTo>
                    <a:pt x="62560" y="33134"/>
                  </a:lnTo>
                  <a:lnTo>
                    <a:pt x="62560" y="27343"/>
                  </a:lnTo>
                  <a:close/>
                </a:path>
                <a:path extrusionOk="0" h="34289" w="170815">
                  <a:moveTo>
                    <a:pt x="98894" y="927"/>
                  </a:moveTo>
                  <a:lnTo>
                    <a:pt x="91909" y="927"/>
                  </a:lnTo>
                  <a:lnTo>
                    <a:pt x="91909" y="22923"/>
                  </a:lnTo>
                  <a:lnTo>
                    <a:pt x="91643" y="24536"/>
                  </a:lnTo>
                  <a:lnTo>
                    <a:pt x="91109" y="25552"/>
                  </a:lnTo>
                  <a:lnTo>
                    <a:pt x="90284" y="27355"/>
                  </a:lnTo>
                  <a:lnTo>
                    <a:pt x="88480" y="28257"/>
                  </a:lnTo>
                  <a:lnTo>
                    <a:pt x="82918" y="28257"/>
                  </a:lnTo>
                  <a:lnTo>
                    <a:pt x="81102" y="27355"/>
                  </a:lnTo>
                  <a:lnTo>
                    <a:pt x="80276" y="25552"/>
                  </a:lnTo>
                  <a:lnTo>
                    <a:pt x="79743" y="24536"/>
                  </a:lnTo>
                  <a:lnTo>
                    <a:pt x="79476" y="22923"/>
                  </a:lnTo>
                  <a:lnTo>
                    <a:pt x="79476" y="927"/>
                  </a:lnTo>
                  <a:lnTo>
                    <a:pt x="72491" y="927"/>
                  </a:lnTo>
                  <a:lnTo>
                    <a:pt x="72491" y="24142"/>
                  </a:lnTo>
                  <a:lnTo>
                    <a:pt x="73037" y="26809"/>
                  </a:lnTo>
                  <a:lnTo>
                    <a:pt x="76149" y="32219"/>
                  </a:lnTo>
                  <a:lnTo>
                    <a:pt x="80010" y="33959"/>
                  </a:lnTo>
                  <a:lnTo>
                    <a:pt x="91401" y="33959"/>
                  </a:lnTo>
                  <a:lnTo>
                    <a:pt x="95250" y="32219"/>
                  </a:lnTo>
                  <a:lnTo>
                    <a:pt x="98361" y="26809"/>
                  </a:lnTo>
                  <a:lnTo>
                    <a:pt x="98894" y="24142"/>
                  </a:lnTo>
                  <a:lnTo>
                    <a:pt x="98894" y="927"/>
                  </a:lnTo>
                  <a:close/>
                </a:path>
                <a:path extrusionOk="0" h="34289" w="170815">
                  <a:moveTo>
                    <a:pt x="135763" y="20853"/>
                  </a:moveTo>
                  <a:lnTo>
                    <a:pt x="134785" y="18669"/>
                  </a:lnTo>
                  <a:lnTo>
                    <a:pt x="131559" y="16179"/>
                  </a:lnTo>
                  <a:lnTo>
                    <a:pt x="129667" y="15392"/>
                  </a:lnTo>
                  <a:lnTo>
                    <a:pt x="119126" y="12966"/>
                  </a:lnTo>
                  <a:lnTo>
                    <a:pt x="117678" y="12534"/>
                  </a:lnTo>
                  <a:lnTo>
                    <a:pt x="115925" y="11582"/>
                  </a:lnTo>
                  <a:lnTo>
                    <a:pt x="115379" y="10718"/>
                  </a:lnTo>
                  <a:lnTo>
                    <a:pt x="115379" y="8318"/>
                  </a:lnTo>
                  <a:lnTo>
                    <a:pt x="115925" y="7340"/>
                  </a:lnTo>
                  <a:lnTo>
                    <a:pt x="118097" y="5943"/>
                  </a:lnTo>
                  <a:lnTo>
                    <a:pt x="119545" y="5588"/>
                  </a:lnTo>
                  <a:lnTo>
                    <a:pt x="122986" y="5588"/>
                  </a:lnTo>
                  <a:lnTo>
                    <a:pt x="124358" y="5867"/>
                  </a:lnTo>
                  <a:lnTo>
                    <a:pt x="127101" y="7226"/>
                  </a:lnTo>
                  <a:lnTo>
                    <a:pt x="127990" y="8597"/>
                  </a:lnTo>
                  <a:lnTo>
                    <a:pt x="128104" y="10528"/>
                  </a:lnTo>
                  <a:lnTo>
                    <a:pt x="134721" y="10528"/>
                  </a:lnTo>
                  <a:lnTo>
                    <a:pt x="134594" y="7112"/>
                  </a:lnTo>
                  <a:lnTo>
                    <a:pt x="133299" y="4495"/>
                  </a:lnTo>
                  <a:lnTo>
                    <a:pt x="128333" y="889"/>
                  </a:lnTo>
                  <a:lnTo>
                    <a:pt x="125349" y="0"/>
                  </a:lnTo>
                  <a:lnTo>
                    <a:pt x="117627" y="0"/>
                  </a:lnTo>
                  <a:lnTo>
                    <a:pt x="114452" y="952"/>
                  </a:lnTo>
                  <a:lnTo>
                    <a:pt x="110109" y="4775"/>
                  </a:lnTo>
                  <a:lnTo>
                    <a:pt x="109016" y="7162"/>
                  </a:lnTo>
                  <a:lnTo>
                    <a:pt x="109016" y="13208"/>
                  </a:lnTo>
                  <a:lnTo>
                    <a:pt x="110134" y="15532"/>
                  </a:lnTo>
                  <a:lnTo>
                    <a:pt x="113665" y="17907"/>
                  </a:lnTo>
                  <a:lnTo>
                    <a:pt x="116065" y="18732"/>
                  </a:lnTo>
                  <a:lnTo>
                    <a:pt x="125209" y="20688"/>
                  </a:lnTo>
                  <a:lnTo>
                    <a:pt x="126733" y="21196"/>
                  </a:lnTo>
                  <a:lnTo>
                    <a:pt x="128651" y="22339"/>
                  </a:lnTo>
                  <a:lnTo>
                    <a:pt x="129133" y="23164"/>
                  </a:lnTo>
                  <a:lnTo>
                    <a:pt x="129133" y="26047"/>
                  </a:lnTo>
                  <a:lnTo>
                    <a:pt x="128155" y="27305"/>
                  </a:lnTo>
                  <a:lnTo>
                    <a:pt x="125158" y="28308"/>
                  </a:lnTo>
                  <a:lnTo>
                    <a:pt x="123812" y="28486"/>
                  </a:lnTo>
                  <a:lnTo>
                    <a:pt x="119392" y="28486"/>
                  </a:lnTo>
                  <a:lnTo>
                    <a:pt x="117449" y="27825"/>
                  </a:lnTo>
                  <a:lnTo>
                    <a:pt x="115684" y="25768"/>
                  </a:lnTo>
                  <a:lnTo>
                    <a:pt x="115265" y="24676"/>
                  </a:lnTo>
                  <a:lnTo>
                    <a:pt x="115049" y="23202"/>
                  </a:lnTo>
                  <a:lnTo>
                    <a:pt x="108483" y="23202"/>
                  </a:lnTo>
                  <a:lnTo>
                    <a:pt x="108483" y="26555"/>
                  </a:lnTo>
                  <a:lnTo>
                    <a:pt x="109728" y="29184"/>
                  </a:lnTo>
                  <a:lnTo>
                    <a:pt x="114693" y="33007"/>
                  </a:lnTo>
                  <a:lnTo>
                    <a:pt x="118097" y="33972"/>
                  </a:lnTo>
                  <a:lnTo>
                    <a:pt x="126669" y="33972"/>
                  </a:lnTo>
                  <a:lnTo>
                    <a:pt x="129959" y="32994"/>
                  </a:lnTo>
                  <a:lnTo>
                    <a:pt x="134607" y="29108"/>
                  </a:lnTo>
                  <a:lnTo>
                    <a:pt x="135763" y="26670"/>
                  </a:lnTo>
                  <a:lnTo>
                    <a:pt x="135763" y="20853"/>
                  </a:lnTo>
                  <a:close/>
                </a:path>
                <a:path extrusionOk="0" h="34289" w="170815">
                  <a:moveTo>
                    <a:pt x="170281" y="27343"/>
                  </a:moveTo>
                  <a:lnTo>
                    <a:pt x="152069" y="27343"/>
                  </a:lnTo>
                  <a:lnTo>
                    <a:pt x="152069" y="19062"/>
                  </a:lnTo>
                  <a:lnTo>
                    <a:pt x="168059" y="19062"/>
                  </a:lnTo>
                  <a:lnTo>
                    <a:pt x="168059" y="13462"/>
                  </a:lnTo>
                  <a:lnTo>
                    <a:pt x="152069" y="13462"/>
                  </a:lnTo>
                  <a:lnTo>
                    <a:pt x="152069" y="6629"/>
                  </a:lnTo>
                  <a:lnTo>
                    <a:pt x="169481" y="6629"/>
                  </a:lnTo>
                  <a:lnTo>
                    <a:pt x="169481" y="927"/>
                  </a:lnTo>
                  <a:lnTo>
                    <a:pt x="145351" y="927"/>
                  </a:lnTo>
                  <a:lnTo>
                    <a:pt x="145351" y="33134"/>
                  </a:lnTo>
                  <a:lnTo>
                    <a:pt x="170281" y="33134"/>
                  </a:lnTo>
                  <a:lnTo>
                    <a:pt x="170281" y="27343"/>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3" name="Google Shape;2053;p16"/>
          <p:cNvGrpSpPr/>
          <p:nvPr/>
        </p:nvGrpSpPr>
        <p:grpSpPr>
          <a:xfrm>
            <a:off x="9626396" y="5900763"/>
            <a:ext cx="323773" cy="316738"/>
            <a:chOff x="9626396" y="5900763"/>
            <a:chExt cx="323773" cy="316738"/>
          </a:xfrm>
        </p:grpSpPr>
        <p:pic>
          <p:nvPicPr>
            <p:cNvPr id="2054" name="Google Shape;2054;p16"/>
            <p:cNvPicPr preferRelativeResize="0"/>
            <p:nvPr/>
          </p:nvPicPr>
          <p:blipFill rotWithShape="1">
            <a:blip r:embed="rId11">
              <a:alphaModFix/>
            </a:blip>
            <a:srcRect b="0" l="0" r="0" t="0"/>
            <a:stretch/>
          </p:blipFill>
          <p:spPr>
            <a:xfrm>
              <a:off x="9626396" y="5900763"/>
              <a:ext cx="323773" cy="316738"/>
            </a:xfrm>
            <a:prstGeom prst="rect">
              <a:avLst/>
            </a:prstGeom>
            <a:noFill/>
            <a:ln>
              <a:noFill/>
            </a:ln>
          </p:spPr>
        </p:pic>
        <p:pic>
          <p:nvPicPr>
            <p:cNvPr id="2055" name="Google Shape;2055;p16"/>
            <p:cNvPicPr preferRelativeResize="0"/>
            <p:nvPr/>
          </p:nvPicPr>
          <p:blipFill rotWithShape="1">
            <a:blip r:embed="rId12">
              <a:alphaModFix/>
            </a:blip>
            <a:srcRect b="0" l="0" r="0" t="0"/>
            <a:stretch/>
          </p:blipFill>
          <p:spPr>
            <a:xfrm>
              <a:off x="9664651" y="5927570"/>
              <a:ext cx="247498" cy="263466"/>
            </a:xfrm>
            <a:prstGeom prst="rect">
              <a:avLst/>
            </a:prstGeom>
            <a:noFill/>
            <a:ln>
              <a:noFill/>
            </a:ln>
          </p:spPr>
        </p:pic>
      </p:grpSp>
      <p:sp>
        <p:nvSpPr>
          <p:cNvPr id="2056" name="Google Shape;2056;p16"/>
          <p:cNvSpPr txBox="1"/>
          <p:nvPr/>
        </p:nvSpPr>
        <p:spPr>
          <a:xfrm>
            <a:off x="1119499" y="5519389"/>
            <a:ext cx="1771650" cy="730250"/>
          </a:xfrm>
          <a:prstGeom prst="rect">
            <a:avLst/>
          </a:prstGeom>
          <a:noFill/>
          <a:ln>
            <a:noFill/>
          </a:ln>
        </p:spPr>
        <p:txBody>
          <a:bodyPr anchorCtr="0" anchor="t" bIns="0" lIns="0" spcFirstLastPara="1" rIns="0" wrap="square" tIns="625">
            <a:spAutoFit/>
          </a:bodyPr>
          <a:lstStyle/>
          <a:p>
            <a:pPr indent="0" lvl="0" marL="12700" marR="26669" rtl="0" algn="l">
              <a:lnSpc>
                <a:spcPct val="1088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Sample input          </a:t>
            </a:r>
            <a:r>
              <a:rPr b="0" i="0" lang="en-US" sz="800" u="none" cap="none" strike="noStrike">
                <a:solidFill>
                  <a:srgbClr val="231F20"/>
                </a:solidFill>
                <a:latin typeface="Arial"/>
                <a:ea typeface="Arial"/>
                <a:cs typeface="Arial"/>
                <a:sym typeface="Arial"/>
              </a:rPr>
              <a:t>Resin content rate of 90% (unwashed) Poly-based and PVC-based vinyl mixed</a:t>
            </a:r>
            <a:endParaRPr b="0" i="0" sz="800" u="none" cap="none" strike="noStrike">
              <a:solidFill>
                <a:srgbClr val="000000"/>
              </a:solidFill>
              <a:latin typeface="Arial"/>
              <a:ea typeface="Arial"/>
              <a:cs typeface="Arial"/>
              <a:sym typeface="Arial"/>
            </a:endParaRPr>
          </a:p>
          <a:p>
            <a:pPr indent="0" lvl="0" marL="12700" marR="0" rtl="0" algn="l">
              <a:lnSpc>
                <a:spcPct val="100000"/>
              </a:lnSpc>
              <a:spcBef>
                <a:spcPts val="14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other, bound iron wire, adherence, etc.</a:t>
            </a:r>
            <a:endParaRPr b="0" i="0" sz="800" u="none" cap="none" strike="noStrike">
              <a:solidFill>
                <a:srgbClr val="000000"/>
              </a:solidFill>
              <a:latin typeface="Arial"/>
              <a:ea typeface="Arial"/>
              <a:cs typeface="Arial"/>
              <a:sym typeface="Arial"/>
            </a:endParaRPr>
          </a:p>
          <a:p>
            <a:pPr indent="0" lvl="0" marL="12700" marR="0" rtl="0" algn="l">
              <a:lnSpc>
                <a:spcPct val="100000"/>
              </a:lnSpc>
              <a:spcBef>
                <a:spcPts val="434"/>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 PVC: 10% Poly: 80% etc</a:t>
            </a:r>
            <a:endParaRPr b="0" i="0" sz="700" u="none" cap="none" strike="noStrike">
              <a:solidFill>
                <a:srgbClr val="000000"/>
              </a:solidFill>
              <a:latin typeface="Arial"/>
              <a:ea typeface="Arial"/>
              <a:cs typeface="Arial"/>
              <a:sym typeface="Arial"/>
            </a:endParaRPr>
          </a:p>
        </p:txBody>
      </p:sp>
      <p:sp>
        <p:nvSpPr>
          <p:cNvPr id="2057" name="Google Shape;2057;p16"/>
          <p:cNvSpPr txBox="1"/>
          <p:nvPr/>
        </p:nvSpPr>
        <p:spPr>
          <a:xfrm>
            <a:off x="1225245" y="5040190"/>
            <a:ext cx="1490980" cy="384175"/>
          </a:xfrm>
          <a:prstGeom prst="rect">
            <a:avLst/>
          </a:prstGeom>
          <a:noFill/>
          <a:ln cap="flat" cmpd="sng" w="9525">
            <a:solidFill>
              <a:srgbClr val="231F20"/>
            </a:solidFill>
            <a:prstDash val="solid"/>
            <a:round/>
            <a:headEnd len="sm" w="sm" type="none"/>
            <a:tailEnd len="sm" w="sm" type="none"/>
          </a:ln>
        </p:spPr>
        <p:txBody>
          <a:bodyPr anchorCtr="0" anchor="t" bIns="0" lIns="0" spcFirstLastPara="1" rIns="0" wrap="square" tIns="0">
            <a:spAutoFit/>
          </a:bodyPr>
          <a:lstStyle/>
          <a:p>
            <a:pPr indent="0" lvl="0" marL="85090" marR="0" rtl="0" algn="l">
              <a:lnSpc>
                <a:spcPct val="63611"/>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Resin content rate </a:t>
            </a:r>
            <a:r>
              <a:rPr b="0" baseline="-25000" i="0" lang="en-US" sz="3600" u="none" cap="none" strike="noStrike">
                <a:solidFill>
                  <a:srgbClr val="231F20"/>
                </a:solidFill>
                <a:latin typeface="Arial"/>
                <a:ea typeface="Arial"/>
                <a:cs typeface="Arial"/>
                <a:sym typeface="Arial"/>
              </a:rPr>
              <a:t>90</a:t>
            </a:r>
            <a:r>
              <a:rPr b="0" baseline="-25000" i="0" lang="en-US" sz="1350" u="none" cap="none" strike="noStrike">
                <a:solidFill>
                  <a:srgbClr val="231F20"/>
                </a:solidFill>
                <a:latin typeface="Arial"/>
                <a:ea typeface="Arial"/>
                <a:cs typeface="Arial"/>
                <a:sym typeface="Arial"/>
              </a:rPr>
              <a:t>%</a:t>
            </a:r>
            <a:endParaRPr b="0" baseline="-25000" i="0" sz="1350" u="none" cap="none" strike="noStrike">
              <a:solidFill>
                <a:srgbClr val="000000"/>
              </a:solidFill>
              <a:latin typeface="Arial"/>
              <a:ea typeface="Arial"/>
              <a:cs typeface="Arial"/>
              <a:sym typeface="Arial"/>
            </a:endParaRPr>
          </a:p>
        </p:txBody>
      </p:sp>
      <p:sp>
        <p:nvSpPr>
          <p:cNvPr id="2058" name="Google Shape;2058;p16"/>
          <p:cNvSpPr/>
          <p:nvPr/>
        </p:nvSpPr>
        <p:spPr>
          <a:xfrm>
            <a:off x="5113511" y="3633101"/>
            <a:ext cx="198755" cy="294005"/>
          </a:xfrm>
          <a:custGeom>
            <a:rect b="b" l="l" r="r" t="t"/>
            <a:pathLst>
              <a:path extrusionOk="0" h="294004" w="198754">
                <a:moveTo>
                  <a:pt x="0" y="0"/>
                </a:moveTo>
                <a:lnTo>
                  <a:pt x="0" y="293801"/>
                </a:lnTo>
                <a:lnTo>
                  <a:pt x="198742" y="146596"/>
                </a:lnTo>
                <a:lnTo>
                  <a:pt x="0" y="0"/>
                </a:lnTo>
                <a:close/>
              </a:path>
            </a:pathLst>
          </a:custGeom>
          <a:solidFill>
            <a:srgbClr val="5656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16"/>
          <p:cNvSpPr/>
          <p:nvPr/>
        </p:nvSpPr>
        <p:spPr>
          <a:xfrm>
            <a:off x="637197" y="934745"/>
            <a:ext cx="73025" cy="902335"/>
          </a:xfrm>
          <a:custGeom>
            <a:rect b="b" l="l" r="r" t="t"/>
            <a:pathLst>
              <a:path extrusionOk="0" h="902335" w="73025">
                <a:moveTo>
                  <a:pt x="72948" y="0"/>
                </a:moveTo>
                <a:lnTo>
                  <a:pt x="0" y="0"/>
                </a:lnTo>
                <a:lnTo>
                  <a:pt x="0" y="901801"/>
                </a:lnTo>
                <a:lnTo>
                  <a:pt x="72948" y="901801"/>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16"/>
          <p:cNvSpPr txBox="1"/>
          <p:nvPr/>
        </p:nvSpPr>
        <p:spPr>
          <a:xfrm>
            <a:off x="5261099" y="1187955"/>
            <a:ext cx="3302000" cy="239395"/>
          </a:xfrm>
          <a:prstGeom prst="rect">
            <a:avLst/>
          </a:prstGeom>
          <a:noFill/>
          <a:ln>
            <a:noFill/>
          </a:ln>
        </p:spPr>
        <p:txBody>
          <a:bodyPr anchorCtr="0" anchor="t" bIns="0" lIns="0" spcFirstLastPara="1" rIns="0" wrap="square" tIns="13325">
            <a:spAutoFit/>
          </a:bodyPr>
          <a:lstStyle/>
          <a:p>
            <a:pPr indent="0" lvl="0" marL="38100" marR="0" rtl="0" algn="l">
              <a:lnSpc>
                <a:spcPct val="100000"/>
              </a:lnSpc>
              <a:spcBef>
                <a:spcPts val="0"/>
              </a:spcBef>
              <a:spcAft>
                <a:spcPts val="0"/>
              </a:spcAft>
              <a:buClr>
                <a:srgbClr val="000000"/>
              </a:buClr>
              <a:buSzPts val="1400"/>
              <a:buFont typeface="Arial"/>
              <a:buNone/>
            </a:pPr>
            <a:r>
              <a:rPr b="1" i="0" lang="en-US" sz="1400" u="none" cap="none" strike="noStrike">
                <a:solidFill>
                  <a:srgbClr val="616264"/>
                </a:solidFill>
                <a:latin typeface="Arial"/>
                <a:ea typeface="Arial"/>
                <a:cs typeface="Arial"/>
                <a:sym typeface="Arial"/>
              </a:rPr>
              <a:t>I</a:t>
            </a:r>
            <a:r>
              <a:rPr b="1" i="0" lang="en-US" sz="1400" u="none" cap="none" strike="noStrike">
                <a:solidFill>
                  <a:srgbClr val="006DAE"/>
                </a:solidFill>
                <a:latin typeface="Arial"/>
                <a:ea typeface="Arial"/>
                <a:cs typeface="Arial"/>
                <a:sym typeface="Arial"/>
              </a:rPr>
              <a:t>I </a:t>
            </a:r>
            <a:r>
              <a:rPr b="0" baseline="30000" i="0" lang="en-US" sz="1350" u="none" cap="none" strike="noStrike">
                <a:solidFill>
                  <a:srgbClr val="231F20"/>
                </a:solidFill>
                <a:latin typeface="Arial"/>
                <a:ea typeface="Arial"/>
                <a:cs typeface="Arial"/>
                <a:sym typeface="Arial"/>
              </a:rPr>
              <a:t>Details of waste per day that can be recovered by URC-2000</a:t>
            </a:r>
            <a:endParaRPr b="0" baseline="30000" i="0" sz="1350" u="none" cap="none" strike="noStrike">
              <a:solidFill>
                <a:srgbClr val="000000"/>
              </a:solidFill>
              <a:latin typeface="Arial"/>
              <a:ea typeface="Arial"/>
              <a:cs typeface="Arial"/>
              <a:sym typeface="Arial"/>
            </a:endParaRPr>
          </a:p>
        </p:txBody>
      </p:sp>
      <p:grpSp>
        <p:nvGrpSpPr>
          <p:cNvPr id="2061" name="Google Shape;2061;p16"/>
          <p:cNvGrpSpPr/>
          <p:nvPr/>
        </p:nvGrpSpPr>
        <p:grpSpPr>
          <a:xfrm>
            <a:off x="5576399" y="6384604"/>
            <a:ext cx="4304215" cy="416416"/>
            <a:chOff x="5576399" y="6384604"/>
            <a:chExt cx="4304215" cy="416416"/>
          </a:xfrm>
        </p:grpSpPr>
        <p:sp>
          <p:nvSpPr>
            <p:cNvPr id="2062" name="Google Shape;2062;p16"/>
            <p:cNvSpPr/>
            <p:nvPr/>
          </p:nvSpPr>
          <p:spPr>
            <a:xfrm>
              <a:off x="5585396" y="6393599"/>
              <a:ext cx="4286250" cy="398145"/>
            </a:xfrm>
            <a:custGeom>
              <a:rect b="b" l="l" r="r" t="t"/>
              <a:pathLst>
                <a:path extrusionOk="0" h="398145" w="4286250">
                  <a:moveTo>
                    <a:pt x="4285805" y="0"/>
                  </a:moveTo>
                  <a:lnTo>
                    <a:pt x="0" y="0"/>
                  </a:lnTo>
                  <a:lnTo>
                    <a:pt x="0" y="398005"/>
                  </a:lnTo>
                  <a:lnTo>
                    <a:pt x="4285805" y="398005"/>
                  </a:lnTo>
                  <a:lnTo>
                    <a:pt x="4285805" y="0"/>
                  </a:lnTo>
                  <a:close/>
                </a:path>
              </a:pathLst>
            </a:custGeom>
            <a:solidFill>
              <a:srgbClr val="E3EFC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p16"/>
            <p:cNvSpPr/>
            <p:nvPr/>
          </p:nvSpPr>
          <p:spPr>
            <a:xfrm>
              <a:off x="5585400" y="6384607"/>
              <a:ext cx="4286250" cy="18415"/>
            </a:xfrm>
            <a:custGeom>
              <a:rect b="b" l="l" r="r" t="t"/>
              <a:pathLst>
                <a:path extrusionOk="0" h="18414" w="4286250">
                  <a:moveTo>
                    <a:pt x="0" y="17995"/>
                  </a:moveTo>
                  <a:lnTo>
                    <a:pt x="4285805" y="17995"/>
                  </a:lnTo>
                  <a:lnTo>
                    <a:pt x="4285805" y="0"/>
                  </a:lnTo>
                  <a:lnTo>
                    <a:pt x="0" y="0"/>
                  </a:lnTo>
                  <a:lnTo>
                    <a:pt x="0" y="17995"/>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16"/>
            <p:cNvSpPr/>
            <p:nvPr/>
          </p:nvSpPr>
          <p:spPr>
            <a:xfrm>
              <a:off x="5585400" y="6393600"/>
              <a:ext cx="0" cy="398145"/>
            </a:xfrm>
            <a:custGeom>
              <a:rect b="b" l="l" r="r" t="t"/>
              <a:pathLst>
                <a:path extrusionOk="0" h="398145" w="120000">
                  <a:moveTo>
                    <a:pt x="0" y="398005"/>
                  </a:moveTo>
                  <a:lnTo>
                    <a:pt x="0" y="0"/>
                  </a:lnTo>
                </a:path>
              </a:pathLst>
            </a:custGeom>
            <a:noFill/>
            <a:ln cap="flat" cmpd="sng" w="17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p16"/>
            <p:cNvSpPr/>
            <p:nvPr/>
          </p:nvSpPr>
          <p:spPr>
            <a:xfrm>
              <a:off x="9871199" y="6393600"/>
              <a:ext cx="0" cy="398145"/>
            </a:xfrm>
            <a:custGeom>
              <a:rect b="b" l="l" r="r" t="t"/>
              <a:pathLst>
                <a:path extrusionOk="0" h="398145" w="120000">
                  <a:moveTo>
                    <a:pt x="0" y="398005"/>
                  </a:moveTo>
                  <a:lnTo>
                    <a:pt x="0" y="0"/>
                  </a:lnTo>
                </a:path>
              </a:pathLst>
            </a:custGeom>
            <a:noFill/>
            <a:ln cap="flat" cmpd="sng" w="17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p16"/>
            <p:cNvSpPr/>
            <p:nvPr/>
          </p:nvSpPr>
          <p:spPr>
            <a:xfrm>
              <a:off x="5585400" y="6791605"/>
              <a:ext cx="4286250" cy="0"/>
            </a:xfrm>
            <a:custGeom>
              <a:rect b="b" l="l" r="r" t="t"/>
              <a:pathLst>
                <a:path extrusionOk="0" h="120000" w="4286250">
                  <a:moveTo>
                    <a:pt x="0" y="0"/>
                  </a:moveTo>
                  <a:lnTo>
                    <a:pt x="4285805" y="0"/>
                  </a:lnTo>
                </a:path>
              </a:pathLst>
            </a:custGeom>
            <a:noFill/>
            <a:ln cap="flat" cmpd="sng" w="179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16"/>
            <p:cNvSpPr/>
            <p:nvPr/>
          </p:nvSpPr>
          <p:spPr>
            <a:xfrm>
              <a:off x="5585400" y="6384604"/>
              <a:ext cx="4286250" cy="18415"/>
            </a:xfrm>
            <a:custGeom>
              <a:rect b="b" l="l" r="r" t="t"/>
              <a:pathLst>
                <a:path extrusionOk="0" h="18414" w="4286250">
                  <a:moveTo>
                    <a:pt x="0" y="0"/>
                  </a:moveTo>
                  <a:lnTo>
                    <a:pt x="0" y="17995"/>
                  </a:lnTo>
                </a:path>
                <a:path extrusionOk="0" h="18414" w="4286250">
                  <a:moveTo>
                    <a:pt x="9004" y="0"/>
                  </a:moveTo>
                  <a:lnTo>
                    <a:pt x="9004" y="17995"/>
                  </a:lnTo>
                </a:path>
                <a:path extrusionOk="0" h="18414" w="4286250">
                  <a:moveTo>
                    <a:pt x="18008" y="0"/>
                  </a:moveTo>
                  <a:lnTo>
                    <a:pt x="18008" y="17995"/>
                  </a:lnTo>
                </a:path>
                <a:path extrusionOk="0" h="18414" w="4286250">
                  <a:moveTo>
                    <a:pt x="27012" y="0"/>
                  </a:moveTo>
                  <a:lnTo>
                    <a:pt x="27012" y="17995"/>
                  </a:lnTo>
                </a:path>
                <a:path extrusionOk="0" h="18414" w="4286250">
                  <a:moveTo>
                    <a:pt x="36017" y="0"/>
                  </a:moveTo>
                  <a:lnTo>
                    <a:pt x="36017" y="17995"/>
                  </a:lnTo>
                </a:path>
                <a:path extrusionOk="0" h="18414" w="4286250">
                  <a:moveTo>
                    <a:pt x="45021" y="0"/>
                  </a:moveTo>
                  <a:lnTo>
                    <a:pt x="45021" y="17995"/>
                  </a:lnTo>
                </a:path>
                <a:path extrusionOk="0" h="18414" w="4286250">
                  <a:moveTo>
                    <a:pt x="54025" y="0"/>
                  </a:moveTo>
                  <a:lnTo>
                    <a:pt x="54025" y="17995"/>
                  </a:lnTo>
                </a:path>
                <a:path extrusionOk="0" h="18414" w="4286250">
                  <a:moveTo>
                    <a:pt x="63030" y="0"/>
                  </a:moveTo>
                  <a:lnTo>
                    <a:pt x="63030" y="17995"/>
                  </a:lnTo>
                </a:path>
                <a:path extrusionOk="0" h="18414" w="4286250">
                  <a:moveTo>
                    <a:pt x="72034" y="0"/>
                  </a:moveTo>
                  <a:lnTo>
                    <a:pt x="72034" y="17995"/>
                  </a:lnTo>
                </a:path>
                <a:path extrusionOk="0" h="18414" w="4286250">
                  <a:moveTo>
                    <a:pt x="81038" y="0"/>
                  </a:moveTo>
                  <a:lnTo>
                    <a:pt x="81038" y="17995"/>
                  </a:lnTo>
                </a:path>
                <a:path extrusionOk="0" h="18414" w="4286250">
                  <a:moveTo>
                    <a:pt x="90043" y="0"/>
                  </a:moveTo>
                  <a:lnTo>
                    <a:pt x="90043" y="17995"/>
                  </a:lnTo>
                </a:path>
                <a:path extrusionOk="0" h="18414" w="4286250">
                  <a:moveTo>
                    <a:pt x="99047" y="0"/>
                  </a:moveTo>
                  <a:lnTo>
                    <a:pt x="99047" y="17995"/>
                  </a:lnTo>
                </a:path>
                <a:path extrusionOk="0" h="18414" w="4286250">
                  <a:moveTo>
                    <a:pt x="108051" y="0"/>
                  </a:moveTo>
                  <a:lnTo>
                    <a:pt x="108051" y="17995"/>
                  </a:lnTo>
                </a:path>
                <a:path extrusionOk="0" h="18414" w="4286250">
                  <a:moveTo>
                    <a:pt x="117043" y="0"/>
                  </a:moveTo>
                  <a:lnTo>
                    <a:pt x="117043" y="17995"/>
                  </a:lnTo>
                </a:path>
                <a:path extrusionOk="0" h="18414" w="4286250">
                  <a:moveTo>
                    <a:pt x="126047" y="0"/>
                  </a:moveTo>
                  <a:lnTo>
                    <a:pt x="126047" y="17995"/>
                  </a:lnTo>
                </a:path>
                <a:path extrusionOk="0" h="18414" w="4286250">
                  <a:moveTo>
                    <a:pt x="135051" y="0"/>
                  </a:moveTo>
                  <a:lnTo>
                    <a:pt x="135051" y="17995"/>
                  </a:lnTo>
                </a:path>
                <a:path extrusionOk="0" h="18414" w="4286250">
                  <a:moveTo>
                    <a:pt x="144056" y="0"/>
                  </a:moveTo>
                  <a:lnTo>
                    <a:pt x="144056" y="17995"/>
                  </a:lnTo>
                </a:path>
                <a:path extrusionOk="0" h="18414" w="4286250">
                  <a:moveTo>
                    <a:pt x="153060" y="0"/>
                  </a:moveTo>
                  <a:lnTo>
                    <a:pt x="153060" y="17995"/>
                  </a:lnTo>
                </a:path>
                <a:path extrusionOk="0" h="18414" w="4286250">
                  <a:moveTo>
                    <a:pt x="162064" y="0"/>
                  </a:moveTo>
                  <a:lnTo>
                    <a:pt x="162064" y="17995"/>
                  </a:lnTo>
                </a:path>
                <a:path extrusionOk="0" h="18414" w="4286250">
                  <a:moveTo>
                    <a:pt x="171069" y="0"/>
                  </a:moveTo>
                  <a:lnTo>
                    <a:pt x="171069" y="17995"/>
                  </a:lnTo>
                </a:path>
                <a:path extrusionOk="0" h="18414" w="4286250">
                  <a:moveTo>
                    <a:pt x="180073" y="0"/>
                  </a:moveTo>
                  <a:lnTo>
                    <a:pt x="180073" y="17995"/>
                  </a:lnTo>
                </a:path>
                <a:path extrusionOk="0" h="18414" w="4286250">
                  <a:moveTo>
                    <a:pt x="189077" y="0"/>
                  </a:moveTo>
                  <a:lnTo>
                    <a:pt x="189077" y="17995"/>
                  </a:lnTo>
                </a:path>
                <a:path extrusionOk="0" h="18414" w="4286250">
                  <a:moveTo>
                    <a:pt x="198081" y="0"/>
                  </a:moveTo>
                  <a:lnTo>
                    <a:pt x="198081" y="17995"/>
                  </a:lnTo>
                </a:path>
                <a:path extrusionOk="0" h="18414" w="4286250">
                  <a:moveTo>
                    <a:pt x="207086" y="0"/>
                  </a:moveTo>
                  <a:lnTo>
                    <a:pt x="207086" y="17995"/>
                  </a:lnTo>
                </a:path>
                <a:path extrusionOk="0" h="18414" w="4286250">
                  <a:moveTo>
                    <a:pt x="216090" y="0"/>
                  </a:moveTo>
                  <a:lnTo>
                    <a:pt x="216090" y="17995"/>
                  </a:lnTo>
                </a:path>
                <a:path extrusionOk="0" h="18414" w="4286250">
                  <a:moveTo>
                    <a:pt x="225094" y="0"/>
                  </a:moveTo>
                  <a:lnTo>
                    <a:pt x="225094" y="17995"/>
                  </a:lnTo>
                </a:path>
                <a:path extrusionOk="0" h="18414" w="4286250">
                  <a:moveTo>
                    <a:pt x="234099" y="0"/>
                  </a:moveTo>
                  <a:lnTo>
                    <a:pt x="234099" y="17995"/>
                  </a:lnTo>
                </a:path>
                <a:path extrusionOk="0" h="18414" w="4286250">
                  <a:moveTo>
                    <a:pt x="243103" y="0"/>
                  </a:moveTo>
                  <a:lnTo>
                    <a:pt x="243103" y="17995"/>
                  </a:lnTo>
                </a:path>
                <a:path extrusionOk="0" h="18414" w="4286250">
                  <a:moveTo>
                    <a:pt x="252107" y="0"/>
                  </a:moveTo>
                  <a:lnTo>
                    <a:pt x="252107" y="17995"/>
                  </a:lnTo>
                </a:path>
                <a:path extrusionOk="0" h="18414" w="4286250">
                  <a:moveTo>
                    <a:pt x="261111" y="0"/>
                  </a:moveTo>
                  <a:lnTo>
                    <a:pt x="261111" y="17995"/>
                  </a:lnTo>
                </a:path>
                <a:path extrusionOk="0" h="18414" w="4286250">
                  <a:moveTo>
                    <a:pt x="270116" y="0"/>
                  </a:moveTo>
                  <a:lnTo>
                    <a:pt x="270116" y="17995"/>
                  </a:lnTo>
                </a:path>
                <a:path extrusionOk="0" h="18414" w="4286250">
                  <a:moveTo>
                    <a:pt x="279120" y="0"/>
                  </a:moveTo>
                  <a:lnTo>
                    <a:pt x="279120" y="17995"/>
                  </a:lnTo>
                </a:path>
                <a:path extrusionOk="0" h="18414" w="4286250">
                  <a:moveTo>
                    <a:pt x="288124" y="0"/>
                  </a:moveTo>
                  <a:lnTo>
                    <a:pt x="288124" y="17995"/>
                  </a:lnTo>
                </a:path>
                <a:path extrusionOk="0" h="18414" w="4286250">
                  <a:moveTo>
                    <a:pt x="297129" y="0"/>
                  </a:moveTo>
                  <a:lnTo>
                    <a:pt x="297129" y="17995"/>
                  </a:lnTo>
                </a:path>
                <a:path extrusionOk="0" h="18414" w="4286250">
                  <a:moveTo>
                    <a:pt x="306133" y="0"/>
                  </a:moveTo>
                  <a:lnTo>
                    <a:pt x="306133" y="17995"/>
                  </a:lnTo>
                </a:path>
                <a:path extrusionOk="0" h="18414" w="4286250">
                  <a:moveTo>
                    <a:pt x="315137" y="0"/>
                  </a:moveTo>
                  <a:lnTo>
                    <a:pt x="315137" y="17995"/>
                  </a:lnTo>
                </a:path>
                <a:path extrusionOk="0" h="18414" w="4286250">
                  <a:moveTo>
                    <a:pt x="324142" y="0"/>
                  </a:moveTo>
                  <a:lnTo>
                    <a:pt x="324142" y="17995"/>
                  </a:lnTo>
                </a:path>
                <a:path extrusionOk="0" h="18414" w="4286250">
                  <a:moveTo>
                    <a:pt x="333146" y="0"/>
                  </a:moveTo>
                  <a:lnTo>
                    <a:pt x="333146" y="17995"/>
                  </a:lnTo>
                </a:path>
                <a:path extrusionOk="0" h="18414" w="4286250">
                  <a:moveTo>
                    <a:pt x="342138" y="0"/>
                  </a:moveTo>
                  <a:lnTo>
                    <a:pt x="342138" y="17995"/>
                  </a:lnTo>
                </a:path>
                <a:path extrusionOk="0" h="18414" w="4286250">
                  <a:moveTo>
                    <a:pt x="351142" y="0"/>
                  </a:moveTo>
                  <a:lnTo>
                    <a:pt x="351142" y="17995"/>
                  </a:lnTo>
                </a:path>
                <a:path extrusionOk="0" h="18414" w="4286250">
                  <a:moveTo>
                    <a:pt x="360146" y="0"/>
                  </a:moveTo>
                  <a:lnTo>
                    <a:pt x="360146" y="17995"/>
                  </a:lnTo>
                </a:path>
                <a:path extrusionOk="0" h="18414" w="4286250">
                  <a:moveTo>
                    <a:pt x="369150" y="0"/>
                  </a:moveTo>
                  <a:lnTo>
                    <a:pt x="369150" y="17995"/>
                  </a:lnTo>
                </a:path>
                <a:path extrusionOk="0" h="18414" w="4286250">
                  <a:moveTo>
                    <a:pt x="378155" y="0"/>
                  </a:moveTo>
                  <a:lnTo>
                    <a:pt x="378155" y="17995"/>
                  </a:lnTo>
                </a:path>
                <a:path extrusionOk="0" h="18414" w="4286250">
                  <a:moveTo>
                    <a:pt x="387159" y="0"/>
                  </a:moveTo>
                  <a:lnTo>
                    <a:pt x="387159" y="17995"/>
                  </a:lnTo>
                </a:path>
                <a:path extrusionOk="0" h="18414" w="4286250">
                  <a:moveTo>
                    <a:pt x="396163" y="0"/>
                  </a:moveTo>
                  <a:lnTo>
                    <a:pt x="396163" y="17995"/>
                  </a:lnTo>
                </a:path>
                <a:path extrusionOk="0" h="18414" w="4286250">
                  <a:moveTo>
                    <a:pt x="405168" y="0"/>
                  </a:moveTo>
                  <a:lnTo>
                    <a:pt x="405168" y="17995"/>
                  </a:lnTo>
                </a:path>
                <a:path extrusionOk="0" h="18414" w="4286250">
                  <a:moveTo>
                    <a:pt x="414172" y="0"/>
                  </a:moveTo>
                  <a:lnTo>
                    <a:pt x="414172" y="17995"/>
                  </a:lnTo>
                </a:path>
                <a:path extrusionOk="0" h="18414" w="4286250">
                  <a:moveTo>
                    <a:pt x="423176" y="0"/>
                  </a:moveTo>
                  <a:lnTo>
                    <a:pt x="423176" y="17995"/>
                  </a:lnTo>
                </a:path>
                <a:path extrusionOk="0" h="18414" w="4286250">
                  <a:moveTo>
                    <a:pt x="432181" y="0"/>
                  </a:moveTo>
                  <a:lnTo>
                    <a:pt x="432181" y="17995"/>
                  </a:lnTo>
                </a:path>
                <a:path extrusionOk="0" h="18414" w="4286250">
                  <a:moveTo>
                    <a:pt x="441185" y="0"/>
                  </a:moveTo>
                  <a:lnTo>
                    <a:pt x="441185" y="17995"/>
                  </a:lnTo>
                </a:path>
                <a:path extrusionOk="0" h="18414" w="4286250">
                  <a:moveTo>
                    <a:pt x="450189" y="0"/>
                  </a:moveTo>
                  <a:lnTo>
                    <a:pt x="450189" y="17995"/>
                  </a:lnTo>
                </a:path>
                <a:path extrusionOk="0" h="18414" w="4286250">
                  <a:moveTo>
                    <a:pt x="459193" y="0"/>
                  </a:moveTo>
                  <a:lnTo>
                    <a:pt x="459193" y="17995"/>
                  </a:lnTo>
                </a:path>
                <a:path extrusionOk="0" h="18414" w="4286250">
                  <a:moveTo>
                    <a:pt x="468198" y="0"/>
                  </a:moveTo>
                  <a:lnTo>
                    <a:pt x="468198" y="17995"/>
                  </a:lnTo>
                </a:path>
                <a:path extrusionOk="0" h="18414" w="4286250">
                  <a:moveTo>
                    <a:pt x="477202" y="0"/>
                  </a:moveTo>
                  <a:lnTo>
                    <a:pt x="477202" y="17995"/>
                  </a:lnTo>
                </a:path>
                <a:path extrusionOk="0" h="18414" w="4286250">
                  <a:moveTo>
                    <a:pt x="486206" y="0"/>
                  </a:moveTo>
                  <a:lnTo>
                    <a:pt x="486206" y="17995"/>
                  </a:lnTo>
                </a:path>
                <a:path extrusionOk="0" h="18414" w="4286250">
                  <a:moveTo>
                    <a:pt x="495211" y="0"/>
                  </a:moveTo>
                  <a:lnTo>
                    <a:pt x="495211" y="17995"/>
                  </a:lnTo>
                </a:path>
                <a:path extrusionOk="0" h="18414" w="4286250">
                  <a:moveTo>
                    <a:pt x="504215" y="0"/>
                  </a:moveTo>
                  <a:lnTo>
                    <a:pt x="504215" y="17995"/>
                  </a:lnTo>
                </a:path>
                <a:path extrusionOk="0" h="18414" w="4286250">
                  <a:moveTo>
                    <a:pt x="513219" y="0"/>
                  </a:moveTo>
                  <a:lnTo>
                    <a:pt x="513219" y="17995"/>
                  </a:lnTo>
                </a:path>
                <a:path extrusionOk="0" h="18414" w="4286250">
                  <a:moveTo>
                    <a:pt x="522223" y="0"/>
                  </a:moveTo>
                  <a:lnTo>
                    <a:pt x="522223" y="17995"/>
                  </a:lnTo>
                </a:path>
                <a:path extrusionOk="0" h="18414" w="4286250">
                  <a:moveTo>
                    <a:pt x="531228" y="0"/>
                  </a:moveTo>
                  <a:lnTo>
                    <a:pt x="531228" y="17995"/>
                  </a:lnTo>
                </a:path>
                <a:path extrusionOk="0" h="18414" w="4286250">
                  <a:moveTo>
                    <a:pt x="540232" y="0"/>
                  </a:moveTo>
                  <a:lnTo>
                    <a:pt x="540232" y="17995"/>
                  </a:lnTo>
                </a:path>
                <a:path extrusionOk="0" h="18414" w="4286250">
                  <a:moveTo>
                    <a:pt x="549236" y="0"/>
                  </a:moveTo>
                  <a:lnTo>
                    <a:pt x="549236" y="17995"/>
                  </a:lnTo>
                </a:path>
                <a:path extrusionOk="0" h="18414" w="4286250">
                  <a:moveTo>
                    <a:pt x="558228" y="0"/>
                  </a:moveTo>
                  <a:lnTo>
                    <a:pt x="558228" y="17995"/>
                  </a:lnTo>
                </a:path>
                <a:path extrusionOk="0" h="18414" w="4286250">
                  <a:moveTo>
                    <a:pt x="567232" y="0"/>
                  </a:moveTo>
                  <a:lnTo>
                    <a:pt x="567232" y="17995"/>
                  </a:lnTo>
                </a:path>
                <a:path extrusionOk="0" h="18414" w="4286250">
                  <a:moveTo>
                    <a:pt x="576237" y="0"/>
                  </a:moveTo>
                  <a:lnTo>
                    <a:pt x="576237" y="17995"/>
                  </a:lnTo>
                </a:path>
                <a:path extrusionOk="0" h="18414" w="4286250">
                  <a:moveTo>
                    <a:pt x="585241" y="0"/>
                  </a:moveTo>
                  <a:lnTo>
                    <a:pt x="585241" y="17995"/>
                  </a:lnTo>
                </a:path>
                <a:path extrusionOk="0" h="18414" w="4286250">
                  <a:moveTo>
                    <a:pt x="594245" y="0"/>
                  </a:moveTo>
                  <a:lnTo>
                    <a:pt x="594245" y="17995"/>
                  </a:lnTo>
                </a:path>
                <a:path extrusionOk="0" h="18414" w="4286250">
                  <a:moveTo>
                    <a:pt x="603250" y="0"/>
                  </a:moveTo>
                  <a:lnTo>
                    <a:pt x="603250" y="17995"/>
                  </a:lnTo>
                </a:path>
                <a:path extrusionOk="0" h="18414" w="4286250">
                  <a:moveTo>
                    <a:pt x="612254" y="0"/>
                  </a:moveTo>
                  <a:lnTo>
                    <a:pt x="612254" y="17995"/>
                  </a:lnTo>
                </a:path>
                <a:path extrusionOk="0" h="18414" w="4286250">
                  <a:moveTo>
                    <a:pt x="621258" y="0"/>
                  </a:moveTo>
                  <a:lnTo>
                    <a:pt x="621258" y="17995"/>
                  </a:lnTo>
                </a:path>
                <a:path extrusionOk="0" h="18414" w="4286250">
                  <a:moveTo>
                    <a:pt x="630262" y="0"/>
                  </a:moveTo>
                  <a:lnTo>
                    <a:pt x="630262" y="17995"/>
                  </a:lnTo>
                </a:path>
                <a:path extrusionOk="0" h="18414" w="4286250">
                  <a:moveTo>
                    <a:pt x="639267" y="0"/>
                  </a:moveTo>
                  <a:lnTo>
                    <a:pt x="639267" y="17995"/>
                  </a:lnTo>
                </a:path>
                <a:path extrusionOk="0" h="18414" w="4286250">
                  <a:moveTo>
                    <a:pt x="648271" y="0"/>
                  </a:moveTo>
                  <a:lnTo>
                    <a:pt x="648271" y="17995"/>
                  </a:lnTo>
                </a:path>
                <a:path extrusionOk="0" h="18414" w="4286250">
                  <a:moveTo>
                    <a:pt x="657275" y="0"/>
                  </a:moveTo>
                  <a:lnTo>
                    <a:pt x="657275" y="17995"/>
                  </a:lnTo>
                </a:path>
                <a:path extrusionOk="0" h="18414" w="4286250">
                  <a:moveTo>
                    <a:pt x="666280" y="0"/>
                  </a:moveTo>
                  <a:lnTo>
                    <a:pt x="666280" y="17995"/>
                  </a:lnTo>
                </a:path>
                <a:path extrusionOk="0" h="18414" w="4286250">
                  <a:moveTo>
                    <a:pt x="675284" y="0"/>
                  </a:moveTo>
                  <a:lnTo>
                    <a:pt x="675284" y="17995"/>
                  </a:lnTo>
                </a:path>
                <a:path extrusionOk="0" h="18414" w="4286250">
                  <a:moveTo>
                    <a:pt x="684288" y="0"/>
                  </a:moveTo>
                  <a:lnTo>
                    <a:pt x="684288" y="17995"/>
                  </a:lnTo>
                </a:path>
                <a:path extrusionOk="0" h="18414" w="4286250">
                  <a:moveTo>
                    <a:pt x="693293" y="0"/>
                  </a:moveTo>
                  <a:lnTo>
                    <a:pt x="693293" y="17995"/>
                  </a:lnTo>
                </a:path>
                <a:path extrusionOk="0" h="18414" w="4286250">
                  <a:moveTo>
                    <a:pt x="702297" y="0"/>
                  </a:moveTo>
                  <a:lnTo>
                    <a:pt x="702297" y="17995"/>
                  </a:lnTo>
                </a:path>
                <a:path extrusionOk="0" h="18414" w="4286250">
                  <a:moveTo>
                    <a:pt x="711301" y="0"/>
                  </a:moveTo>
                  <a:lnTo>
                    <a:pt x="711301" y="17995"/>
                  </a:lnTo>
                </a:path>
                <a:path extrusionOk="0" h="18414" w="4286250">
                  <a:moveTo>
                    <a:pt x="720305" y="0"/>
                  </a:moveTo>
                  <a:lnTo>
                    <a:pt x="720305" y="17995"/>
                  </a:lnTo>
                </a:path>
                <a:path extrusionOk="0" h="18414" w="4286250">
                  <a:moveTo>
                    <a:pt x="729310" y="0"/>
                  </a:moveTo>
                  <a:lnTo>
                    <a:pt x="729310" y="17995"/>
                  </a:lnTo>
                </a:path>
                <a:path extrusionOk="0" h="18414" w="4286250">
                  <a:moveTo>
                    <a:pt x="738314" y="0"/>
                  </a:moveTo>
                  <a:lnTo>
                    <a:pt x="738314" y="17995"/>
                  </a:lnTo>
                </a:path>
                <a:path extrusionOk="0" h="18414" w="4286250">
                  <a:moveTo>
                    <a:pt x="747318" y="0"/>
                  </a:moveTo>
                  <a:lnTo>
                    <a:pt x="747318" y="17995"/>
                  </a:lnTo>
                </a:path>
                <a:path extrusionOk="0" h="18414" w="4286250">
                  <a:moveTo>
                    <a:pt x="756323" y="0"/>
                  </a:moveTo>
                  <a:lnTo>
                    <a:pt x="756323" y="17995"/>
                  </a:lnTo>
                </a:path>
                <a:path extrusionOk="0" h="18414" w="4286250">
                  <a:moveTo>
                    <a:pt x="765327" y="0"/>
                  </a:moveTo>
                  <a:lnTo>
                    <a:pt x="765327" y="17995"/>
                  </a:lnTo>
                </a:path>
                <a:path extrusionOk="0" h="18414" w="4286250">
                  <a:moveTo>
                    <a:pt x="774319" y="0"/>
                  </a:moveTo>
                  <a:lnTo>
                    <a:pt x="774319" y="17995"/>
                  </a:lnTo>
                </a:path>
                <a:path extrusionOk="0" h="18414" w="4286250">
                  <a:moveTo>
                    <a:pt x="783323" y="0"/>
                  </a:moveTo>
                  <a:lnTo>
                    <a:pt x="783323" y="17995"/>
                  </a:lnTo>
                </a:path>
                <a:path extrusionOk="0" h="18414" w="4286250">
                  <a:moveTo>
                    <a:pt x="792327" y="0"/>
                  </a:moveTo>
                  <a:lnTo>
                    <a:pt x="792327" y="17995"/>
                  </a:lnTo>
                </a:path>
                <a:path extrusionOk="0" h="18414" w="4286250">
                  <a:moveTo>
                    <a:pt x="801331" y="0"/>
                  </a:moveTo>
                  <a:lnTo>
                    <a:pt x="801331" y="17995"/>
                  </a:lnTo>
                </a:path>
                <a:path extrusionOk="0" h="18414" w="4286250">
                  <a:moveTo>
                    <a:pt x="810336" y="0"/>
                  </a:moveTo>
                  <a:lnTo>
                    <a:pt x="810336" y="17995"/>
                  </a:lnTo>
                </a:path>
                <a:path extrusionOk="0" h="18414" w="4286250">
                  <a:moveTo>
                    <a:pt x="819340" y="0"/>
                  </a:moveTo>
                  <a:lnTo>
                    <a:pt x="819340" y="17995"/>
                  </a:lnTo>
                </a:path>
                <a:path extrusionOk="0" h="18414" w="4286250">
                  <a:moveTo>
                    <a:pt x="828344" y="0"/>
                  </a:moveTo>
                  <a:lnTo>
                    <a:pt x="828344" y="17995"/>
                  </a:lnTo>
                </a:path>
                <a:path extrusionOk="0" h="18414" w="4286250">
                  <a:moveTo>
                    <a:pt x="837349" y="0"/>
                  </a:moveTo>
                  <a:lnTo>
                    <a:pt x="837349" y="17995"/>
                  </a:lnTo>
                </a:path>
                <a:path extrusionOk="0" h="18414" w="4286250">
                  <a:moveTo>
                    <a:pt x="846353" y="0"/>
                  </a:moveTo>
                  <a:lnTo>
                    <a:pt x="846353" y="17995"/>
                  </a:lnTo>
                </a:path>
                <a:path extrusionOk="0" h="18414" w="4286250">
                  <a:moveTo>
                    <a:pt x="855357" y="0"/>
                  </a:moveTo>
                  <a:lnTo>
                    <a:pt x="855357" y="17995"/>
                  </a:lnTo>
                </a:path>
                <a:path extrusionOk="0" h="18414" w="4286250">
                  <a:moveTo>
                    <a:pt x="864362" y="0"/>
                  </a:moveTo>
                  <a:lnTo>
                    <a:pt x="864362" y="17995"/>
                  </a:lnTo>
                </a:path>
                <a:path extrusionOk="0" h="18414" w="4286250">
                  <a:moveTo>
                    <a:pt x="873366" y="0"/>
                  </a:moveTo>
                  <a:lnTo>
                    <a:pt x="873366" y="17995"/>
                  </a:lnTo>
                </a:path>
                <a:path extrusionOk="0" h="18414" w="4286250">
                  <a:moveTo>
                    <a:pt x="882370" y="0"/>
                  </a:moveTo>
                  <a:lnTo>
                    <a:pt x="882370" y="17995"/>
                  </a:lnTo>
                </a:path>
                <a:path extrusionOk="0" h="18414" w="4286250">
                  <a:moveTo>
                    <a:pt x="891374" y="0"/>
                  </a:moveTo>
                  <a:lnTo>
                    <a:pt x="891374" y="17995"/>
                  </a:lnTo>
                </a:path>
                <a:path extrusionOk="0" h="18414" w="4286250">
                  <a:moveTo>
                    <a:pt x="900379" y="0"/>
                  </a:moveTo>
                  <a:lnTo>
                    <a:pt x="900379" y="17995"/>
                  </a:lnTo>
                </a:path>
                <a:path extrusionOk="0" h="18414" w="4286250">
                  <a:moveTo>
                    <a:pt x="909383" y="0"/>
                  </a:moveTo>
                  <a:lnTo>
                    <a:pt x="909383" y="17995"/>
                  </a:lnTo>
                </a:path>
                <a:path extrusionOk="0" h="18414" w="4286250">
                  <a:moveTo>
                    <a:pt x="918387" y="0"/>
                  </a:moveTo>
                  <a:lnTo>
                    <a:pt x="918387" y="17995"/>
                  </a:lnTo>
                </a:path>
                <a:path extrusionOk="0" h="18414" w="4286250">
                  <a:moveTo>
                    <a:pt x="927392" y="0"/>
                  </a:moveTo>
                  <a:lnTo>
                    <a:pt x="927392" y="17995"/>
                  </a:lnTo>
                </a:path>
                <a:path extrusionOk="0" h="18414" w="4286250">
                  <a:moveTo>
                    <a:pt x="936396" y="0"/>
                  </a:moveTo>
                  <a:lnTo>
                    <a:pt x="936396" y="17995"/>
                  </a:lnTo>
                </a:path>
                <a:path extrusionOk="0" h="18414" w="4286250">
                  <a:moveTo>
                    <a:pt x="945400" y="0"/>
                  </a:moveTo>
                  <a:lnTo>
                    <a:pt x="945400" y="17995"/>
                  </a:lnTo>
                </a:path>
                <a:path extrusionOk="0" h="18414" w="4286250">
                  <a:moveTo>
                    <a:pt x="954405" y="0"/>
                  </a:moveTo>
                  <a:lnTo>
                    <a:pt x="954405" y="17995"/>
                  </a:lnTo>
                </a:path>
                <a:path extrusionOk="0" h="18414" w="4286250">
                  <a:moveTo>
                    <a:pt x="963409" y="0"/>
                  </a:moveTo>
                  <a:lnTo>
                    <a:pt x="963409" y="17995"/>
                  </a:lnTo>
                </a:path>
                <a:path extrusionOk="0" h="18414" w="4286250">
                  <a:moveTo>
                    <a:pt x="972413" y="0"/>
                  </a:moveTo>
                  <a:lnTo>
                    <a:pt x="972413" y="17995"/>
                  </a:lnTo>
                </a:path>
                <a:path extrusionOk="0" h="18414" w="4286250">
                  <a:moveTo>
                    <a:pt x="981417" y="0"/>
                  </a:moveTo>
                  <a:lnTo>
                    <a:pt x="981417" y="17995"/>
                  </a:lnTo>
                </a:path>
                <a:path extrusionOk="0" h="18414" w="4286250">
                  <a:moveTo>
                    <a:pt x="990422" y="0"/>
                  </a:moveTo>
                  <a:lnTo>
                    <a:pt x="990422" y="17995"/>
                  </a:lnTo>
                </a:path>
                <a:path extrusionOk="0" h="18414" w="4286250">
                  <a:moveTo>
                    <a:pt x="999413" y="0"/>
                  </a:moveTo>
                  <a:lnTo>
                    <a:pt x="999413" y="17995"/>
                  </a:lnTo>
                </a:path>
                <a:path extrusionOk="0" h="18414" w="4286250">
                  <a:moveTo>
                    <a:pt x="1008418" y="0"/>
                  </a:moveTo>
                  <a:lnTo>
                    <a:pt x="1008418" y="17995"/>
                  </a:lnTo>
                </a:path>
                <a:path extrusionOk="0" h="18414" w="4286250">
                  <a:moveTo>
                    <a:pt x="1017422" y="0"/>
                  </a:moveTo>
                  <a:lnTo>
                    <a:pt x="1017422" y="17995"/>
                  </a:lnTo>
                </a:path>
                <a:path extrusionOk="0" h="18414" w="4286250">
                  <a:moveTo>
                    <a:pt x="1026426" y="0"/>
                  </a:moveTo>
                  <a:lnTo>
                    <a:pt x="1026426" y="17995"/>
                  </a:lnTo>
                </a:path>
                <a:path extrusionOk="0" h="18414" w="4286250">
                  <a:moveTo>
                    <a:pt x="1035431" y="0"/>
                  </a:moveTo>
                  <a:lnTo>
                    <a:pt x="1035431" y="17995"/>
                  </a:lnTo>
                </a:path>
                <a:path extrusionOk="0" h="18414" w="4286250">
                  <a:moveTo>
                    <a:pt x="1044435" y="0"/>
                  </a:moveTo>
                  <a:lnTo>
                    <a:pt x="1044435" y="17995"/>
                  </a:lnTo>
                </a:path>
                <a:path extrusionOk="0" h="18414" w="4286250">
                  <a:moveTo>
                    <a:pt x="1053439" y="0"/>
                  </a:moveTo>
                  <a:lnTo>
                    <a:pt x="1053439" y="17995"/>
                  </a:lnTo>
                </a:path>
                <a:path extrusionOk="0" h="18414" w="4286250">
                  <a:moveTo>
                    <a:pt x="1062443" y="0"/>
                  </a:moveTo>
                  <a:lnTo>
                    <a:pt x="1062443" y="17995"/>
                  </a:lnTo>
                </a:path>
                <a:path extrusionOk="0" h="18414" w="4286250">
                  <a:moveTo>
                    <a:pt x="1071448" y="0"/>
                  </a:moveTo>
                  <a:lnTo>
                    <a:pt x="1071448" y="17995"/>
                  </a:lnTo>
                </a:path>
                <a:path extrusionOk="0" h="18414" w="4286250">
                  <a:moveTo>
                    <a:pt x="1080452" y="0"/>
                  </a:moveTo>
                  <a:lnTo>
                    <a:pt x="1080452" y="17995"/>
                  </a:lnTo>
                </a:path>
                <a:path extrusionOk="0" h="18414" w="4286250">
                  <a:moveTo>
                    <a:pt x="1089456" y="0"/>
                  </a:moveTo>
                  <a:lnTo>
                    <a:pt x="1089456" y="17995"/>
                  </a:lnTo>
                </a:path>
                <a:path extrusionOk="0" h="18414" w="4286250">
                  <a:moveTo>
                    <a:pt x="1098461" y="0"/>
                  </a:moveTo>
                  <a:lnTo>
                    <a:pt x="1098461" y="17995"/>
                  </a:lnTo>
                </a:path>
                <a:path extrusionOk="0" h="18414" w="4286250">
                  <a:moveTo>
                    <a:pt x="1107465" y="0"/>
                  </a:moveTo>
                  <a:lnTo>
                    <a:pt x="1107465" y="17995"/>
                  </a:lnTo>
                </a:path>
                <a:path extrusionOk="0" h="18414" w="4286250">
                  <a:moveTo>
                    <a:pt x="1116469" y="0"/>
                  </a:moveTo>
                  <a:lnTo>
                    <a:pt x="1116469" y="17995"/>
                  </a:lnTo>
                </a:path>
                <a:path extrusionOk="0" h="18414" w="4286250">
                  <a:moveTo>
                    <a:pt x="1125474" y="0"/>
                  </a:moveTo>
                  <a:lnTo>
                    <a:pt x="1125474" y="17995"/>
                  </a:lnTo>
                </a:path>
                <a:path extrusionOk="0" h="18414" w="4286250">
                  <a:moveTo>
                    <a:pt x="1134478" y="0"/>
                  </a:moveTo>
                  <a:lnTo>
                    <a:pt x="1134478" y="17995"/>
                  </a:lnTo>
                </a:path>
                <a:path extrusionOk="0" h="18414" w="4286250">
                  <a:moveTo>
                    <a:pt x="1143482" y="0"/>
                  </a:moveTo>
                  <a:lnTo>
                    <a:pt x="1143482" y="17995"/>
                  </a:lnTo>
                </a:path>
                <a:path extrusionOk="0" h="18414" w="4286250">
                  <a:moveTo>
                    <a:pt x="1152486" y="0"/>
                  </a:moveTo>
                  <a:lnTo>
                    <a:pt x="1152486" y="17995"/>
                  </a:lnTo>
                </a:path>
                <a:path extrusionOk="0" h="18414" w="4286250">
                  <a:moveTo>
                    <a:pt x="1161491" y="0"/>
                  </a:moveTo>
                  <a:lnTo>
                    <a:pt x="1161491" y="17995"/>
                  </a:lnTo>
                </a:path>
                <a:path extrusionOk="0" h="18414" w="4286250">
                  <a:moveTo>
                    <a:pt x="1170495" y="0"/>
                  </a:moveTo>
                  <a:lnTo>
                    <a:pt x="1170495" y="17995"/>
                  </a:lnTo>
                </a:path>
                <a:path extrusionOk="0" h="18414" w="4286250">
                  <a:moveTo>
                    <a:pt x="1179499" y="0"/>
                  </a:moveTo>
                  <a:lnTo>
                    <a:pt x="1179499" y="17995"/>
                  </a:lnTo>
                </a:path>
                <a:path extrusionOk="0" h="18414" w="4286250">
                  <a:moveTo>
                    <a:pt x="1188504" y="0"/>
                  </a:moveTo>
                  <a:lnTo>
                    <a:pt x="1188504" y="17995"/>
                  </a:lnTo>
                </a:path>
                <a:path extrusionOk="0" h="18414" w="4286250">
                  <a:moveTo>
                    <a:pt x="1197508" y="0"/>
                  </a:moveTo>
                  <a:lnTo>
                    <a:pt x="1197508" y="17995"/>
                  </a:lnTo>
                </a:path>
                <a:path extrusionOk="0" h="18414" w="4286250">
                  <a:moveTo>
                    <a:pt x="1206512" y="0"/>
                  </a:moveTo>
                  <a:lnTo>
                    <a:pt x="1206512" y="17995"/>
                  </a:lnTo>
                </a:path>
                <a:path extrusionOk="0" h="18414" w="4286250">
                  <a:moveTo>
                    <a:pt x="1215517" y="0"/>
                  </a:moveTo>
                  <a:lnTo>
                    <a:pt x="1215517" y="17995"/>
                  </a:lnTo>
                </a:path>
                <a:path extrusionOk="0" h="18414" w="4286250">
                  <a:moveTo>
                    <a:pt x="1224508" y="0"/>
                  </a:moveTo>
                  <a:lnTo>
                    <a:pt x="1224508" y="17995"/>
                  </a:lnTo>
                </a:path>
                <a:path extrusionOk="0" h="18414" w="4286250">
                  <a:moveTo>
                    <a:pt x="1233512" y="0"/>
                  </a:moveTo>
                  <a:lnTo>
                    <a:pt x="1233512" y="17995"/>
                  </a:lnTo>
                </a:path>
                <a:path extrusionOk="0" h="18414" w="4286250">
                  <a:moveTo>
                    <a:pt x="1242517" y="0"/>
                  </a:moveTo>
                  <a:lnTo>
                    <a:pt x="1242517" y="17995"/>
                  </a:lnTo>
                </a:path>
                <a:path extrusionOk="0" h="18414" w="4286250">
                  <a:moveTo>
                    <a:pt x="1251521" y="0"/>
                  </a:moveTo>
                  <a:lnTo>
                    <a:pt x="1251521" y="17995"/>
                  </a:lnTo>
                </a:path>
                <a:path extrusionOk="0" h="18414" w="4286250">
                  <a:moveTo>
                    <a:pt x="1260525" y="0"/>
                  </a:moveTo>
                  <a:lnTo>
                    <a:pt x="1260525" y="17995"/>
                  </a:lnTo>
                </a:path>
                <a:path extrusionOk="0" h="18414" w="4286250">
                  <a:moveTo>
                    <a:pt x="1269530" y="0"/>
                  </a:moveTo>
                  <a:lnTo>
                    <a:pt x="1269530" y="17995"/>
                  </a:lnTo>
                </a:path>
                <a:path extrusionOk="0" h="18414" w="4286250">
                  <a:moveTo>
                    <a:pt x="1278534" y="0"/>
                  </a:moveTo>
                  <a:lnTo>
                    <a:pt x="1278534" y="17995"/>
                  </a:lnTo>
                </a:path>
                <a:path extrusionOk="0" h="18414" w="4286250">
                  <a:moveTo>
                    <a:pt x="1287538" y="0"/>
                  </a:moveTo>
                  <a:lnTo>
                    <a:pt x="1287538" y="17995"/>
                  </a:lnTo>
                </a:path>
                <a:path extrusionOk="0" h="18414" w="4286250">
                  <a:moveTo>
                    <a:pt x="1296543" y="0"/>
                  </a:moveTo>
                  <a:lnTo>
                    <a:pt x="1296543" y="17995"/>
                  </a:lnTo>
                </a:path>
                <a:path extrusionOk="0" h="18414" w="4286250">
                  <a:moveTo>
                    <a:pt x="1305547" y="0"/>
                  </a:moveTo>
                  <a:lnTo>
                    <a:pt x="1305547" y="17995"/>
                  </a:lnTo>
                </a:path>
                <a:path extrusionOk="0" h="18414" w="4286250">
                  <a:moveTo>
                    <a:pt x="1314551" y="0"/>
                  </a:moveTo>
                  <a:lnTo>
                    <a:pt x="1314551" y="17995"/>
                  </a:lnTo>
                </a:path>
                <a:path extrusionOk="0" h="18414" w="4286250">
                  <a:moveTo>
                    <a:pt x="1323555" y="0"/>
                  </a:moveTo>
                  <a:lnTo>
                    <a:pt x="1323555" y="17995"/>
                  </a:lnTo>
                </a:path>
                <a:path extrusionOk="0" h="18414" w="4286250">
                  <a:moveTo>
                    <a:pt x="1332560" y="0"/>
                  </a:moveTo>
                  <a:lnTo>
                    <a:pt x="1332560" y="17995"/>
                  </a:lnTo>
                </a:path>
                <a:path extrusionOk="0" h="18414" w="4286250">
                  <a:moveTo>
                    <a:pt x="1341564" y="0"/>
                  </a:moveTo>
                  <a:lnTo>
                    <a:pt x="1341564" y="17995"/>
                  </a:lnTo>
                </a:path>
                <a:path extrusionOk="0" h="18414" w="4286250">
                  <a:moveTo>
                    <a:pt x="1350568" y="0"/>
                  </a:moveTo>
                  <a:lnTo>
                    <a:pt x="1350568" y="17995"/>
                  </a:lnTo>
                </a:path>
                <a:path extrusionOk="0" h="18414" w="4286250">
                  <a:moveTo>
                    <a:pt x="1359573" y="0"/>
                  </a:moveTo>
                  <a:lnTo>
                    <a:pt x="1359573" y="17995"/>
                  </a:lnTo>
                </a:path>
                <a:path extrusionOk="0" h="18414" w="4286250">
                  <a:moveTo>
                    <a:pt x="1368577" y="0"/>
                  </a:moveTo>
                  <a:lnTo>
                    <a:pt x="1368577" y="17995"/>
                  </a:lnTo>
                </a:path>
                <a:path extrusionOk="0" h="18414" w="4286250">
                  <a:moveTo>
                    <a:pt x="1377581" y="0"/>
                  </a:moveTo>
                  <a:lnTo>
                    <a:pt x="1377581" y="17995"/>
                  </a:lnTo>
                </a:path>
                <a:path extrusionOk="0" h="18414" w="4286250">
                  <a:moveTo>
                    <a:pt x="1386586" y="0"/>
                  </a:moveTo>
                  <a:lnTo>
                    <a:pt x="1386586" y="17995"/>
                  </a:lnTo>
                </a:path>
                <a:path extrusionOk="0" h="18414" w="4286250">
                  <a:moveTo>
                    <a:pt x="1395590" y="0"/>
                  </a:moveTo>
                  <a:lnTo>
                    <a:pt x="1395590" y="17995"/>
                  </a:lnTo>
                </a:path>
                <a:path extrusionOk="0" h="18414" w="4286250">
                  <a:moveTo>
                    <a:pt x="1404594" y="0"/>
                  </a:moveTo>
                  <a:lnTo>
                    <a:pt x="1404594" y="17995"/>
                  </a:lnTo>
                </a:path>
                <a:path extrusionOk="0" h="18414" w="4286250">
                  <a:moveTo>
                    <a:pt x="1413598" y="0"/>
                  </a:moveTo>
                  <a:lnTo>
                    <a:pt x="1413598" y="17995"/>
                  </a:lnTo>
                </a:path>
                <a:path extrusionOk="0" h="18414" w="4286250">
                  <a:moveTo>
                    <a:pt x="1422603" y="0"/>
                  </a:moveTo>
                  <a:lnTo>
                    <a:pt x="1422603" y="17995"/>
                  </a:lnTo>
                </a:path>
                <a:path extrusionOk="0" h="18414" w="4286250">
                  <a:moveTo>
                    <a:pt x="1431607" y="0"/>
                  </a:moveTo>
                  <a:lnTo>
                    <a:pt x="1431607" y="17995"/>
                  </a:lnTo>
                </a:path>
                <a:path extrusionOk="0" h="18414" w="4286250">
                  <a:moveTo>
                    <a:pt x="1440611" y="0"/>
                  </a:moveTo>
                  <a:lnTo>
                    <a:pt x="1440611" y="17995"/>
                  </a:lnTo>
                </a:path>
                <a:path extrusionOk="0" h="18414" w="4286250">
                  <a:moveTo>
                    <a:pt x="1449603" y="0"/>
                  </a:moveTo>
                  <a:lnTo>
                    <a:pt x="1449603" y="17995"/>
                  </a:lnTo>
                </a:path>
                <a:path extrusionOk="0" h="18414" w="4286250">
                  <a:moveTo>
                    <a:pt x="1458607" y="0"/>
                  </a:moveTo>
                  <a:lnTo>
                    <a:pt x="1458607" y="17995"/>
                  </a:lnTo>
                </a:path>
                <a:path extrusionOk="0" h="18414" w="4286250">
                  <a:moveTo>
                    <a:pt x="1467612" y="0"/>
                  </a:moveTo>
                  <a:lnTo>
                    <a:pt x="1467612" y="17995"/>
                  </a:lnTo>
                </a:path>
                <a:path extrusionOk="0" h="18414" w="4286250">
                  <a:moveTo>
                    <a:pt x="1476616" y="0"/>
                  </a:moveTo>
                  <a:lnTo>
                    <a:pt x="1476616" y="17995"/>
                  </a:lnTo>
                </a:path>
                <a:path extrusionOk="0" h="18414" w="4286250">
                  <a:moveTo>
                    <a:pt x="1485620" y="0"/>
                  </a:moveTo>
                  <a:lnTo>
                    <a:pt x="1485620" y="17995"/>
                  </a:lnTo>
                </a:path>
                <a:path extrusionOk="0" h="18414" w="4286250">
                  <a:moveTo>
                    <a:pt x="1494624" y="0"/>
                  </a:moveTo>
                  <a:lnTo>
                    <a:pt x="1494624" y="17995"/>
                  </a:lnTo>
                </a:path>
                <a:path extrusionOk="0" h="18414" w="4286250">
                  <a:moveTo>
                    <a:pt x="1503629" y="0"/>
                  </a:moveTo>
                  <a:lnTo>
                    <a:pt x="1503629" y="17995"/>
                  </a:lnTo>
                </a:path>
                <a:path extrusionOk="0" h="18414" w="4286250">
                  <a:moveTo>
                    <a:pt x="1512633" y="0"/>
                  </a:moveTo>
                  <a:lnTo>
                    <a:pt x="1512633" y="17995"/>
                  </a:lnTo>
                </a:path>
                <a:path extrusionOk="0" h="18414" w="4286250">
                  <a:moveTo>
                    <a:pt x="1521637" y="0"/>
                  </a:moveTo>
                  <a:lnTo>
                    <a:pt x="1521637" y="17995"/>
                  </a:lnTo>
                </a:path>
                <a:path extrusionOk="0" h="18414" w="4286250">
                  <a:moveTo>
                    <a:pt x="1530642" y="0"/>
                  </a:moveTo>
                  <a:lnTo>
                    <a:pt x="1530642" y="17995"/>
                  </a:lnTo>
                </a:path>
                <a:path extrusionOk="0" h="18414" w="4286250">
                  <a:moveTo>
                    <a:pt x="1539646" y="0"/>
                  </a:moveTo>
                  <a:lnTo>
                    <a:pt x="1539646" y="17995"/>
                  </a:lnTo>
                </a:path>
                <a:path extrusionOk="0" h="18414" w="4286250">
                  <a:moveTo>
                    <a:pt x="1548650" y="0"/>
                  </a:moveTo>
                  <a:lnTo>
                    <a:pt x="1548650" y="17995"/>
                  </a:lnTo>
                </a:path>
                <a:path extrusionOk="0" h="18414" w="4286250">
                  <a:moveTo>
                    <a:pt x="1557655" y="0"/>
                  </a:moveTo>
                  <a:lnTo>
                    <a:pt x="1557655" y="17995"/>
                  </a:lnTo>
                </a:path>
                <a:path extrusionOk="0" h="18414" w="4286250">
                  <a:moveTo>
                    <a:pt x="1566659" y="0"/>
                  </a:moveTo>
                  <a:lnTo>
                    <a:pt x="1566659" y="17995"/>
                  </a:lnTo>
                </a:path>
                <a:path extrusionOk="0" h="18414" w="4286250">
                  <a:moveTo>
                    <a:pt x="1575663" y="0"/>
                  </a:moveTo>
                  <a:lnTo>
                    <a:pt x="1575663" y="17995"/>
                  </a:lnTo>
                </a:path>
                <a:path extrusionOk="0" h="18414" w="4286250">
                  <a:moveTo>
                    <a:pt x="1584667" y="0"/>
                  </a:moveTo>
                  <a:lnTo>
                    <a:pt x="1584667" y="17995"/>
                  </a:lnTo>
                </a:path>
                <a:path extrusionOk="0" h="18414" w="4286250">
                  <a:moveTo>
                    <a:pt x="1593672" y="0"/>
                  </a:moveTo>
                  <a:lnTo>
                    <a:pt x="1593672" y="17995"/>
                  </a:lnTo>
                </a:path>
                <a:path extrusionOk="0" h="18414" w="4286250">
                  <a:moveTo>
                    <a:pt x="1602676" y="0"/>
                  </a:moveTo>
                  <a:lnTo>
                    <a:pt x="1602676" y="17995"/>
                  </a:lnTo>
                </a:path>
                <a:path extrusionOk="0" h="18414" w="4286250">
                  <a:moveTo>
                    <a:pt x="1611680" y="0"/>
                  </a:moveTo>
                  <a:lnTo>
                    <a:pt x="1611680" y="17995"/>
                  </a:lnTo>
                </a:path>
                <a:path extrusionOk="0" h="18414" w="4286250">
                  <a:moveTo>
                    <a:pt x="1620685" y="0"/>
                  </a:moveTo>
                  <a:lnTo>
                    <a:pt x="1620685" y="17995"/>
                  </a:lnTo>
                </a:path>
                <a:path extrusionOk="0" h="18414" w="4286250">
                  <a:moveTo>
                    <a:pt x="1629689" y="0"/>
                  </a:moveTo>
                  <a:lnTo>
                    <a:pt x="1629689" y="17995"/>
                  </a:lnTo>
                </a:path>
                <a:path extrusionOk="0" h="18414" w="4286250">
                  <a:moveTo>
                    <a:pt x="1638693" y="0"/>
                  </a:moveTo>
                  <a:lnTo>
                    <a:pt x="1638693" y="17995"/>
                  </a:lnTo>
                </a:path>
                <a:path extrusionOk="0" h="18414" w="4286250">
                  <a:moveTo>
                    <a:pt x="1647698" y="0"/>
                  </a:moveTo>
                  <a:lnTo>
                    <a:pt x="1647698" y="17995"/>
                  </a:lnTo>
                </a:path>
                <a:path extrusionOk="0" h="18414" w="4286250">
                  <a:moveTo>
                    <a:pt x="1656702" y="0"/>
                  </a:moveTo>
                  <a:lnTo>
                    <a:pt x="1656702" y="17995"/>
                  </a:lnTo>
                </a:path>
                <a:path extrusionOk="0" h="18414" w="4286250">
                  <a:moveTo>
                    <a:pt x="1665693" y="0"/>
                  </a:moveTo>
                  <a:lnTo>
                    <a:pt x="1665693" y="17995"/>
                  </a:lnTo>
                </a:path>
                <a:path extrusionOk="0" h="18414" w="4286250">
                  <a:moveTo>
                    <a:pt x="1674698" y="0"/>
                  </a:moveTo>
                  <a:lnTo>
                    <a:pt x="1674698" y="17995"/>
                  </a:lnTo>
                </a:path>
                <a:path extrusionOk="0" h="18414" w="4286250">
                  <a:moveTo>
                    <a:pt x="1683702" y="0"/>
                  </a:moveTo>
                  <a:lnTo>
                    <a:pt x="1683702" y="17995"/>
                  </a:lnTo>
                </a:path>
                <a:path extrusionOk="0" h="18414" w="4286250">
                  <a:moveTo>
                    <a:pt x="1692706" y="0"/>
                  </a:moveTo>
                  <a:lnTo>
                    <a:pt x="1692706" y="17995"/>
                  </a:lnTo>
                </a:path>
                <a:path extrusionOk="0" h="18414" w="4286250">
                  <a:moveTo>
                    <a:pt x="1701711" y="0"/>
                  </a:moveTo>
                  <a:lnTo>
                    <a:pt x="1701711" y="17995"/>
                  </a:lnTo>
                </a:path>
                <a:path extrusionOk="0" h="18414" w="4286250">
                  <a:moveTo>
                    <a:pt x="1710715" y="0"/>
                  </a:moveTo>
                  <a:lnTo>
                    <a:pt x="1710715" y="17995"/>
                  </a:lnTo>
                </a:path>
                <a:path extrusionOk="0" h="18414" w="4286250">
                  <a:moveTo>
                    <a:pt x="1719719" y="0"/>
                  </a:moveTo>
                  <a:lnTo>
                    <a:pt x="1719719" y="17995"/>
                  </a:lnTo>
                </a:path>
                <a:path extrusionOk="0" h="18414" w="4286250">
                  <a:moveTo>
                    <a:pt x="1728724" y="0"/>
                  </a:moveTo>
                  <a:lnTo>
                    <a:pt x="1728724" y="17995"/>
                  </a:lnTo>
                </a:path>
                <a:path extrusionOk="0" h="18414" w="4286250">
                  <a:moveTo>
                    <a:pt x="1737728" y="0"/>
                  </a:moveTo>
                  <a:lnTo>
                    <a:pt x="1737728" y="17995"/>
                  </a:lnTo>
                </a:path>
                <a:path extrusionOk="0" h="18414" w="4286250">
                  <a:moveTo>
                    <a:pt x="1746732" y="0"/>
                  </a:moveTo>
                  <a:lnTo>
                    <a:pt x="1746732" y="17995"/>
                  </a:lnTo>
                </a:path>
                <a:path extrusionOk="0" h="18414" w="4286250">
                  <a:moveTo>
                    <a:pt x="1755736" y="0"/>
                  </a:moveTo>
                  <a:lnTo>
                    <a:pt x="1755736" y="17995"/>
                  </a:lnTo>
                </a:path>
                <a:path extrusionOk="0" h="18414" w="4286250">
                  <a:moveTo>
                    <a:pt x="1764741" y="0"/>
                  </a:moveTo>
                  <a:lnTo>
                    <a:pt x="1764741" y="17995"/>
                  </a:lnTo>
                </a:path>
                <a:path extrusionOk="0" h="18414" w="4286250">
                  <a:moveTo>
                    <a:pt x="1773745" y="0"/>
                  </a:moveTo>
                  <a:lnTo>
                    <a:pt x="1773745" y="17995"/>
                  </a:lnTo>
                </a:path>
                <a:path extrusionOk="0" h="18414" w="4286250">
                  <a:moveTo>
                    <a:pt x="1782749" y="0"/>
                  </a:moveTo>
                  <a:lnTo>
                    <a:pt x="1782749" y="17995"/>
                  </a:lnTo>
                </a:path>
                <a:path extrusionOk="0" h="18414" w="4286250">
                  <a:moveTo>
                    <a:pt x="1791754" y="0"/>
                  </a:moveTo>
                  <a:lnTo>
                    <a:pt x="1791754" y="17995"/>
                  </a:lnTo>
                </a:path>
                <a:path extrusionOk="0" h="18414" w="4286250">
                  <a:moveTo>
                    <a:pt x="1800758" y="0"/>
                  </a:moveTo>
                  <a:lnTo>
                    <a:pt x="1800758" y="17995"/>
                  </a:lnTo>
                </a:path>
                <a:path extrusionOk="0" h="18414" w="4286250">
                  <a:moveTo>
                    <a:pt x="1809762" y="0"/>
                  </a:moveTo>
                  <a:lnTo>
                    <a:pt x="1809762" y="17995"/>
                  </a:lnTo>
                </a:path>
                <a:path extrusionOk="0" h="18414" w="4286250">
                  <a:moveTo>
                    <a:pt x="1818767" y="0"/>
                  </a:moveTo>
                  <a:lnTo>
                    <a:pt x="1818767" y="17995"/>
                  </a:lnTo>
                </a:path>
                <a:path extrusionOk="0" h="18414" w="4286250">
                  <a:moveTo>
                    <a:pt x="1827771" y="0"/>
                  </a:moveTo>
                  <a:lnTo>
                    <a:pt x="1827771" y="17995"/>
                  </a:lnTo>
                </a:path>
                <a:path extrusionOk="0" h="18414" w="4286250">
                  <a:moveTo>
                    <a:pt x="1836775" y="0"/>
                  </a:moveTo>
                  <a:lnTo>
                    <a:pt x="1836775" y="17995"/>
                  </a:lnTo>
                </a:path>
                <a:path extrusionOk="0" h="18414" w="4286250">
                  <a:moveTo>
                    <a:pt x="1845779" y="0"/>
                  </a:moveTo>
                  <a:lnTo>
                    <a:pt x="1845779" y="17995"/>
                  </a:lnTo>
                </a:path>
                <a:path extrusionOk="0" h="18414" w="4286250">
                  <a:moveTo>
                    <a:pt x="1854784" y="0"/>
                  </a:moveTo>
                  <a:lnTo>
                    <a:pt x="1854784" y="17995"/>
                  </a:lnTo>
                </a:path>
                <a:path extrusionOk="0" h="18414" w="4286250">
                  <a:moveTo>
                    <a:pt x="1863788" y="0"/>
                  </a:moveTo>
                  <a:lnTo>
                    <a:pt x="1863788" y="17995"/>
                  </a:lnTo>
                </a:path>
                <a:path extrusionOk="0" h="18414" w="4286250">
                  <a:moveTo>
                    <a:pt x="1872792" y="0"/>
                  </a:moveTo>
                  <a:lnTo>
                    <a:pt x="1872792" y="17995"/>
                  </a:lnTo>
                </a:path>
                <a:path extrusionOk="0" h="18414" w="4286250">
                  <a:moveTo>
                    <a:pt x="1881797" y="0"/>
                  </a:moveTo>
                  <a:lnTo>
                    <a:pt x="1881797" y="17995"/>
                  </a:lnTo>
                </a:path>
                <a:path extrusionOk="0" h="18414" w="4286250">
                  <a:moveTo>
                    <a:pt x="1890788" y="0"/>
                  </a:moveTo>
                  <a:lnTo>
                    <a:pt x="1890788" y="17995"/>
                  </a:lnTo>
                </a:path>
                <a:path extrusionOk="0" h="18414" w="4286250">
                  <a:moveTo>
                    <a:pt x="1899793" y="0"/>
                  </a:moveTo>
                  <a:lnTo>
                    <a:pt x="1899793" y="17995"/>
                  </a:lnTo>
                </a:path>
                <a:path extrusionOk="0" h="18414" w="4286250">
                  <a:moveTo>
                    <a:pt x="1908797" y="0"/>
                  </a:moveTo>
                  <a:lnTo>
                    <a:pt x="1908797" y="17995"/>
                  </a:lnTo>
                </a:path>
                <a:path extrusionOk="0" h="18414" w="4286250">
                  <a:moveTo>
                    <a:pt x="1917801" y="0"/>
                  </a:moveTo>
                  <a:lnTo>
                    <a:pt x="1917801" y="17995"/>
                  </a:lnTo>
                </a:path>
                <a:path extrusionOk="0" h="18414" w="4286250">
                  <a:moveTo>
                    <a:pt x="1926805" y="0"/>
                  </a:moveTo>
                  <a:lnTo>
                    <a:pt x="1926805" y="17995"/>
                  </a:lnTo>
                </a:path>
                <a:path extrusionOk="0" h="18414" w="4286250">
                  <a:moveTo>
                    <a:pt x="1935810" y="0"/>
                  </a:moveTo>
                  <a:lnTo>
                    <a:pt x="1935810" y="17995"/>
                  </a:lnTo>
                </a:path>
                <a:path extrusionOk="0" h="18414" w="4286250">
                  <a:moveTo>
                    <a:pt x="1944814" y="0"/>
                  </a:moveTo>
                  <a:lnTo>
                    <a:pt x="1944814" y="17995"/>
                  </a:lnTo>
                </a:path>
                <a:path extrusionOk="0" h="18414" w="4286250">
                  <a:moveTo>
                    <a:pt x="1953818" y="0"/>
                  </a:moveTo>
                  <a:lnTo>
                    <a:pt x="1953818" y="17995"/>
                  </a:lnTo>
                </a:path>
                <a:path extrusionOk="0" h="18414" w="4286250">
                  <a:moveTo>
                    <a:pt x="1962823" y="0"/>
                  </a:moveTo>
                  <a:lnTo>
                    <a:pt x="1962823" y="17995"/>
                  </a:lnTo>
                </a:path>
                <a:path extrusionOk="0" h="18414" w="4286250">
                  <a:moveTo>
                    <a:pt x="1971827" y="0"/>
                  </a:moveTo>
                  <a:lnTo>
                    <a:pt x="1971827" y="17995"/>
                  </a:lnTo>
                </a:path>
                <a:path extrusionOk="0" h="18414" w="4286250">
                  <a:moveTo>
                    <a:pt x="1980831" y="0"/>
                  </a:moveTo>
                  <a:lnTo>
                    <a:pt x="1980831" y="17995"/>
                  </a:lnTo>
                </a:path>
                <a:path extrusionOk="0" h="18414" w="4286250">
                  <a:moveTo>
                    <a:pt x="1989836" y="0"/>
                  </a:moveTo>
                  <a:lnTo>
                    <a:pt x="1989836" y="17995"/>
                  </a:lnTo>
                </a:path>
                <a:path extrusionOk="0" h="18414" w="4286250">
                  <a:moveTo>
                    <a:pt x="1998840" y="0"/>
                  </a:moveTo>
                  <a:lnTo>
                    <a:pt x="1998840" y="17995"/>
                  </a:lnTo>
                </a:path>
                <a:path extrusionOk="0" h="18414" w="4286250">
                  <a:moveTo>
                    <a:pt x="2007844" y="0"/>
                  </a:moveTo>
                  <a:lnTo>
                    <a:pt x="2007844" y="17995"/>
                  </a:lnTo>
                </a:path>
                <a:path extrusionOk="0" h="18414" w="4286250">
                  <a:moveTo>
                    <a:pt x="2016848" y="0"/>
                  </a:moveTo>
                  <a:lnTo>
                    <a:pt x="2016848" y="17995"/>
                  </a:lnTo>
                </a:path>
                <a:path extrusionOk="0" h="18414" w="4286250">
                  <a:moveTo>
                    <a:pt x="2025853" y="0"/>
                  </a:moveTo>
                  <a:lnTo>
                    <a:pt x="2025853" y="17995"/>
                  </a:lnTo>
                </a:path>
                <a:path extrusionOk="0" h="18414" w="4286250">
                  <a:moveTo>
                    <a:pt x="2034857" y="0"/>
                  </a:moveTo>
                  <a:lnTo>
                    <a:pt x="2034857" y="17995"/>
                  </a:lnTo>
                </a:path>
                <a:path extrusionOk="0" h="18414" w="4286250">
                  <a:moveTo>
                    <a:pt x="2043861" y="0"/>
                  </a:moveTo>
                  <a:lnTo>
                    <a:pt x="2043861" y="17995"/>
                  </a:lnTo>
                </a:path>
                <a:path extrusionOk="0" h="18414" w="4286250">
                  <a:moveTo>
                    <a:pt x="2052866" y="0"/>
                  </a:moveTo>
                  <a:lnTo>
                    <a:pt x="2052866" y="17995"/>
                  </a:lnTo>
                </a:path>
                <a:path extrusionOk="0" h="18414" w="4286250">
                  <a:moveTo>
                    <a:pt x="2061870" y="0"/>
                  </a:moveTo>
                  <a:lnTo>
                    <a:pt x="2061870" y="17995"/>
                  </a:lnTo>
                </a:path>
                <a:path extrusionOk="0" h="18414" w="4286250">
                  <a:moveTo>
                    <a:pt x="2070874" y="0"/>
                  </a:moveTo>
                  <a:lnTo>
                    <a:pt x="2070874" y="17995"/>
                  </a:lnTo>
                </a:path>
                <a:path extrusionOk="0" h="18414" w="4286250">
                  <a:moveTo>
                    <a:pt x="2079879" y="0"/>
                  </a:moveTo>
                  <a:lnTo>
                    <a:pt x="2079879" y="17995"/>
                  </a:lnTo>
                </a:path>
                <a:path extrusionOk="0" h="18414" w="4286250">
                  <a:moveTo>
                    <a:pt x="2088883" y="0"/>
                  </a:moveTo>
                  <a:lnTo>
                    <a:pt x="2088883" y="17995"/>
                  </a:lnTo>
                </a:path>
                <a:path extrusionOk="0" h="18414" w="4286250">
                  <a:moveTo>
                    <a:pt x="2097887" y="0"/>
                  </a:moveTo>
                  <a:lnTo>
                    <a:pt x="2097887" y="17995"/>
                  </a:lnTo>
                </a:path>
                <a:path extrusionOk="0" h="18414" w="4286250">
                  <a:moveTo>
                    <a:pt x="2106879" y="0"/>
                  </a:moveTo>
                  <a:lnTo>
                    <a:pt x="2106879" y="17995"/>
                  </a:lnTo>
                </a:path>
                <a:path extrusionOk="0" h="18414" w="4286250">
                  <a:moveTo>
                    <a:pt x="2115883" y="0"/>
                  </a:moveTo>
                  <a:lnTo>
                    <a:pt x="2115883" y="17995"/>
                  </a:lnTo>
                </a:path>
                <a:path extrusionOk="0" h="18414" w="4286250">
                  <a:moveTo>
                    <a:pt x="2124887" y="0"/>
                  </a:moveTo>
                  <a:lnTo>
                    <a:pt x="2124887" y="17995"/>
                  </a:lnTo>
                </a:path>
                <a:path extrusionOk="0" h="18414" w="4286250">
                  <a:moveTo>
                    <a:pt x="2133892" y="0"/>
                  </a:moveTo>
                  <a:lnTo>
                    <a:pt x="2133892" y="17995"/>
                  </a:lnTo>
                </a:path>
                <a:path extrusionOk="0" h="18414" w="4286250">
                  <a:moveTo>
                    <a:pt x="2142896" y="0"/>
                  </a:moveTo>
                  <a:lnTo>
                    <a:pt x="2142896" y="17995"/>
                  </a:lnTo>
                </a:path>
                <a:path extrusionOk="0" h="18414" w="4286250">
                  <a:moveTo>
                    <a:pt x="2151900" y="0"/>
                  </a:moveTo>
                  <a:lnTo>
                    <a:pt x="2151900" y="17995"/>
                  </a:lnTo>
                </a:path>
                <a:path extrusionOk="0" h="18414" w="4286250">
                  <a:moveTo>
                    <a:pt x="2160905" y="0"/>
                  </a:moveTo>
                  <a:lnTo>
                    <a:pt x="2160905" y="17995"/>
                  </a:lnTo>
                </a:path>
                <a:path extrusionOk="0" h="18414" w="4286250">
                  <a:moveTo>
                    <a:pt x="2169909" y="0"/>
                  </a:moveTo>
                  <a:lnTo>
                    <a:pt x="2169909" y="17995"/>
                  </a:lnTo>
                </a:path>
                <a:path extrusionOk="0" h="18414" w="4286250">
                  <a:moveTo>
                    <a:pt x="2178913" y="0"/>
                  </a:moveTo>
                  <a:lnTo>
                    <a:pt x="2178913" y="17995"/>
                  </a:lnTo>
                </a:path>
                <a:path extrusionOk="0" h="18414" w="4286250">
                  <a:moveTo>
                    <a:pt x="2187917" y="0"/>
                  </a:moveTo>
                  <a:lnTo>
                    <a:pt x="2187917" y="17995"/>
                  </a:lnTo>
                </a:path>
                <a:path extrusionOk="0" h="18414" w="4286250">
                  <a:moveTo>
                    <a:pt x="2196922" y="0"/>
                  </a:moveTo>
                  <a:lnTo>
                    <a:pt x="2196922" y="17995"/>
                  </a:lnTo>
                </a:path>
                <a:path extrusionOk="0" h="18414" w="4286250">
                  <a:moveTo>
                    <a:pt x="2205926" y="0"/>
                  </a:moveTo>
                  <a:lnTo>
                    <a:pt x="2205926" y="17995"/>
                  </a:lnTo>
                </a:path>
                <a:path extrusionOk="0" h="18414" w="4286250">
                  <a:moveTo>
                    <a:pt x="2214930" y="0"/>
                  </a:moveTo>
                  <a:lnTo>
                    <a:pt x="2214930" y="17995"/>
                  </a:lnTo>
                </a:path>
                <a:path extrusionOk="0" h="18414" w="4286250">
                  <a:moveTo>
                    <a:pt x="2223935" y="0"/>
                  </a:moveTo>
                  <a:lnTo>
                    <a:pt x="2223935" y="17995"/>
                  </a:lnTo>
                </a:path>
                <a:path extrusionOk="0" h="18414" w="4286250">
                  <a:moveTo>
                    <a:pt x="2232939" y="0"/>
                  </a:moveTo>
                  <a:lnTo>
                    <a:pt x="2232939" y="17995"/>
                  </a:lnTo>
                </a:path>
                <a:path extrusionOk="0" h="18414" w="4286250">
                  <a:moveTo>
                    <a:pt x="2241943" y="0"/>
                  </a:moveTo>
                  <a:lnTo>
                    <a:pt x="2241943" y="17995"/>
                  </a:lnTo>
                </a:path>
                <a:path extrusionOk="0" h="18414" w="4286250">
                  <a:moveTo>
                    <a:pt x="2250948" y="0"/>
                  </a:moveTo>
                  <a:lnTo>
                    <a:pt x="2250948" y="17995"/>
                  </a:lnTo>
                </a:path>
                <a:path extrusionOk="0" h="18414" w="4286250">
                  <a:moveTo>
                    <a:pt x="2259952" y="0"/>
                  </a:moveTo>
                  <a:lnTo>
                    <a:pt x="2259952" y="17995"/>
                  </a:lnTo>
                </a:path>
                <a:path extrusionOk="0" h="18414" w="4286250">
                  <a:moveTo>
                    <a:pt x="2268956" y="0"/>
                  </a:moveTo>
                  <a:lnTo>
                    <a:pt x="2268956" y="17995"/>
                  </a:lnTo>
                </a:path>
                <a:path extrusionOk="0" h="18414" w="4286250">
                  <a:moveTo>
                    <a:pt x="2277960" y="0"/>
                  </a:moveTo>
                  <a:lnTo>
                    <a:pt x="2277960" y="17995"/>
                  </a:lnTo>
                </a:path>
                <a:path extrusionOk="0" h="18414" w="4286250">
                  <a:moveTo>
                    <a:pt x="2286965" y="0"/>
                  </a:moveTo>
                  <a:lnTo>
                    <a:pt x="2286965" y="17995"/>
                  </a:lnTo>
                </a:path>
                <a:path extrusionOk="0" h="18414" w="4286250">
                  <a:moveTo>
                    <a:pt x="2295969" y="0"/>
                  </a:moveTo>
                  <a:lnTo>
                    <a:pt x="2295969" y="17995"/>
                  </a:lnTo>
                </a:path>
                <a:path extrusionOk="0" h="18414" w="4286250">
                  <a:moveTo>
                    <a:pt x="2304973" y="0"/>
                  </a:moveTo>
                  <a:lnTo>
                    <a:pt x="2304973" y="17995"/>
                  </a:lnTo>
                </a:path>
                <a:path extrusionOk="0" h="18414" w="4286250">
                  <a:moveTo>
                    <a:pt x="2313978" y="0"/>
                  </a:moveTo>
                  <a:lnTo>
                    <a:pt x="2313978" y="17995"/>
                  </a:lnTo>
                </a:path>
                <a:path extrusionOk="0" h="18414" w="4286250">
                  <a:moveTo>
                    <a:pt x="2322969" y="0"/>
                  </a:moveTo>
                  <a:lnTo>
                    <a:pt x="2322969" y="17995"/>
                  </a:lnTo>
                </a:path>
                <a:path extrusionOk="0" h="18414" w="4286250">
                  <a:moveTo>
                    <a:pt x="2331974" y="0"/>
                  </a:moveTo>
                  <a:lnTo>
                    <a:pt x="2331974" y="17995"/>
                  </a:lnTo>
                </a:path>
                <a:path extrusionOk="0" h="18414" w="4286250">
                  <a:moveTo>
                    <a:pt x="2340978" y="0"/>
                  </a:moveTo>
                  <a:lnTo>
                    <a:pt x="2340978" y="17995"/>
                  </a:lnTo>
                </a:path>
                <a:path extrusionOk="0" h="18414" w="4286250">
                  <a:moveTo>
                    <a:pt x="2349982" y="0"/>
                  </a:moveTo>
                  <a:lnTo>
                    <a:pt x="2349982" y="17995"/>
                  </a:lnTo>
                </a:path>
                <a:path extrusionOk="0" h="18414" w="4286250">
                  <a:moveTo>
                    <a:pt x="2358986" y="0"/>
                  </a:moveTo>
                  <a:lnTo>
                    <a:pt x="2358986" y="17995"/>
                  </a:lnTo>
                </a:path>
                <a:path extrusionOk="0" h="18414" w="4286250">
                  <a:moveTo>
                    <a:pt x="2367991" y="0"/>
                  </a:moveTo>
                  <a:lnTo>
                    <a:pt x="2367991" y="17995"/>
                  </a:lnTo>
                </a:path>
                <a:path extrusionOk="0" h="18414" w="4286250">
                  <a:moveTo>
                    <a:pt x="2376995" y="0"/>
                  </a:moveTo>
                  <a:lnTo>
                    <a:pt x="2376995" y="17995"/>
                  </a:lnTo>
                </a:path>
                <a:path extrusionOk="0" h="18414" w="4286250">
                  <a:moveTo>
                    <a:pt x="2385999" y="0"/>
                  </a:moveTo>
                  <a:lnTo>
                    <a:pt x="2385999" y="17995"/>
                  </a:lnTo>
                </a:path>
                <a:path extrusionOk="0" h="18414" w="4286250">
                  <a:moveTo>
                    <a:pt x="2395004" y="0"/>
                  </a:moveTo>
                  <a:lnTo>
                    <a:pt x="2395004" y="17995"/>
                  </a:lnTo>
                </a:path>
                <a:path extrusionOk="0" h="18414" w="4286250">
                  <a:moveTo>
                    <a:pt x="2404008" y="0"/>
                  </a:moveTo>
                  <a:lnTo>
                    <a:pt x="2404008" y="17995"/>
                  </a:lnTo>
                </a:path>
                <a:path extrusionOk="0" h="18414" w="4286250">
                  <a:moveTo>
                    <a:pt x="2413012" y="0"/>
                  </a:moveTo>
                  <a:lnTo>
                    <a:pt x="2413012" y="17995"/>
                  </a:lnTo>
                </a:path>
                <a:path extrusionOk="0" h="18414" w="4286250">
                  <a:moveTo>
                    <a:pt x="2422017" y="0"/>
                  </a:moveTo>
                  <a:lnTo>
                    <a:pt x="2422017" y="17995"/>
                  </a:lnTo>
                </a:path>
                <a:path extrusionOk="0" h="18414" w="4286250">
                  <a:moveTo>
                    <a:pt x="2431021" y="0"/>
                  </a:moveTo>
                  <a:lnTo>
                    <a:pt x="2431021" y="17995"/>
                  </a:lnTo>
                </a:path>
                <a:path extrusionOk="0" h="18414" w="4286250">
                  <a:moveTo>
                    <a:pt x="2440025" y="0"/>
                  </a:moveTo>
                  <a:lnTo>
                    <a:pt x="2440025" y="17995"/>
                  </a:lnTo>
                </a:path>
                <a:path extrusionOk="0" h="18414" w="4286250">
                  <a:moveTo>
                    <a:pt x="2449029" y="0"/>
                  </a:moveTo>
                  <a:lnTo>
                    <a:pt x="2449029" y="17995"/>
                  </a:lnTo>
                </a:path>
                <a:path extrusionOk="0" h="18414" w="4286250">
                  <a:moveTo>
                    <a:pt x="2458034" y="0"/>
                  </a:moveTo>
                  <a:lnTo>
                    <a:pt x="2458034" y="17995"/>
                  </a:lnTo>
                </a:path>
                <a:path extrusionOk="0" h="18414" w="4286250">
                  <a:moveTo>
                    <a:pt x="2467038" y="0"/>
                  </a:moveTo>
                  <a:lnTo>
                    <a:pt x="2467038" y="17995"/>
                  </a:lnTo>
                </a:path>
                <a:path extrusionOk="0" h="18414" w="4286250">
                  <a:moveTo>
                    <a:pt x="2476042" y="0"/>
                  </a:moveTo>
                  <a:lnTo>
                    <a:pt x="2476042" y="17995"/>
                  </a:lnTo>
                </a:path>
                <a:path extrusionOk="0" h="18414" w="4286250">
                  <a:moveTo>
                    <a:pt x="2485047" y="0"/>
                  </a:moveTo>
                  <a:lnTo>
                    <a:pt x="2485047" y="17995"/>
                  </a:lnTo>
                </a:path>
                <a:path extrusionOk="0" h="18414" w="4286250">
                  <a:moveTo>
                    <a:pt x="2494051" y="0"/>
                  </a:moveTo>
                  <a:lnTo>
                    <a:pt x="2494051" y="17995"/>
                  </a:lnTo>
                </a:path>
                <a:path extrusionOk="0" h="18414" w="4286250">
                  <a:moveTo>
                    <a:pt x="2503055" y="0"/>
                  </a:moveTo>
                  <a:lnTo>
                    <a:pt x="2503055" y="17995"/>
                  </a:lnTo>
                </a:path>
                <a:path extrusionOk="0" h="18414" w="4286250">
                  <a:moveTo>
                    <a:pt x="2512060" y="0"/>
                  </a:moveTo>
                  <a:lnTo>
                    <a:pt x="2512060" y="17995"/>
                  </a:lnTo>
                </a:path>
                <a:path extrusionOk="0" h="18414" w="4286250">
                  <a:moveTo>
                    <a:pt x="2521064" y="0"/>
                  </a:moveTo>
                  <a:lnTo>
                    <a:pt x="2521064" y="17995"/>
                  </a:lnTo>
                </a:path>
                <a:path extrusionOk="0" h="18414" w="4286250">
                  <a:moveTo>
                    <a:pt x="2530068" y="0"/>
                  </a:moveTo>
                  <a:lnTo>
                    <a:pt x="2530068" y="17995"/>
                  </a:lnTo>
                </a:path>
                <a:path extrusionOk="0" h="18414" w="4286250">
                  <a:moveTo>
                    <a:pt x="2539060" y="0"/>
                  </a:moveTo>
                  <a:lnTo>
                    <a:pt x="2539060" y="17995"/>
                  </a:lnTo>
                </a:path>
                <a:path extrusionOk="0" h="18414" w="4286250">
                  <a:moveTo>
                    <a:pt x="2548064" y="0"/>
                  </a:moveTo>
                  <a:lnTo>
                    <a:pt x="2548064" y="17995"/>
                  </a:lnTo>
                </a:path>
                <a:path extrusionOk="0" h="18414" w="4286250">
                  <a:moveTo>
                    <a:pt x="2557068" y="0"/>
                  </a:moveTo>
                  <a:lnTo>
                    <a:pt x="2557068" y="17995"/>
                  </a:lnTo>
                </a:path>
                <a:path extrusionOk="0" h="18414" w="4286250">
                  <a:moveTo>
                    <a:pt x="2566073" y="0"/>
                  </a:moveTo>
                  <a:lnTo>
                    <a:pt x="2566073" y="17995"/>
                  </a:lnTo>
                </a:path>
                <a:path extrusionOk="0" h="18414" w="4286250">
                  <a:moveTo>
                    <a:pt x="2575077" y="0"/>
                  </a:moveTo>
                  <a:lnTo>
                    <a:pt x="2575077" y="17995"/>
                  </a:lnTo>
                </a:path>
                <a:path extrusionOk="0" h="18414" w="4286250">
                  <a:moveTo>
                    <a:pt x="2584081" y="0"/>
                  </a:moveTo>
                  <a:lnTo>
                    <a:pt x="2584081" y="17995"/>
                  </a:lnTo>
                </a:path>
                <a:path extrusionOk="0" h="18414" w="4286250">
                  <a:moveTo>
                    <a:pt x="2593086" y="0"/>
                  </a:moveTo>
                  <a:lnTo>
                    <a:pt x="2593086" y="17995"/>
                  </a:lnTo>
                </a:path>
                <a:path extrusionOk="0" h="18414" w="4286250">
                  <a:moveTo>
                    <a:pt x="2602090" y="0"/>
                  </a:moveTo>
                  <a:lnTo>
                    <a:pt x="2602090" y="17995"/>
                  </a:lnTo>
                </a:path>
                <a:path extrusionOk="0" h="18414" w="4286250">
                  <a:moveTo>
                    <a:pt x="2611094" y="0"/>
                  </a:moveTo>
                  <a:lnTo>
                    <a:pt x="2611094" y="17995"/>
                  </a:lnTo>
                </a:path>
                <a:path extrusionOk="0" h="18414" w="4286250">
                  <a:moveTo>
                    <a:pt x="2620098" y="0"/>
                  </a:moveTo>
                  <a:lnTo>
                    <a:pt x="2620098" y="17995"/>
                  </a:lnTo>
                </a:path>
                <a:path extrusionOk="0" h="18414" w="4286250">
                  <a:moveTo>
                    <a:pt x="2629103" y="0"/>
                  </a:moveTo>
                  <a:lnTo>
                    <a:pt x="2629103" y="17995"/>
                  </a:lnTo>
                </a:path>
                <a:path extrusionOk="0" h="18414" w="4286250">
                  <a:moveTo>
                    <a:pt x="2638107" y="0"/>
                  </a:moveTo>
                  <a:lnTo>
                    <a:pt x="2638107" y="17995"/>
                  </a:lnTo>
                </a:path>
                <a:path extrusionOk="0" h="18414" w="4286250">
                  <a:moveTo>
                    <a:pt x="2647111" y="0"/>
                  </a:moveTo>
                  <a:lnTo>
                    <a:pt x="2647111" y="17995"/>
                  </a:lnTo>
                </a:path>
                <a:path extrusionOk="0" h="18414" w="4286250">
                  <a:moveTo>
                    <a:pt x="2656116" y="0"/>
                  </a:moveTo>
                  <a:lnTo>
                    <a:pt x="2656116" y="17995"/>
                  </a:lnTo>
                </a:path>
                <a:path extrusionOk="0" h="18414" w="4286250">
                  <a:moveTo>
                    <a:pt x="2665120" y="0"/>
                  </a:moveTo>
                  <a:lnTo>
                    <a:pt x="2665120" y="17995"/>
                  </a:lnTo>
                </a:path>
                <a:path extrusionOk="0" h="18414" w="4286250">
                  <a:moveTo>
                    <a:pt x="2674124" y="0"/>
                  </a:moveTo>
                  <a:lnTo>
                    <a:pt x="2674124" y="17995"/>
                  </a:lnTo>
                </a:path>
                <a:path extrusionOk="0" h="18414" w="4286250">
                  <a:moveTo>
                    <a:pt x="2683129" y="0"/>
                  </a:moveTo>
                  <a:lnTo>
                    <a:pt x="2683129" y="17995"/>
                  </a:lnTo>
                </a:path>
                <a:path extrusionOk="0" h="18414" w="4286250">
                  <a:moveTo>
                    <a:pt x="2692133" y="0"/>
                  </a:moveTo>
                  <a:lnTo>
                    <a:pt x="2692133" y="17995"/>
                  </a:lnTo>
                </a:path>
                <a:path extrusionOk="0" h="18414" w="4286250">
                  <a:moveTo>
                    <a:pt x="2701137" y="0"/>
                  </a:moveTo>
                  <a:lnTo>
                    <a:pt x="2701137" y="17995"/>
                  </a:lnTo>
                </a:path>
                <a:path extrusionOk="0" h="18414" w="4286250">
                  <a:moveTo>
                    <a:pt x="2710141" y="0"/>
                  </a:moveTo>
                  <a:lnTo>
                    <a:pt x="2710141" y="17995"/>
                  </a:lnTo>
                </a:path>
                <a:path extrusionOk="0" h="18414" w="4286250">
                  <a:moveTo>
                    <a:pt x="2719146" y="0"/>
                  </a:moveTo>
                  <a:lnTo>
                    <a:pt x="2719146" y="17995"/>
                  </a:lnTo>
                </a:path>
                <a:path extrusionOk="0" h="18414" w="4286250">
                  <a:moveTo>
                    <a:pt x="2728150" y="0"/>
                  </a:moveTo>
                  <a:lnTo>
                    <a:pt x="2728150" y="17995"/>
                  </a:lnTo>
                </a:path>
                <a:path extrusionOk="0" h="18414" w="4286250">
                  <a:moveTo>
                    <a:pt x="2737154" y="0"/>
                  </a:moveTo>
                  <a:lnTo>
                    <a:pt x="2737154" y="17995"/>
                  </a:lnTo>
                </a:path>
                <a:path extrusionOk="0" h="18414" w="4286250">
                  <a:moveTo>
                    <a:pt x="2746159" y="0"/>
                  </a:moveTo>
                  <a:lnTo>
                    <a:pt x="2746159" y="17995"/>
                  </a:lnTo>
                </a:path>
                <a:path extrusionOk="0" h="18414" w="4286250">
                  <a:moveTo>
                    <a:pt x="2755150" y="0"/>
                  </a:moveTo>
                  <a:lnTo>
                    <a:pt x="2755150" y="17995"/>
                  </a:lnTo>
                </a:path>
                <a:path extrusionOk="0" h="18414" w="4286250">
                  <a:moveTo>
                    <a:pt x="2764155" y="0"/>
                  </a:moveTo>
                  <a:lnTo>
                    <a:pt x="2764155" y="17995"/>
                  </a:lnTo>
                </a:path>
                <a:path extrusionOk="0" h="18414" w="4286250">
                  <a:moveTo>
                    <a:pt x="2773159" y="0"/>
                  </a:moveTo>
                  <a:lnTo>
                    <a:pt x="2773159" y="17995"/>
                  </a:lnTo>
                </a:path>
                <a:path extrusionOk="0" h="18414" w="4286250">
                  <a:moveTo>
                    <a:pt x="2782163" y="0"/>
                  </a:moveTo>
                  <a:lnTo>
                    <a:pt x="2782163" y="17995"/>
                  </a:lnTo>
                </a:path>
                <a:path extrusionOk="0" h="18414" w="4286250">
                  <a:moveTo>
                    <a:pt x="2791167" y="0"/>
                  </a:moveTo>
                  <a:lnTo>
                    <a:pt x="2791167" y="17995"/>
                  </a:lnTo>
                </a:path>
                <a:path extrusionOk="0" h="18414" w="4286250">
                  <a:moveTo>
                    <a:pt x="2800172" y="0"/>
                  </a:moveTo>
                  <a:lnTo>
                    <a:pt x="2800172" y="17995"/>
                  </a:lnTo>
                </a:path>
                <a:path extrusionOk="0" h="18414" w="4286250">
                  <a:moveTo>
                    <a:pt x="2809176" y="0"/>
                  </a:moveTo>
                  <a:lnTo>
                    <a:pt x="2809176" y="17995"/>
                  </a:lnTo>
                </a:path>
                <a:path extrusionOk="0" h="18414" w="4286250">
                  <a:moveTo>
                    <a:pt x="2818180" y="0"/>
                  </a:moveTo>
                  <a:lnTo>
                    <a:pt x="2818180" y="17995"/>
                  </a:lnTo>
                </a:path>
                <a:path extrusionOk="0" h="18414" w="4286250">
                  <a:moveTo>
                    <a:pt x="2827185" y="0"/>
                  </a:moveTo>
                  <a:lnTo>
                    <a:pt x="2827185" y="17995"/>
                  </a:lnTo>
                </a:path>
                <a:path extrusionOk="0" h="18414" w="4286250">
                  <a:moveTo>
                    <a:pt x="2836189" y="0"/>
                  </a:moveTo>
                  <a:lnTo>
                    <a:pt x="2836189" y="17995"/>
                  </a:lnTo>
                </a:path>
                <a:path extrusionOk="0" h="18414" w="4286250">
                  <a:moveTo>
                    <a:pt x="2845193" y="0"/>
                  </a:moveTo>
                  <a:lnTo>
                    <a:pt x="2845193" y="17995"/>
                  </a:lnTo>
                </a:path>
                <a:path extrusionOk="0" h="18414" w="4286250">
                  <a:moveTo>
                    <a:pt x="2854198" y="0"/>
                  </a:moveTo>
                  <a:lnTo>
                    <a:pt x="2854198" y="17995"/>
                  </a:lnTo>
                </a:path>
                <a:path extrusionOk="0" h="18414" w="4286250">
                  <a:moveTo>
                    <a:pt x="2863202" y="0"/>
                  </a:moveTo>
                  <a:lnTo>
                    <a:pt x="2863202" y="17995"/>
                  </a:lnTo>
                </a:path>
                <a:path extrusionOk="0" h="18414" w="4286250">
                  <a:moveTo>
                    <a:pt x="2872206" y="0"/>
                  </a:moveTo>
                  <a:lnTo>
                    <a:pt x="2872206" y="17995"/>
                  </a:lnTo>
                </a:path>
                <a:path extrusionOk="0" h="18414" w="4286250">
                  <a:moveTo>
                    <a:pt x="2881210" y="0"/>
                  </a:moveTo>
                  <a:lnTo>
                    <a:pt x="2881210" y="17995"/>
                  </a:lnTo>
                </a:path>
                <a:path extrusionOk="0" h="18414" w="4286250">
                  <a:moveTo>
                    <a:pt x="2890215" y="0"/>
                  </a:moveTo>
                  <a:lnTo>
                    <a:pt x="2890215" y="17995"/>
                  </a:lnTo>
                </a:path>
                <a:path extrusionOk="0" h="18414" w="4286250">
                  <a:moveTo>
                    <a:pt x="2899219" y="0"/>
                  </a:moveTo>
                  <a:lnTo>
                    <a:pt x="2899219" y="17995"/>
                  </a:lnTo>
                </a:path>
                <a:path extrusionOk="0" h="18414" w="4286250">
                  <a:moveTo>
                    <a:pt x="2908223" y="0"/>
                  </a:moveTo>
                  <a:lnTo>
                    <a:pt x="2908223" y="17995"/>
                  </a:lnTo>
                </a:path>
                <a:path extrusionOk="0" h="18414" w="4286250">
                  <a:moveTo>
                    <a:pt x="2917228" y="0"/>
                  </a:moveTo>
                  <a:lnTo>
                    <a:pt x="2917228" y="17995"/>
                  </a:lnTo>
                </a:path>
                <a:path extrusionOk="0" h="18414" w="4286250">
                  <a:moveTo>
                    <a:pt x="2926232" y="0"/>
                  </a:moveTo>
                  <a:lnTo>
                    <a:pt x="2926232" y="17995"/>
                  </a:lnTo>
                </a:path>
                <a:path extrusionOk="0" h="18414" w="4286250">
                  <a:moveTo>
                    <a:pt x="2935236" y="0"/>
                  </a:moveTo>
                  <a:lnTo>
                    <a:pt x="2935236" y="17995"/>
                  </a:lnTo>
                </a:path>
                <a:path extrusionOk="0" h="18414" w="4286250">
                  <a:moveTo>
                    <a:pt x="2944241" y="0"/>
                  </a:moveTo>
                  <a:lnTo>
                    <a:pt x="2944241" y="17995"/>
                  </a:lnTo>
                </a:path>
                <a:path extrusionOk="0" h="18414" w="4286250">
                  <a:moveTo>
                    <a:pt x="2953245" y="0"/>
                  </a:moveTo>
                  <a:lnTo>
                    <a:pt x="2953245" y="17995"/>
                  </a:lnTo>
                </a:path>
                <a:path extrusionOk="0" h="18414" w="4286250">
                  <a:moveTo>
                    <a:pt x="2962249" y="0"/>
                  </a:moveTo>
                  <a:lnTo>
                    <a:pt x="2962249" y="17995"/>
                  </a:lnTo>
                </a:path>
                <a:path extrusionOk="0" h="18414" w="4286250">
                  <a:moveTo>
                    <a:pt x="2971253" y="0"/>
                  </a:moveTo>
                  <a:lnTo>
                    <a:pt x="2971253" y="17995"/>
                  </a:lnTo>
                </a:path>
                <a:path extrusionOk="0" h="18414" w="4286250">
                  <a:moveTo>
                    <a:pt x="2980245" y="0"/>
                  </a:moveTo>
                  <a:lnTo>
                    <a:pt x="2980245" y="17995"/>
                  </a:lnTo>
                </a:path>
                <a:path extrusionOk="0" h="18414" w="4286250">
                  <a:moveTo>
                    <a:pt x="2989249" y="0"/>
                  </a:moveTo>
                  <a:lnTo>
                    <a:pt x="2989249" y="17995"/>
                  </a:lnTo>
                </a:path>
                <a:path extrusionOk="0" h="18414" w="4286250">
                  <a:moveTo>
                    <a:pt x="2998254" y="0"/>
                  </a:moveTo>
                  <a:lnTo>
                    <a:pt x="2998254" y="17995"/>
                  </a:lnTo>
                </a:path>
                <a:path extrusionOk="0" h="18414" w="4286250">
                  <a:moveTo>
                    <a:pt x="3007258" y="0"/>
                  </a:moveTo>
                  <a:lnTo>
                    <a:pt x="3007258" y="17995"/>
                  </a:lnTo>
                </a:path>
                <a:path extrusionOk="0" h="18414" w="4286250">
                  <a:moveTo>
                    <a:pt x="3016262" y="0"/>
                  </a:moveTo>
                  <a:lnTo>
                    <a:pt x="3016262" y="17995"/>
                  </a:lnTo>
                </a:path>
                <a:path extrusionOk="0" h="18414" w="4286250">
                  <a:moveTo>
                    <a:pt x="3025267" y="0"/>
                  </a:moveTo>
                  <a:lnTo>
                    <a:pt x="3025267" y="17995"/>
                  </a:lnTo>
                </a:path>
                <a:path extrusionOk="0" h="18414" w="4286250">
                  <a:moveTo>
                    <a:pt x="3034271" y="0"/>
                  </a:moveTo>
                  <a:lnTo>
                    <a:pt x="3034271" y="17995"/>
                  </a:lnTo>
                </a:path>
                <a:path extrusionOk="0" h="18414" w="4286250">
                  <a:moveTo>
                    <a:pt x="3043275" y="0"/>
                  </a:moveTo>
                  <a:lnTo>
                    <a:pt x="3043275" y="17995"/>
                  </a:lnTo>
                </a:path>
                <a:path extrusionOk="0" h="18414" w="4286250">
                  <a:moveTo>
                    <a:pt x="3052279" y="0"/>
                  </a:moveTo>
                  <a:lnTo>
                    <a:pt x="3052279" y="17995"/>
                  </a:lnTo>
                </a:path>
                <a:path extrusionOk="0" h="18414" w="4286250">
                  <a:moveTo>
                    <a:pt x="3061284" y="0"/>
                  </a:moveTo>
                  <a:lnTo>
                    <a:pt x="3061284" y="17995"/>
                  </a:lnTo>
                </a:path>
                <a:path extrusionOk="0" h="18414" w="4286250">
                  <a:moveTo>
                    <a:pt x="3070288" y="0"/>
                  </a:moveTo>
                  <a:lnTo>
                    <a:pt x="3070288" y="17995"/>
                  </a:lnTo>
                </a:path>
                <a:path extrusionOk="0" h="18414" w="4286250">
                  <a:moveTo>
                    <a:pt x="3079292" y="0"/>
                  </a:moveTo>
                  <a:lnTo>
                    <a:pt x="3079292" y="17995"/>
                  </a:lnTo>
                </a:path>
                <a:path extrusionOk="0" h="18414" w="4286250">
                  <a:moveTo>
                    <a:pt x="3088297" y="0"/>
                  </a:moveTo>
                  <a:lnTo>
                    <a:pt x="3088297" y="17995"/>
                  </a:lnTo>
                </a:path>
                <a:path extrusionOk="0" h="18414" w="4286250">
                  <a:moveTo>
                    <a:pt x="3097301" y="0"/>
                  </a:moveTo>
                  <a:lnTo>
                    <a:pt x="3097301" y="17995"/>
                  </a:lnTo>
                </a:path>
                <a:path extrusionOk="0" h="18414" w="4286250">
                  <a:moveTo>
                    <a:pt x="3106305" y="0"/>
                  </a:moveTo>
                  <a:lnTo>
                    <a:pt x="3106305" y="17995"/>
                  </a:lnTo>
                </a:path>
                <a:path extrusionOk="0" h="18414" w="4286250">
                  <a:moveTo>
                    <a:pt x="3115310" y="0"/>
                  </a:moveTo>
                  <a:lnTo>
                    <a:pt x="3115310" y="17995"/>
                  </a:lnTo>
                </a:path>
                <a:path extrusionOk="0" h="18414" w="4286250">
                  <a:moveTo>
                    <a:pt x="3124314" y="0"/>
                  </a:moveTo>
                  <a:lnTo>
                    <a:pt x="3124314" y="17995"/>
                  </a:lnTo>
                </a:path>
                <a:path extrusionOk="0" h="18414" w="4286250">
                  <a:moveTo>
                    <a:pt x="3133318" y="0"/>
                  </a:moveTo>
                  <a:lnTo>
                    <a:pt x="3133318" y="17995"/>
                  </a:lnTo>
                </a:path>
                <a:path extrusionOk="0" h="18414" w="4286250">
                  <a:moveTo>
                    <a:pt x="3142322" y="0"/>
                  </a:moveTo>
                  <a:lnTo>
                    <a:pt x="3142322" y="17995"/>
                  </a:lnTo>
                </a:path>
                <a:path extrusionOk="0" h="18414" w="4286250">
                  <a:moveTo>
                    <a:pt x="3151327" y="0"/>
                  </a:moveTo>
                  <a:lnTo>
                    <a:pt x="3151327" y="17995"/>
                  </a:lnTo>
                </a:path>
                <a:path extrusionOk="0" h="18414" w="4286250">
                  <a:moveTo>
                    <a:pt x="3160331" y="0"/>
                  </a:moveTo>
                  <a:lnTo>
                    <a:pt x="3160331" y="17995"/>
                  </a:lnTo>
                </a:path>
                <a:path extrusionOk="0" h="18414" w="4286250">
                  <a:moveTo>
                    <a:pt x="3169335" y="0"/>
                  </a:moveTo>
                  <a:lnTo>
                    <a:pt x="3169335" y="17995"/>
                  </a:lnTo>
                </a:path>
                <a:path extrusionOk="0" h="18414" w="4286250">
                  <a:moveTo>
                    <a:pt x="3178340" y="0"/>
                  </a:moveTo>
                  <a:lnTo>
                    <a:pt x="3178340" y="17995"/>
                  </a:lnTo>
                </a:path>
                <a:path extrusionOk="0" h="18414" w="4286250">
                  <a:moveTo>
                    <a:pt x="3187344" y="0"/>
                  </a:moveTo>
                  <a:lnTo>
                    <a:pt x="3187344" y="17995"/>
                  </a:lnTo>
                </a:path>
                <a:path extrusionOk="0" h="18414" w="4286250">
                  <a:moveTo>
                    <a:pt x="3196348" y="0"/>
                  </a:moveTo>
                  <a:lnTo>
                    <a:pt x="3196348" y="17995"/>
                  </a:lnTo>
                </a:path>
                <a:path extrusionOk="0" h="18414" w="4286250">
                  <a:moveTo>
                    <a:pt x="3205340" y="0"/>
                  </a:moveTo>
                  <a:lnTo>
                    <a:pt x="3205340" y="17995"/>
                  </a:lnTo>
                </a:path>
                <a:path extrusionOk="0" h="18414" w="4286250">
                  <a:moveTo>
                    <a:pt x="3214344" y="0"/>
                  </a:moveTo>
                  <a:lnTo>
                    <a:pt x="3214344" y="17995"/>
                  </a:lnTo>
                </a:path>
                <a:path extrusionOk="0" h="18414" w="4286250">
                  <a:moveTo>
                    <a:pt x="3223348" y="0"/>
                  </a:moveTo>
                  <a:lnTo>
                    <a:pt x="3223348" y="17995"/>
                  </a:lnTo>
                </a:path>
                <a:path extrusionOk="0" h="18414" w="4286250">
                  <a:moveTo>
                    <a:pt x="3232353" y="0"/>
                  </a:moveTo>
                  <a:lnTo>
                    <a:pt x="3232353" y="17995"/>
                  </a:lnTo>
                </a:path>
                <a:path extrusionOk="0" h="18414" w="4286250">
                  <a:moveTo>
                    <a:pt x="3241357" y="0"/>
                  </a:moveTo>
                  <a:lnTo>
                    <a:pt x="3241357" y="17995"/>
                  </a:lnTo>
                </a:path>
                <a:path extrusionOk="0" h="18414" w="4286250">
                  <a:moveTo>
                    <a:pt x="3250361" y="0"/>
                  </a:moveTo>
                  <a:lnTo>
                    <a:pt x="3250361" y="17995"/>
                  </a:lnTo>
                </a:path>
                <a:path extrusionOk="0" h="18414" w="4286250">
                  <a:moveTo>
                    <a:pt x="3259366" y="0"/>
                  </a:moveTo>
                  <a:lnTo>
                    <a:pt x="3259366" y="17995"/>
                  </a:lnTo>
                </a:path>
                <a:path extrusionOk="0" h="18414" w="4286250">
                  <a:moveTo>
                    <a:pt x="3268370" y="0"/>
                  </a:moveTo>
                  <a:lnTo>
                    <a:pt x="3268370" y="17995"/>
                  </a:lnTo>
                </a:path>
                <a:path extrusionOk="0" h="18414" w="4286250">
                  <a:moveTo>
                    <a:pt x="3277374" y="0"/>
                  </a:moveTo>
                  <a:lnTo>
                    <a:pt x="3277374" y="17995"/>
                  </a:lnTo>
                </a:path>
                <a:path extrusionOk="0" h="18414" w="4286250">
                  <a:moveTo>
                    <a:pt x="3286379" y="0"/>
                  </a:moveTo>
                  <a:lnTo>
                    <a:pt x="3286379" y="17995"/>
                  </a:lnTo>
                </a:path>
                <a:path extrusionOk="0" h="18414" w="4286250">
                  <a:moveTo>
                    <a:pt x="3295383" y="0"/>
                  </a:moveTo>
                  <a:lnTo>
                    <a:pt x="3295383" y="17995"/>
                  </a:lnTo>
                </a:path>
                <a:path extrusionOk="0" h="18414" w="4286250">
                  <a:moveTo>
                    <a:pt x="3304387" y="0"/>
                  </a:moveTo>
                  <a:lnTo>
                    <a:pt x="3304387" y="17995"/>
                  </a:lnTo>
                </a:path>
                <a:path extrusionOk="0" h="18414" w="4286250">
                  <a:moveTo>
                    <a:pt x="3313391" y="0"/>
                  </a:moveTo>
                  <a:lnTo>
                    <a:pt x="3313391" y="17995"/>
                  </a:lnTo>
                </a:path>
                <a:path extrusionOk="0" h="18414" w="4286250">
                  <a:moveTo>
                    <a:pt x="3322396" y="0"/>
                  </a:moveTo>
                  <a:lnTo>
                    <a:pt x="3322396" y="17995"/>
                  </a:lnTo>
                </a:path>
                <a:path extrusionOk="0" h="18414" w="4286250">
                  <a:moveTo>
                    <a:pt x="3331400" y="0"/>
                  </a:moveTo>
                  <a:lnTo>
                    <a:pt x="3331400" y="17995"/>
                  </a:lnTo>
                </a:path>
                <a:path extrusionOk="0" h="18414" w="4286250">
                  <a:moveTo>
                    <a:pt x="3340404" y="0"/>
                  </a:moveTo>
                  <a:lnTo>
                    <a:pt x="3340404" y="17995"/>
                  </a:lnTo>
                </a:path>
                <a:path extrusionOk="0" h="18414" w="4286250">
                  <a:moveTo>
                    <a:pt x="3349409" y="0"/>
                  </a:moveTo>
                  <a:lnTo>
                    <a:pt x="3349409" y="17995"/>
                  </a:lnTo>
                </a:path>
                <a:path extrusionOk="0" h="18414" w="4286250">
                  <a:moveTo>
                    <a:pt x="3358413" y="0"/>
                  </a:moveTo>
                  <a:lnTo>
                    <a:pt x="3358413" y="17995"/>
                  </a:lnTo>
                </a:path>
                <a:path extrusionOk="0" h="18414" w="4286250">
                  <a:moveTo>
                    <a:pt x="3367417" y="0"/>
                  </a:moveTo>
                  <a:lnTo>
                    <a:pt x="3367417" y="17995"/>
                  </a:lnTo>
                </a:path>
                <a:path extrusionOk="0" h="18414" w="4286250">
                  <a:moveTo>
                    <a:pt x="3376422" y="0"/>
                  </a:moveTo>
                  <a:lnTo>
                    <a:pt x="3376422" y="17995"/>
                  </a:lnTo>
                </a:path>
                <a:path extrusionOk="0" h="18414" w="4286250">
                  <a:moveTo>
                    <a:pt x="3385426" y="0"/>
                  </a:moveTo>
                  <a:lnTo>
                    <a:pt x="3385426" y="17995"/>
                  </a:lnTo>
                </a:path>
                <a:path extrusionOk="0" h="18414" w="4286250">
                  <a:moveTo>
                    <a:pt x="3394430" y="0"/>
                  </a:moveTo>
                  <a:lnTo>
                    <a:pt x="3394430" y="17995"/>
                  </a:lnTo>
                </a:path>
                <a:path extrusionOk="0" h="18414" w="4286250">
                  <a:moveTo>
                    <a:pt x="3403434" y="0"/>
                  </a:moveTo>
                  <a:lnTo>
                    <a:pt x="3403434" y="17995"/>
                  </a:lnTo>
                </a:path>
                <a:path extrusionOk="0" h="18414" w="4286250">
                  <a:moveTo>
                    <a:pt x="3412439" y="0"/>
                  </a:moveTo>
                  <a:lnTo>
                    <a:pt x="3412439" y="17995"/>
                  </a:lnTo>
                </a:path>
                <a:path extrusionOk="0" h="18414" w="4286250">
                  <a:moveTo>
                    <a:pt x="3421443" y="0"/>
                  </a:moveTo>
                  <a:lnTo>
                    <a:pt x="3421443" y="17995"/>
                  </a:lnTo>
                </a:path>
                <a:path extrusionOk="0" h="18414" w="4286250">
                  <a:moveTo>
                    <a:pt x="3430435" y="0"/>
                  </a:moveTo>
                  <a:lnTo>
                    <a:pt x="3430435" y="17995"/>
                  </a:lnTo>
                </a:path>
                <a:path extrusionOk="0" h="18414" w="4286250">
                  <a:moveTo>
                    <a:pt x="3439439" y="0"/>
                  </a:moveTo>
                  <a:lnTo>
                    <a:pt x="3439439" y="17995"/>
                  </a:lnTo>
                </a:path>
                <a:path extrusionOk="0" h="18414" w="4286250">
                  <a:moveTo>
                    <a:pt x="3448443" y="0"/>
                  </a:moveTo>
                  <a:lnTo>
                    <a:pt x="3448443" y="17995"/>
                  </a:lnTo>
                </a:path>
                <a:path extrusionOk="0" h="18414" w="4286250">
                  <a:moveTo>
                    <a:pt x="3457448" y="0"/>
                  </a:moveTo>
                  <a:lnTo>
                    <a:pt x="3457448" y="17995"/>
                  </a:lnTo>
                </a:path>
                <a:path extrusionOk="0" h="18414" w="4286250">
                  <a:moveTo>
                    <a:pt x="3466452" y="0"/>
                  </a:moveTo>
                  <a:lnTo>
                    <a:pt x="3466452" y="17995"/>
                  </a:lnTo>
                </a:path>
                <a:path extrusionOk="0" h="18414" w="4286250">
                  <a:moveTo>
                    <a:pt x="3475456" y="0"/>
                  </a:moveTo>
                  <a:lnTo>
                    <a:pt x="3475456" y="17995"/>
                  </a:lnTo>
                </a:path>
                <a:path extrusionOk="0" h="18414" w="4286250">
                  <a:moveTo>
                    <a:pt x="3484460" y="0"/>
                  </a:moveTo>
                  <a:lnTo>
                    <a:pt x="3484460" y="17995"/>
                  </a:lnTo>
                </a:path>
                <a:path extrusionOk="0" h="18414" w="4286250">
                  <a:moveTo>
                    <a:pt x="3493465" y="0"/>
                  </a:moveTo>
                  <a:lnTo>
                    <a:pt x="3493465" y="17995"/>
                  </a:lnTo>
                </a:path>
                <a:path extrusionOk="0" h="18414" w="4286250">
                  <a:moveTo>
                    <a:pt x="3502469" y="0"/>
                  </a:moveTo>
                  <a:lnTo>
                    <a:pt x="3502469" y="17995"/>
                  </a:lnTo>
                </a:path>
                <a:path extrusionOk="0" h="18414" w="4286250">
                  <a:moveTo>
                    <a:pt x="3511473" y="0"/>
                  </a:moveTo>
                  <a:lnTo>
                    <a:pt x="3511473" y="17995"/>
                  </a:lnTo>
                </a:path>
                <a:path extrusionOk="0" h="18414" w="4286250">
                  <a:moveTo>
                    <a:pt x="3520478" y="0"/>
                  </a:moveTo>
                  <a:lnTo>
                    <a:pt x="3520478" y="17995"/>
                  </a:lnTo>
                </a:path>
                <a:path extrusionOk="0" h="18414" w="4286250">
                  <a:moveTo>
                    <a:pt x="3529482" y="0"/>
                  </a:moveTo>
                  <a:lnTo>
                    <a:pt x="3529482" y="17995"/>
                  </a:lnTo>
                </a:path>
                <a:path extrusionOk="0" h="18414" w="4286250">
                  <a:moveTo>
                    <a:pt x="3538486" y="0"/>
                  </a:moveTo>
                  <a:lnTo>
                    <a:pt x="3538486" y="17995"/>
                  </a:lnTo>
                </a:path>
                <a:path extrusionOk="0" h="18414" w="4286250">
                  <a:moveTo>
                    <a:pt x="3547491" y="0"/>
                  </a:moveTo>
                  <a:lnTo>
                    <a:pt x="3547491" y="17995"/>
                  </a:lnTo>
                </a:path>
                <a:path extrusionOk="0" h="18414" w="4286250">
                  <a:moveTo>
                    <a:pt x="3556495" y="0"/>
                  </a:moveTo>
                  <a:lnTo>
                    <a:pt x="3556495" y="17995"/>
                  </a:lnTo>
                </a:path>
                <a:path extrusionOk="0" h="18414" w="4286250">
                  <a:moveTo>
                    <a:pt x="3565499" y="0"/>
                  </a:moveTo>
                  <a:lnTo>
                    <a:pt x="3565499" y="17995"/>
                  </a:lnTo>
                </a:path>
                <a:path extrusionOk="0" h="18414" w="4286250">
                  <a:moveTo>
                    <a:pt x="3574503" y="0"/>
                  </a:moveTo>
                  <a:lnTo>
                    <a:pt x="3574503" y="17995"/>
                  </a:lnTo>
                </a:path>
                <a:path extrusionOk="0" h="18414" w="4286250">
                  <a:moveTo>
                    <a:pt x="3583508" y="0"/>
                  </a:moveTo>
                  <a:lnTo>
                    <a:pt x="3583508" y="17995"/>
                  </a:lnTo>
                </a:path>
                <a:path extrusionOk="0" h="18414" w="4286250">
                  <a:moveTo>
                    <a:pt x="3592512" y="0"/>
                  </a:moveTo>
                  <a:lnTo>
                    <a:pt x="3592512" y="17995"/>
                  </a:lnTo>
                </a:path>
                <a:path extrusionOk="0" h="18414" w="4286250">
                  <a:moveTo>
                    <a:pt x="3601516" y="0"/>
                  </a:moveTo>
                  <a:lnTo>
                    <a:pt x="3601516" y="17995"/>
                  </a:lnTo>
                </a:path>
                <a:path extrusionOk="0" h="18414" w="4286250">
                  <a:moveTo>
                    <a:pt x="3610521" y="0"/>
                  </a:moveTo>
                  <a:lnTo>
                    <a:pt x="3610521" y="17995"/>
                  </a:lnTo>
                </a:path>
                <a:path extrusionOk="0" h="18414" w="4286250">
                  <a:moveTo>
                    <a:pt x="3619525" y="0"/>
                  </a:moveTo>
                  <a:lnTo>
                    <a:pt x="3619525" y="17995"/>
                  </a:lnTo>
                </a:path>
                <a:path extrusionOk="0" h="18414" w="4286250">
                  <a:moveTo>
                    <a:pt x="3628529" y="0"/>
                  </a:moveTo>
                  <a:lnTo>
                    <a:pt x="3628529" y="17995"/>
                  </a:lnTo>
                </a:path>
                <a:path extrusionOk="0" h="18414" w="4286250">
                  <a:moveTo>
                    <a:pt x="3637534" y="0"/>
                  </a:moveTo>
                  <a:lnTo>
                    <a:pt x="3637534" y="17995"/>
                  </a:lnTo>
                </a:path>
                <a:path extrusionOk="0" h="18414" w="4286250">
                  <a:moveTo>
                    <a:pt x="3646525" y="0"/>
                  </a:moveTo>
                  <a:lnTo>
                    <a:pt x="3646525" y="17995"/>
                  </a:lnTo>
                </a:path>
                <a:path extrusionOk="0" h="18414" w="4286250">
                  <a:moveTo>
                    <a:pt x="3655529" y="0"/>
                  </a:moveTo>
                  <a:lnTo>
                    <a:pt x="3655529" y="17995"/>
                  </a:lnTo>
                </a:path>
                <a:path extrusionOk="0" h="18414" w="4286250">
                  <a:moveTo>
                    <a:pt x="3664534" y="0"/>
                  </a:moveTo>
                  <a:lnTo>
                    <a:pt x="3664534" y="17995"/>
                  </a:lnTo>
                </a:path>
                <a:path extrusionOk="0" h="18414" w="4286250">
                  <a:moveTo>
                    <a:pt x="3673538" y="0"/>
                  </a:moveTo>
                  <a:lnTo>
                    <a:pt x="3673538" y="17995"/>
                  </a:lnTo>
                </a:path>
                <a:path extrusionOk="0" h="18414" w="4286250">
                  <a:moveTo>
                    <a:pt x="3682542" y="0"/>
                  </a:moveTo>
                  <a:lnTo>
                    <a:pt x="3682542" y="17995"/>
                  </a:lnTo>
                </a:path>
                <a:path extrusionOk="0" h="18414" w="4286250">
                  <a:moveTo>
                    <a:pt x="3691547" y="0"/>
                  </a:moveTo>
                  <a:lnTo>
                    <a:pt x="3691547" y="17995"/>
                  </a:lnTo>
                </a:path>
                <a:path extrusionOk="0" h="18414" w="4286250">
                  <a:moveTo>
                    <a:pt x="3700551" y="0"/>
                  </a:moveTo>
                  <a:lnTo>
                    <a:pt x="3700551" y="17995"/>
                  </a:lnTo>
                </a:path>
                <a:path extrusionOk="0" h="18414" w="4286250">
                  <a:moveTo>
                    <a:pt x="3709555" y="0"/>
                  </a:moveTo>
                  <a:lnTo>
                    <a:pt x="3709555" y="17995"/>
                  </a:lnTo>
                </a:path>
                <a:path extrusionOk="0" h="18414" w="4286250">
                  <a:moveTo>
                    <a:pt x="3718560" y="0"/>
                  </a:moveTo>
                  <a:lnTo>
                    <a:pt x="3718560" y="17995"/>
                  </a:lnTo>
                </a:path>
                <a:path extrusionOk="0" h="18414" w="4286250">
                  <a:moveTo>
                    <a:pt x="3727564" y="0"/>
                  </a:moveTo>
                  <a:lnTo>
                    <a:pt x="3727564" y="17995"/>
                  </a:lnTo>
                </a:path>
                <a:path extrusionOk="0" h="18414" w="4286250">
                  <a:moveTo>
                    <a:pt x="3736568" y="0"/>
                  </a:moveTo>
                  <a:lnTo>
                    <a:pt x="3736568" y="17995"/>
                  </a:lnTo>
                </a:path>
                <a:path extrusionOk="0" h="18414" w="4286250">
                  <a:moveTo>
                    <a:pt x="3745572" y="0"/>
                  </a:moveTo>
                  <a:lnTo>
                    <a:pt x="3745572" y="17995"/>
                  </a:lnTo>
                </a:path>
                <a:path extrusionOk="0" h="18414" w="4286250">
                  <a:moveTo>
                    <a:pt x="3754577" y="0"/>
                  </a:moveTo>
                  <a:lnTo>
                    <a:pt x="3754577" y="17995"/>
                  </a:lnTo>
                </a:path>
                <a:path extrusionOk="0" h="18414" w="4286250">
                  <a:moveTo>
                    <a:pt x="3763581" y="0"/>
                  </a:moveTo>
                  <a:lnTo>
                    <a:pt x="3763581" y="17995"/>
                  </a:lnTo>
                </a:path>
                <a:path extrusionOk="0" h="18414" w="4286250">
                  <a:moveTo>
                    <a:pt x="3772585" y="0"/>
                  </a:moveTo>
                  <a:lnTo>
                    <a:pt x="3772585" y="17995"/>
                  </a:lnTo>
                </a:path>
                <a:path extrusionOk="0" h="18414" w="4286250">
                  <a:moveTo>
                    <a:pt x="3781590" y="0"/>
                  </a:moveTo>
                  <a:lnTo>
                    <a:pt x="3781590" y="17995"/>
                  </a:lnTo>
                </a:path>
                <a:path extrusionOk="0" h="18414" w="4286250">
                  <a:moveTo>
                    <a:pt x="3790594" y="0"/>
                  </a:moveTo>
                  <a:lnTo>
                    <a:pt x="3790594" y="17995"/>
                  </a:lnTo>
                </a:path>
                <a:path extrusionOk="0" h="18414" w="4286250">
                  <a:moveTo>
                    <a:pt x="3799598" y="0"/>
                  </a:moveTo>
                  <a:lnTo>
                    <a:pt x="3799598" y="17995"/>
                  </a:lnTo>
                </a:path>
                <a:path extrusionOk="0" h="18414" w="4286250">
                  <a:moveTo>
                    <a:pt x="3808603" y="0"/>
                  </a:moveTo>
                  <a:lnTo>
                    <a:pt x="3808603" y="17995"/>
                  </a:lnTo>
                </a:path>
                <a:path extrusionOk="0" h="18414" w="4286250">
                  <a:moveTo>
                    <a:pt x="3817607" y="0"/>
                  </a:moveTo>
                  <a:lnTo>
                    <a:pt x="3817607" y="17995"/>
                  </a:lnTo>
                </a:path>
                <a:path extrusionOk="0" h="18414" w="4286250">
                  <a:moveTo>
                    <a:pt x="3826611" y="0"/>
                  </a:moveTo>
                  <a:lnTo>
                    <a:pt x="3826611" y="17995"/>
                  </a:lnTo>
                </a:path>
                <a:path extrusionOk="0" h="18414" w="4286250">
                  <a:moveTo>
                    <a:pt x="3835615" y="0"/>
                  </a:moveTo>
                  <a:lnTo>
                    <a:pt x="3835615" y="17995"/>
                  </a:lnTo>
                </a:path>
                <a:path extrusionOk="0" h="18414" w="4286250">
                  <a:moveTo>
                    <a:pt x="3844620" y="0"/>
                  </a:moveTo>
                  <a:lnTo>
                    <a:pt x="3844620" y="17995"/>
                  </a:lnTo>
                </a:path>
                <a:path extrusionOk="0" h="18414" w="4286250">
                  <a:moveTo>
                    <a:pt x="3853624" y="0"/>
                  </a:moveTo>
                  <a:lnTo>
                    <a:pt x="3853624" y="17995"/>
                  </a:lnTo>
                </a:path>
                <a:path extrusionOk="0" h="18414" w="4286250">
                  <a:moveTo>
                    <a:pt x="3862616" y="0"/>
                  </a:moveTo>
                  <a:lnTo>
                    <a:pt x="3862616" y="17995"/>
                  </a:lnTo>
                </a:path>
                <a:path extrusionOk="0" h="18414" w="4286250">
                  <a:moveTo>
                    <a:pt x="3871620" y="0"/>
                  </a:moveTo>
                  <a:lnTo>
                    <a:pt x="3871620" y="17995"/>
                  </a:lnTo>
                </a:path>
                <a:path extrusionOk="0" h="18414" w="4286250">
                  <a:moveTo>
                    <a:pt x="3880624" y="0"/>
                  </a:moveTo>
                  <a:lnTo>
                    <a:pt x="3880624" y="17995"/>
                  </a:lnTo>
                </a:path>
                <a:path extrusionOk="0" h="18414" w="4286250">
                  <a:moveTo>
                    <a:pt x="3889629" y="0"/>
                  </a:moveTo>
                  <a:lnTo>
                    <a:pt x="3889629" y="17995"/>
                  </a:lnTo>
                </a:path>
                <a:path extrusionOk="0" h="18414" w="4286250">
                  <a:moveTo>
                    <a:pt x="3898633" y="0"/>
                  </a:moveTo>
                  <a:lnTo>
                    <a:pt x="3898633" y="17995"/>
                  </a:lnTo>
                </a:path>
                <a:path extrusionOk="0" h="18414" w="4286250">
                  <a:moveTo>
                    <a:pt x="3907637" y="0"/>
                  </a:moveTo>
                  <a:lnTo>
                    <a:pt x="3907637" y="17995"/>
                  </a:lnTo>
                </a:path>
                <a:path extrusionOk="0" h="18414" w="4286250">
                  <a:moveTo>
                    <a:pt x="3916641" y="0"/>
                  </a:moveTo>
                  <a:lnTo>
                    <a:pt x="3916641" y="17995"/>
                  </a:lnTo>
                </a:path>
                <a:path extrusionOk="0" h="18414" w="4286250">
                  <a:moveTo>
                    <a:pt x="3925646" y="0"/>
                  </a:moveTo>
                  <a:lnTo>
                    <a:pt x="3925646" y="17995"/>
                  </a:lnTo>
                </a:path>
                <a:path extrusionOk="0" h="18414" w="4286250">
                  <a:moveTo>
                    <a:pt x="3934650" y="0"/>
                  </a:moveTo>
                  <a:lnTo>
                    <a:pt x="3934650" y="17995"/>
                  </a:lnTo>
                </a:path>
                <a:path extrusionOk="0" h="18414" w="4286250">
                  <a:moveTo>
                    <a:pt x="3943654" y="0"/>
                  </a:moveTo>
                  <a:lnTo>
                    <a:pt x="3943654" y="17995"/>
                  </a:lnTo>
                </a:path>
                <a:path extrusionOk="0" h="18414" w="4286250">
                  <a:moveTo>
                    <a:pt x="3952659" y="0"/>
                  </a:moveTo>
                  <a:lnTo>
                    <a:pt x="3952659" y="17995"/>
                  </a:lnTo>
                </a:path>
                <a:path extrusionOk="0" h="18414" w="4286250">
                  <a:moveTo>
                    <a:pt x="3961663" y="0"/>
                  </a:moveTo>
                  <a:lnTo>
                    <a:pt x="3961663" y="17995"/>
                  </a:lnTo>
                </a:path>
                <a:path extrusionOk="0" h="18414" w="4286250">
                  <a:moveTo>
                    <a:pt x="3970667" y="0"/>
                  </a:moveTo>
                  <a:lnTo>
                    <a:pt x="3970667" y="17995"/>
                  </a:lnTo>
                </a:path>
                <a:path extrusionOk="0" h="18414" w="4286250">
                  <a:moveTo>
                    <a:pt x="3979672" y="0"/>
                  </a:moveTo>
                  <a:lnTo>
                    <a:pt x="3979672" y="17995"/>
                  </a:lnTo>
                </a:path>
                <a:path extrusionOk="0" h="18414" w="4286250">
                  <a:moveTo>
                    <a:pt x="3988676" y="0"/>
                  </a:moveTo>
                  <a:lnTo>
                    <a:pt x="3988676" y="17995"/>
                  </a:lnTo>
                </a:path>
                <a:path extrusionOk="0" h="18414" w="4286250">
                  <a:moveTo>
                    <a:pt x="3997680" y="0"/>
                  </a:moveTo>
                  <a:lnTo>
                    <a:pt x="3997680" y="17995"/>
                  </a:lnTo>
                </a:path>
                <a:path extrusionOk="0" h="18414" w="4286250">
                  <a:moveTo>
                    <a:pt x="4006684" y="0"/>
                  </a:moveTo>
                  <a:lnTo>
                    <a:pt x="4006684" y="17995"/>
                  </a:lnTo>
                </a:path>
                <a:path extrusionOk="0" h="18414" w="4286250">
                  <a:moveTo>
                    <a:pt x="4015689" y="0"/>
                  </a:moveTo>
                  <a:lnTo>
                    <a:pt x="4015689" y="17995"/>
                  </a:lnTo>
                </a:path>
                <a:path extrusionOk="0" h="18414" w="4286250">
                  <a:moveTo>
                    <a:pt x="4024693" y="0"/>
                  </a:moveTo>
                  <a:lnTo>
                    <a:pt x="4024693" y="17995"/>
                  </a:lnTo>
                </a:path>
                <a:path extrusionOk="0" h="18414" w="4286250">
                  <a:moveTo>
                    <a:pt x="4033697" y="0"/>
                  </a:moveTo>
                  <a:lnTo>
                    <a:pt x="4033697" y="17995"/>
                  </a:lnTo>
                </a:path>
                <a:path extrusionOk="0" h="18414" w="4286250">
                  <a:moveTo>
                    <a:pt x="4042702" y="0"/>
                  </a:moveTo>
                  <a:lnTo>
                    <a:pt x="4042702" y="17995"/>
                  </a:lnTo>
                </a:path>
                <a:path extrusionOk="0" h="18414" w="4286250">
                  <a:moveTo>
                    <a:pt x="4051706" y="0"/>
                  </a:moveTo>
                  <a:lnTo>
                    <a:pt x="4051706" y="17995"/>
                  </a:lnTo>
                </a:path>
                <a:path extrusionOk="0" h="18414" w="4286250">
                  <a:moveTo>
                    <a:pt x="4060710" y="0"/>
                  </a:moveTo>
                  <a:lnTo>
                    <a:pt x="4060710" y="17995"/>
                  </a:lnTo>
                </a:path>
                <a:path extrusionOk="0" h="18414" w="4286250">
                  <a:moveTo>
                    <a:pt x="4069715" y="0"/>
                  </a:moveTo>
                  <a:lnTo>
                    <a:pt x="4069715" y="17995"/>
                  </a:lnTo>
                </a:path>
                <a:path extrusionOk="0" h="18414" w="4286250">
                  <a:moveTo>
                    <a:pt x="4078706" y="0"/>
                  </a:moveTo>
                  <a:lnTo>
                    <a:pt x="4078706" y="17995"/>
                  </a:lnTo>
                </a:path>
                <a:path extrusionOk="0" h="18414" w="4286250">
                  <a:moveTo>
                    <a:pt x="4087710" y="0"/>
                  </a:moveTo>
                  <a:lnTo>
                    <a:pt x="4087710" y="17995"/>
                  </a:lnTo>
                </a:path>
                <a:path extrusionOk="0" h="18414" w="4286250">
                  <a:moveTo>
                    <a:pt x="4096715" y="0"/>
                  </a:moveTo>
                  <a:lnTo>
                    <a:pt x="4096715" y="17995"/>
                  </a:lnTo>
                </a:path>
                <a:path extrusionOk="0" h="18414" w="4286250">
                  <a:moveTo>
                    <a:pt x="4105719" y="0"/>
                  </a:moveTo>
                  <a:lnTo>
                    <a:pt x="4105719" y="17995"/>
                  </a:lnTo>
                </a:path>
                <a:path extrusionOk="0" h="18414" w="4286250">
                  <a:moveTo>
                    <a:pt x="4114723" y="0"/>
                  </a:moveTo>
                  <a:lnTo>
                    <a:pt x="4114723" y="17995"/>
                  </a:lnTo>
                </a:path>
                <a:path extrusionOk="0" h="18414" w="4286250">
                  <a:moveTo>
                    <a:pt x="4123728" y="0"/>
                  </a:moveTo>
                  <a:lnTo>
                    <a:pt x="4123728" y="17995"/>
                  </a:lnTo>
                </a:path>
                <a:path extrusionOk="0" h="18414" w="4286250">
                  <a:moveTo>
                    <a:pt x="4132732" y="0"/>
                  </a:moveTo>
                  <a:lnTo>
                    <a:pt x="4132732" y="17995"/>
                  </a:lnTo>
                </a:path>
                <a:path extrusionOk="0" h="18414" w="4286250">
                  <a:moveTo>
                    <a:pt x="4141736" y="0"/>
                  </a:moveTo>
                  <a:lnTo>
                    <a:pt x="4141736" y="17995"/>
                  </a:lnTo>
                </a:path>
                <a:path extrusionOk="0" h="18414" w="4286250">
                  <a:moveTo>
                    <a:pt x="4150741" y="0"/>
                  </a:moveTo>
                  <a:lnTo>
                    <a:pt x="4150741" y="17995"/>
                  </a:lnTo>
                </a:path>
                <a:path extrusionOk="0" h="18414" w="4286250">
                  <a:moveTo>
                    <a:pt x="4159745" y="0"/>
                  </a:moveTo>
                  <a:lnTo>
                    <a:pt x="4159745" y="17995"/>
                  </a:lnTo>
                </a:path>
                <a:path extrusionOk="0" h="18414" w="4286250">
                  <a:moveTo>
                    <a:pt x="4168749" y="0"/>
                  </a:moveTo>
                  <a:lnTo>
                    <a:pt x="4168749" y="17995"/>
                  </a:lnTo>
                </a:path>
                <a:path extrusionOk="0" h="18414" w="4286250">
                  <a:moveTo>
                    <a:pt x="4177753" y="0"/>
                  </a:moveTo>
                  <a:lnTo>
                    <a:pt x="4177753" y="17995"/>
                  </a:lnTo>
                </a:path>
                <a:path extrusionOk="0" h="18414" w="4286250">
                  <a:moveTo>
                    <a:pt x="4186758" y="0"/>
                  </a:moveTo>
                  <a:lnTo>
                    <a:pt x="4186758" y="17995"/>
                  </a:lnTo>
                </a:path>
                <a:path extrusionOk="0" h="18414" w="4286250">
                  <a:moveTo>
                    <a:pt x="4195762" y="0"/>
                  </a:moveTo>
                  <a:lnTo>
                    <a:pt x="4195762" y="17995"/>
                  </a:lnTo>
                </a:path>
                <a:path extrusionOk="0" h="18414" w="4286250">
                  <a:moveTo>
                    <a:pt x="4204766" y="0"/>
                  </a:moveTo>
                  <a:lnTo>
                    <a:pt x="4204766" y="17995"/>
                  </a:lnTo>
                </a:path>
                <a:path extrusionOk="0" h="18414" w="4286250">
                  <a:moveTo>
                    <a:pt x="4213771" y="0"/>
                  </a:moveTo>
                  <a:lnTo>
                    <a:pt x="4213771" y="17995"/>
                  </a:lnTo>
                </a:path>
                <a:path extrusionOk="0" h="18414" w="4286250">
                  <a:moveTo>
                    <a:pt x="4222775" y="0"/>
                  </a:moveTo>
                  <a:lnTo>
                    <a:pt x="4222775" y="17995"/>
                  </a:lnTo>
                </a:path>
                <a:path extrusionOk="0" h="18414" w="4286250">
                  <a:moveTo>
                    <a:pt x="4231779" y="0"/>
                  </a:moveTo>
                  <a:lnTo>
                    <a:pt x="4231779" y="17995"/>
                  </a:lnTo>
                </a:path>
                <a:path extrusionOk="0" h="18414" w="4286250">
                  <a:moveTo>
                    <a:pt x="4240784" y="0"/>
                  </a:moveTo>
                  <a:lnTo>
                    <a:pt x="4240784" y="17995"/>
                  </a:lnTo>
                </a:path>
                <a:path extrusionOk="0" h="18414" w="4286250">
                  <a:moveTo>
                    <a:pt x="4249788" y="0"/>
                  </a:moveTo>
                  <a:lnTo>
                    <a:pt x="4249788" y="17995"/>
                  </a:lnTo>
                </a:path>
                <a:path extrusionOk="0" h="18414" w="4286250">
                  <a:moveTo>
                    <a:pt x="4258792" y="0"/>
                  </a:moveTo>
                  <a:lnTo>
                    <a:pt x="4258792" y="17995"/>
                  </a:lnTo>
                </a:path>
                <a:path extrusionOk="0" h="18414" w="4286250">
                  <a:moveTo>
                    <a:pt x="4267796" y="0"/>
                  </a:moveTo>
                  <a:lnTo>
                    <a:pt x="4267796" y="17995"/>
                  </a:lnTo>
                </a:path>
                <a:path extrusionOk="0" h="18414" w="4286250">
                  <a:moveTo>
                    <a:pt x="4276801" y="0"/>
                  </a:moveTo>
                  <a:lnTo>
                    <a:pt x="4276801" y="17995"/>
                  </a:lnTo>
                </a:path>
                <a:path extrusionOk="0" h="18414" w="4286250">
                  <a:moveTo>
                    <a:pt x="4285805" y="0"/>
                  </a:moveTo>
                  <a:lnTo>
                    <a:pt x="4285805" y="17995"/>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16"/>
            <p:cNvSpPr/>
            <p:nvPr/>
          </p:nvSpPr>
          <p:spPr>
            <a:xfrm>
              <a:off x="5576399" y="6393600"/>
              <a:ext cx="18415" cy="398145"/>
            </a:xfrm>
            <a:custGeom>
              <a:rect b="b" l="l" r="r" t="t"/>
              <a:pathLst>
                <a:path extrusionOk="0" h="398145" w="18414">
                  <a:moveTo>
                    <a:pt x="0" y="398005"/>
                  </a:moveTo>
                  <a:lnTo>
                    <a:pt x="17995" y="398005"/>
                  </a:lnTo>
                </a:path>
                <a:path extrusionOk="0" h="398145" w="18414">
                  <a:moveTo>
                    <a:pt x="0" y="388962"/>
                  </a:moveTo>
                  <a:lnTo>
                    <a:pt x="17995" y="388962"/>
                  </a:lnTo>
                </a:path>
                <a:path extrusionOk="0" h="398145" w="18414">
                  <a:moveTo>
                    <a:pt x="0" y="379920"/>
                  </a:moveTo>
                  <a:lnTo>
                    <a:pt x="17995" y="379920"/>
                  </a:lnTo>
                </a:path>
                <a:path extrusionOk="0" h="398145" w="18414">
                  <a:moveTo>
                    <a:pt x="0" y="370865"/>
                  </a:moveTo>
                  <a:lnTo>
                    <a:pt x="17995" y="370865"/>
                  </a:lnTo>
                </a:path>
                <a:path extrusionOk="0" h="398145" w="18414">
                  <a:moveTo>
                    <a:pt x="0" y="361822"/>
                  </a:moveTo>
                  <a:lnTo>
                    <a:pt x="17995" y="361822"/>
                  </a:lnTo>
                </a:path>
                <a:path extrusionOk="0" h="398145" w="18414">
                  <a:moveTo>
                    <a:pt x="0" y="352780"/>
                  </a:moveTo>
                  <a:lnTo>
                    <a:pt x="17995" y="352780"/>
                  </a:lnTo>
                </a:path>
                <a:path extrusionOk="0" h="398145" w="18414">
                  <a:moveTo>
                    <a:pt x="0" y="343738"/>
                  </a:moveTo>
                  <a:lnTo>
                    <a:pt x="17995" y="343738"/>
                  </a:lnTo>
                </a:path>
                <a:path extrusionOk="0" h="398145" w="18414">
                  <a:moveTo>
                    <a:pt x="0" y="334683"/>
                  </a:moveTo>
                  <a:lnTo>
                    <a:pt x="17995" y="334683"/>
                  </a:lnTo>
                </a:path>
                <a:path extrusionOk="0" h="398145" w="18414">
                  <a:moveTo>
                    <a:pt x="0" y="325640"/>
                  </a:moveTo>
                  <a:lnTo>
                    <a:pt x="17995" y="325640"/>
                  </a:lnTo>
                </a:path>
                <a:path extrusionOk="0" h="398145" w="18414">
                  <a:moveTo>
                    <a:pt x="0" y="316598"/>
                  </a:moveTo>
                  <a:lnTo>
                    <a:pt x="17995" y="316598"/>
                  </a:lnTo>
                </a:path>
                <a:path extrusionOk="0" h="398145" w="18414">
                  <a:moveTo>
                    <a:pt x="0" y="307555"/>
                  </a:moveTo>
                  <a:lnTo>
                    <a:pt x="17995" y="307555"/>
                  </a:lnTo>
                </a:path>
                <a:path extrusionOk="0" h="398145" w="18414">
                  <a:moveTo>
                    <a:pt x="0" y="298500"/>
                  </a:moveTo>
                  <a:lnTo>
                    <a:pt x="17995" y="298500"/>
                  </a:lnTo>
                </a:path>
                <a:path extrusionOk="0" h="398145" w="18414">
                  <a:moveTo>
                    <a:pt x="0" y="289458"/>
                  </a:moveTo>
                  <a:lnTo>
                    <a:pt x="17995" y="289458"/>
                  </a:lnTo>
                </a:path>
                <a:path extrusionOk="0" h="398145" w="18414">
                  <a:moveTo>
                    <a:pt x="0" y="280415"/>
                  </a:moveTo>
                  <a:lnTo>
                    <a:pt x="17995" y="280415"/>
                  </a:lnTo>
                </a:path>
                <a:path extrusionOk="0" h="398145" w="18414">
                  <a:moveTo>
                    <a:pt x="0" y="271373"/>
                  </a:moveTo>
                  <a:lnTo>
                    <a:pt x="17995" y="271373"/>
                  </a:lnTo>
                </a:path>
                <a:path extrusionOk="0" h="398145" w="18414">
                  <a:moveTo>
                    <a:pt x="0" y="262318"/>
                  </a:moveTo>
                  <a:lnTo>
                    <a:pt x="17995" y="262318"/>
                  </a:lnTo>
                </a:path>
                <a:path extrusionOk="0" h="398145" w="18414">
                  <a:moveTo>
                    <a:pt x="0" y="253276"/>
                  </a:moveTo>
                  <a:lnTo>
                    <a:pt x="17995" y="253276"/>
                  </a:lnTo>
                </a:path>
                <a:path extrusionOk="0" h="398145" w="18414">
                  <a:moveTo>
                    <a:pt x="0" y="244233"/>
                  </a:moveTo>
                  <a:lnTo>
                    <a:pt x="17995" y="244233"/>
                  </a:lnTo>
                </a:path>
                <a:path extrusionOk="0" h="398145" w="18414">
                  <a:moveTo>
                    <a:pt x="0" y="235191"/>
                  </a:moveTo>
                  <a:lnTo>
                    <a:pt x="17995" y="235191"/>
                  </a:lnTo>
                </a:path>
                <a:path extrusionOk="0" h="398145" w="18414">
                  <a:moveTo>
                    <a:pt x="0" y="226136"/>
                  </a:moveTo>
                  <a:lnTo>
                    <a:pt x="17995" y="226136"/>
                  </a:lnTo>
                </a:path>
                <a:path extrusionOk="0" h="398145" w="18414">
                  <a:moveTo>
                    <a:pt x="0" y="217093"/>
                  </a:moveTo>
                  <a:lnTo>
                    <a:pt x="17995" y="217093"/>
                  </a:lnTo>
                </a:path>
                <a:path extrusionOk="0" h="398145" w="18414">
                  <a:moveTo>
                    <a:pt x="0" y="208051"/>
                  </a:moveTo>
                  <a:lnTo>
                    <a:pt x="17995" y="208051"/>
                  </a:lnTo>
                </a:path>
                <a:path extrusionOk="0" h="398145" w="18414">
                  <a:moveTo>
                    <a:pt x="0" y="199008"/>
                  </a:moveTo>
                  <a:lnTo>
                    <a:pt x="17995" y="199008"/>
                  </a:lnTo>
                </a:path>
                <a:path extrusionOk="0" h="398145" w="18414">
                  <a:moveTo>
                    <a:pt x="0" y="189953"/>
                  </a:moveTo>
                  <a:lnTo>
                    <a:pt x="17995" y="189953"/>
                  </a:lnTo>
                </a:path>
                <a:path extrusionOk="0" h="398145" w="18414">
                  <a:moveTo>
                    <a:pt x="0" y="180911"/>
                  </a:moveTo>
                  <a:lnTo>
                    <a:pt x="17995" y="180911"/>
                  </a:lnTo>
                </a:path>
                <a:path extrusionOk="0" h="398145" w="18414">
                  <a:moveTo>
                    <a:pt x="0" y="171869"/>
                  </a:moveTo>
                  <a:lnTo>
                    <a:pt x="17995" y="171869"/>
                  </a:lnTo>
                </a:path>
                <a:path extrusionOk="0" h="398145" w="18414">
                  <a:moveTo>
                    <a:pt x="0" y="162826"/>
                  </a:moveTo>
                  <a:lnTo>
                    <a:pt x="17995" y="162826"/>
                  </a:lnTo>
                </a:path>
                <a:path extrusionOk="0" h="398145" w="18414">
                  <a:moveTo>
                    <a:pt x="0" y="153784"/>
                  </a:moveTo>
                  <a:lnTo>
                    <a:pt x="17995" y="153784"/>
                  </a:lnTo>
                </a:path>
                <a:path extrusionOk="0" h="398145" w="18414">
                  <a:moveTo>
                    <a:pt x="0" y="144729"/>
                  </a:moveTo>
                  <a:lnTo>
                    <a:pt x="17995" y="144729"/>
                  </a:lnTo>
                </a:path>
                <a:path extrusionOk="0" h="398145" w="18414">
                  <a:moveTo>
                    <a:pt x="0" y="135686"/>
                  </a:moveTo>
                  <a:lnTo>
                    <a:pt x="17995" y="135686"/>
                  </a:lnTo>
                </a:path>
                <a:path extrusionOk="0" h="398145" w="18414">
                  <a:moveTo>
                    <a:pt x="0" y="126644"/>
                  </a:moveTo>
                  <a:lnTo>
                    <a:pt x="17995" y="126644"/>
                  </a:lnTo>
                </a:path>
                <a:path extrusionOk="0" h="398145" w="18414">
                  <a:moveTo>
                    <a:pt x="0" y="117601"/>
                  </a:moveTo>
                  <a:lnTo>
                    <a:pt x="17995" y="117601"/>
                  </a:lnTo>
                </a:path>
                <a:path extrusionOk="0" h="398145" w="18414">
                  <a:moveTo>
                    <a:pt x="0" y="108546"/>
                  </a:moveTo>
                  <a:lnTo>
                    <a:pt x="17995" y="108546"/>
                  </a:lnTo>
                </a:path>
                <a:path extrusionOk="0" h="398145" w="18414">
                  <a:moveTo>
                    <a:pt x="0" y="99504"/>
                  </a:moveTo>
                  <a:lnTo>
                    <a:pt x="17995" y="99504"/>
                  </a:lnTo>
                </a:path>
                <a:path extrusionOk="0" h="398145" w="18414">
                  <a:moveTo>
                    <a:pt x="0" y="90462"/>
                  </a:moveTo>
                  <a:lnTo>
                    <a:pt x="17995" y="90462"/>
                  </a:lnTo>
                </a:path>
                <a:path extrusionOk="0" h="398145" w="18414">
                  <a:moveTo>
                    <a:pt x="0" y="81419"/>
                  </a:moveTo>
                  <a:lnTo>
                    <a:pt x="17995" y="81419"/>
                  </a:lnTo>
                </a:path>
                <a:path extrusionOk="0" h="398145" w="18414">
                  <a:moveTo>
                    <a:pt x="0" y="72364"/>
                  </a:moveTo>
                  <a:lnTo>
                    <a:pt x="17995" y="72364"/>
                  </a:lnTo>
                </a:path>
                <a:path extrusionOk="0" h="398145" w="18414">
                  <a:moveTo>
                    <a:pt x="0" y="63322"/>
                  </a:moveTo>
                  <a:lnTo>
                    <a:pt x="17995" y="63322"/>
                  </a:lnTo>
                </a:path>
                <a:path extrusionOk="0" h="398145" w="18414">
                  <a:moveTo>
                    <a:pt x="0" y="54279"/>
                  </a:moveTo>
                  <a:lnTo>
                    <a:pt x="17995" y="54279"/>
                  </a:lnTo>
                </a:path>
                <a:path extrusionOk="0" h="398145" w="18414">
                  <a:moveTo>
                    <a:pt x="0" y="45237"/>
                  </a:moveTo>
                  <a:lnTo>
                    <a:pt x="17995" y="45237"/>
                  </a:lnTo>
                </a:path>
                <a:path extrusionOk="0" h="398145" w="18414">
                  <a:moveTo>
                    <a:pt x="0" y="36182"/>
                  </a:moveTo>
                  <a:lnTo>
                    <a:pt x="17995" y="36182"/>
                  </a:lnTo>
                </a:path>
                <a:path extrusionOk="0" h="398145" w="18414">
                  <a:moveTo>
                    <a:pt x="0" y="27139"/>
                  </a:moveTo>
                  <a:lnTo>
                    <a:pt x="17995" y="27139"/>
                  </a:lnTo>
                </a:path>
                <a:path extrusionOk="0" h="398145" w="18414">
                  <a:moveTo>
                    <a:pt x="0" y="18097"/>
                  </a:moveTo>
                  <a:lnTo>
                    <a:pt x="17995" y="18097"/>
                  </a:lnTo>
                </a:path>
                <a:path extrusionOk="0" h="398145" w="18414">
                  <a:moveTo>
                    <a:pt x="0" y="9055"/>
                  </a:moveTo>
                  <a:lnTo>
                    <a:pt x="17995" y="9055"/>
                  </a:lnTo>
                </a:path>
                <a:path extrusionOk="0" h="398145" w="18414">
                  <a:moveTo>
                    <a:pt x="0" y="0"/>
                  </a:moveTo>
                  <a:lnTo>
                    <a:pt x="1799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16"/>
            <p:cNvSpPr/>
            <p:nvPr/>
          </p:nvSpPr>
          <p:spPr>
            <a:xfrm>
              <a:off x="9862199" y="6393600"/>
              <a:ext cx="18415" cy="398145"/>
            </a:xfrm>
            <a:custGeom>
              <a:rect b="b" l="l" r="r" t="t"/>
              <a:pathLst>
                <a:path extrusionOk="0" h="398145" w="18415">
                  <a:moveTo>
                    <a:pt x="0" y="398005"/>
                  </a:moveTo>
                  <a:lnTo>
                    <a:pt x="17995" y="398005"/>
                  </a:lnTo>
                </a:path>
                <a:path extrusionOk="0" h="398145" w="18415">
                  <a:moveTo>
                    <a:pt x="0" y="388962"/>
                  </a:moveTo>
                  <a:lnTo>
                    <a:pt x="17995" y="388962"/>
                  </a:lnTo>
                </a:path>
                <a:path extrusionOk="0" h="398145" w="18415">
                  <a:moveTo>
                    <a:pt x="0" y="379920"/>
                  </a:moveTo>
                  <a:lnTo>
                    <a:pt x="17995" y="379920"/>
                  </a:lnTo>
                </a:path>
                <a:path extrusionOk="0" h="398145" w="18415">
                  <a:moveTo>
                    <a:pt x="0" y="370865"/>
                  </a:moveTo>
                  <a:lnTo>
                    <a:pt x="17995" y="370865"/>
                  </a:lnTo>
                </a:path>
                <a:path extrusionOk="0" h="398145" w="18415">
                  <a:moveTo>
                    <a:pt x="0" y="361822"/>
                  </a:moveTo>
                  <a:lnTo>
                    <a:pt x="17995" y="361822"/>
                  </a:lnTo>
                </a:path>
                <a:path extrusionOk="0" h="398145" w="18415">
                  <a:moveTo>
                    <a:pt x="0" y="352780"/>
                  </a:moveTo>
                  <a:lnTo>
                    <a:pt x="17995" y="352780"/>
                  </a:lnTo>
                </a:path>
                <a:path extrusionOk="0" h="398145" w="18415">
                  <a:moveTo>
                    <a:pt x="0" y="343738"/>
                  </a:moveTo>
                  <a:lnTo>
                    <a:pt x="17995" y="343738"/>
                  </a:lnTo>
                </a:path>
                <a:path extrusionOk="0" h="398145" w="18415">
                  <a:moveTo>
                    <a:pt x="0" y="334683"/>
                  </a:moveTo>
                  <a:lnTo>
                    <a:pt x="17995" y="334683"/>
                  </a:lnTo>
                </a:path>
                <a:path extrusionOk="0" h="398145" w="18415">
                  <a:moveTo>
                    <a:pt x="0" y="325640"/>
                  </a:moveTo>
                  <a:lnTo>
                    <a:pt x="17995" y="325640"/>
                  </a:lnTo>
                </a:path>
                <a:path extrusionOk="0" h="398145" w="18415">
                  <a:moveTo>
                    <a:pt x="0" y="316598"/>
                  </a:moveTo>
                  <a:lnTo>
                    <a:pt x="17995" y="316598"/>
                  </a:lnTo>
                </a:path>
                <a:path extrusionOk="0" h="398145" w="18415">
                  <a:moveTo>
                    <a:pt x="0" y="307555"/>
                  </a:moveTo>
                  <a:lnTo>
                    <a:pt x="17995" y="307555"/>
                  </a:lnTo>
                </a:path>
                <a:path extrusionOk="0" h="398145" w="18415">
                  <a:moveTo>
                    <a:pt x="0" y="298500"/>
                  </a:moveTo>
                  <a:lnTo>
                    <a:pt x="17995" y="298500"/>
                  </a:lnTo>
                </a:path>
                <a:path extrusionOk="0" h="398145" w="18415">
                  <a:moveTo>
                    <a:pt x="0" y="289458"/>
                  </a:moveTo>
                  <a:lnTo>
                    <a:pt x="17995" y="289458"/>
                  </a:lnTo>
                </a:path>
                <a:path extrusionOk="0" h="398145" w="18415">
                  <a:moveTo>
                    <a:pt x="0" y="280415"/>
                  </a:moveTo>
                  <a:lnTo>
                    <a:pt x="17995" y="280415"/>
                  </a:lnTo>
                </a:path>
                <a:path extrusionOk="0" h="398145" w="18415">
                  <a:moveTo>
                    <a:pt x="0" y="271373"/>
                  </a:moveTo>
                  <a:lnTo>
                    <a:pt x="17995" y="271373"/>
                  </a:lnTo>
                </a:path>
                <a:path extrusionOk="0" h="398145" w="18415">
                  <a:moveTo>
                    <a:pt x="0" y="262318"/>
                  </a:moveTo>
                  <a:lnTo>
                    <a:pt x="17995" y="262318"/>
                  </a:lnTo>
                </a:path>
                <a:path extrusionOk="0" h="398145" w="18415">
                  <a:moveTo>
                    <a:pt x="0" y="253276"/>
                  </a:moveTo>
                  <a:lnTo>
                    <a:pt x="17995" y="253276"/>
                  </a:lnTo>
                </a:path>
                <a:path extrusionOk="0" h="398145" w="18415">
                  <a:moveTo>
                    <a:pt x="0" y="244233"/>
                  </a:moveTo>
                  <a:lnTo>
                    <a:pt x="17995" y="244233"/>
                  </a:lnTo>
                </a:path>
                <a:path extrusionOk="0" h="398145" w="18415">
                  <a:moveTo>
                    <a:pt x="0" y="235191"/>
                  </a:moveTo>
                  <a:lnTo>
                    <a:pt x="17995" y="235191"/>
                  </a:lnTo>
                </a:path>
                <a:path extrusionOk="0" h="398145" w="18415">
                  <a:moveTo>
                    <a:pt x="0" y="226136"/>
                  </a:moveTo>
                  <a:lnTo>
                    <a:pt x="17995" y="226136"/>
                  </a:lnTo>
                </a:path>
                <a:path extrusionOk="0" h="398145" w="18415">
                  <a:moveTo>
                    <a:pt x="0" y="217093"/>
                  </a:moveTo>
                  <a:lnTo>
                    <a:pt x="17995" y="217093"/>
                  </a:lnTo>
                </a:path>
                <a:path extrusionOk="0" h="398145" w="18415">
                  <a:moveTo>
                    <a:pt x="0" y="208051"/>
                  </a:moveTo>
                  <a:lnTo>
                    <a:pt x="17995" y="208051"/>
                  </a:lnTo>
                </a:path>
                <a:path extrusionOk="0" h="398145" w="18415">
                  <a:moveTo>
                    <a:pt x="0" y="199008"/>
                  </a:moveTo>
                  <a:lnTo>
                    <a:pt x="17995" y="199008"/>
                  </a:lnTo>
                </a:path>
                <a:path extrusionOk="0" h="398145" w="18415">
                  <a:moveTo>
                    <a:pt x="0" y="189953"/>
                  </a:moveTo>
                  <a:lnTo>
                    <a:pt x="17995" y="189953"/>
                  </a:lnTo>
                </a:path>
                <a:path extrusionOk="0" h="398145" w="18415">
                  <a:moveTo>
                    <a:pt x="0" y="180911"/>
                  </a:moveTo>
                  <a:lnTo>
                    <a:pt x="17995" y="180911"/>
                  </a:lnTo>
                </a:path>
                <a:path extrusionOk="0" h="398145" w="18415">
                  <a:moveTo>
                    <a:pt x="0" y="171869"/>
                  </a:moveTo>
                  <a:lnTo>
                    <a:pt x="17995" y="171869"/>
                  </a:lnTo>
                </a:path>
                <a:path extrusionOk="0" h="398145" w="18415">
                  <a:moveTo>
                    <a:pt x="0" y="162826"/>
                  </a:moveTo>
                  <a:lnTo>
                    <a:pt x="17995" y="162826"/>
                  </a:lnTo>
                </a:path>
                <a:path extrusionOk="0" h="398145" w="18415">
                  <a:moveTo>
                    <a:pt x="0" y="153784"/>
                  </a:moveTo>
                  <a:lnTo>
                    <a:pt x="17995" y="153784"/>
                  </a:lnTo>
                </a:path>
                <a:path extrusionOk="0" h="398145" w="18415">
                  <a:moveTo>
                    <a:pt x="0" y="144729"/>
                  </a:moveTo>
                  <a:lnTo>
                    <a:pt x="17995" y="144729"/>
                  </a:lnTo>
                </a:path>
                <a:path extrusionOk="0" h="398145" w="18415">
                  <a:moveTo>
                    <a:pt x="0" y="135686"/>
                  </a:moveTo>
                  <a:lnTo>
                    <a:pt x="17995" y="135686"/>
                  </a:lnTo>
                </a:path>
                <a:path extrusionOk="0" h="398145" w="18415">
                  <a:moveTo>
                    <a:pt x="0" y="126644"/>
                  </a:moveTo>
                  <a:lnTo>
                    <a:pt x="17995" y="126644"/>
                  </a:lnTo>
                </a:path>
                <a:path extrusionOk="0" h="398145" w="18415">
                  <a:moveTo>
                    <a:pt x="0" y="117601"/>
                  </a:moveTo>
                  <a:lnTo>
                    <a:pt x="17995" y="117601"/>
                  </a:lnTo>
                </a:path>
                <a:path extrusionOk="0" h="398145" w="18415">
                  <a:moveTo>
                    <a:pt x="0" y="108546"/>
                  </a:moveTo>
                  <a:lnTo>
                    <a:pt x="17995" y="108546"/>
                  </a:lnTo>
                </a:path>
                <a:path extrusionOk="0" h="398145" w="18415">
                  <a:moveTo>
                    <a:pt x="0" y="99504"/>
                  </a:moveTo>
                  <a:lnTo>
                    <a:pt x="17995" y="99504"/>
                  </a:lnTo>
                </a:path>
                <a:path extrusionOk="0" h="398145" w="18415">
                  <a:moveTo>
                    <a:pt x="0" y="90462"/>
                  </a:moveTo>
                  <a:lnTo>
                    <a:pt x="17995" y="90462"/>
                  </a:lnTo>
                </a:path>
                <a:path extrusionOk="0" h="398145" w="18415">
                  <a:moveTo>
                    <a:pt x="0" y="81419"/>
                  </a:moveTo>
                  <a:lnTo>
                    <a:pt x="17995" y="81419"/>
                  </a:lnTo>
                </a:path>
                <a:path extrusionOk="0" h="398145" w="18415">
                  <a:moveTo>
                    <a:pt x="0" y="72364"/>
                  </a:moveTo>
                  <a:lnTo>
                    <a:pt x="17995" y="72364"/>
                  </a:lnTo>
                </a:path>
                <a:path extrusionOk="0" h="398145" w="18415">
                  <a:moveTo>
                    <a:pt x="0" y="63322"/>
                  </a:moveTo>
                  <a:lnTo>
                    <a:pt x="17995" y="63322"/>
                  </a:lnTo>
                </a:path>
                <a:path extrusionOk="0" h="398145" w="18415">
                  <a:moveTo>
                    <a:pt x="0" y="54279"/>
                  </a:moveTo>
                  <a:lnTo>
                    <a:pt x="17995" y="54279"/>
                  </a:lnTo>
                </a:path>
                <a:path extrusionOk="0" h="398145" w="18415">
                  <a:moveTo>
                    <a:pt x="0" y="45237"/>
                  </a:moveTo>
                  <a:lnTo>
                    <a:pt x="17995" y="45237"/>
                  </a:lnTo>
                </a:path>
                <a:path extrusionOk="0" h="398145" w="18415">
                  <a:moveTo>
                    <a:pt x="0" y="36182"/>
                  </a:moveTo>
                  <a:lnTo>
                    <a:pt x="17995" y="36182"/>
                  </a:lnTo>
                </a:path>
                <a:path extrusionOk="0" h="398145" w="18415">
                  <a:moveTo>
                    <a:pt x="0" y="27139"/>
                  </a:moveTo>
                  <a:lnTo>
                    <a:pt x="17995" y="27139"/>
                  </a:lnTo>
                </a:path>
                <a:path extrusionOk="0" h="398145" w="18415">
                  <a:moveTo>
                    <a:pt x="0" y="18097"/>
                  </a:moveTo>
                  <a:lnTo>
                    <a:pt x="17995" y="18097"/>
                  </a:lnTo>
                </a:path>
                <a:path extrusionOk="0" h="398145" w="18415">
                  <a:moveTo>
                    <a:pt x="0" y="9055"/>
                  </a:moveTo>
                  <a:lnTo>
                    <a:pt x="17995" y="9055"/>
                  </a:lnTo>
                </a:path>
                <a:path extrusionOk="0" h="398145" w="18415">
                  <a:moveTo>
                    <a:pt x="0" y="0"/>
                  </a:moveTo>
                  <a:lnTo>
                    <a:pt x="1799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p16"/>
            <p:cNvSpPr/>
            <p:nvPr/>
          </p:nvSpPr>
          <p:spPr>
            <a:xfrm>
              <a:off x="5585400" y="6782605"/>
              <a:ext cx="4286250" cy="18415"/>
            </a:xfrm>
            <a:custGeom>
              <a:rect b="b" l="l" r="r" t="t"/>
              <a:pathLst>
                <a:path extrusionOk="0" h="18415" w="4286250">
                  <a:moveTo>
                    <a:pt x="0" y="0"/>
                  </a:moveTo>
                  <a:lnTo>
                    <a:pt x="0" y="17995"/>
                  </a:lnTo>
                </a:path>
                <a:path extrusionOk="0" h="18415" w="4286250">
                  <a:moveTo>
                    <a:pt x="9004" y="0"/>
                  </a:moveTo>
                  <a:lnTo>
                    <a:pt x="9004" y="17995"/>
                  </a:lnTo>
                </a:path>
                <a:path extrusionOk="0" h="18415" w="4286250">
                  <a:moveTo>
                    <a:pt x="18008" y="0"/>
                  </a:moveTo>
                  <a:lnTo>
                    <a:pt x="18008" y="17995"/>
                  </a:lnTo>
                </a:path>
                <a:path extrusionOk="0" h="18415" w="4286250">
                  <a:moveTo>
                    <a:pt x="27012" y="0"/>
                  </a:moveTo>
                  <a:lnTo>
                    <a:pt x="27012" y="17995"/>
                  </a:lnTo>
                </a:path>
                <a:path extrusionOk="0" h="18415" w="4286250">
                  <a:moveTo>
                    <a:pt x="36017" y="0"/>
                  </a:moveTo>
                  <a:lnTo>
                    <a:pt x="36017" y="17995"/>
                  </a:lnTo>
                </a:path>
                <a:path extrusionOk="0" h="18415" w="4286250">
                  <a:moveTo>
                    <a:pt x="45021" y="0"/>
                  </a:moveTo>
                  <a:lnTo>
                    <a:pt x="45021" y="17995"/>
                  </a:lnTo>
                </a:path>
                <a:path extrusionOk="0" h="18415" w="4286250">
                  <a:moveTo>
                    <a:pt x="54025" y="0"/>
                  </a:moveTo>
                  <a:lnTo>
                    <a:pt x="54025" y="17995"/>
                  </a:lnTo>
                </a:path>
                <a:path extrusionOk="0" h="18415" w="4286250">
                  <a:moveTo>
                    <a:pt x="63030" y="0"/>
                  </a:moveTo>
                  <a:lnTo>
                    <a:pt x="63030" y="17995"/>
                  </a:lnTo>
                </a:path>
                <a:path extrusionOk="0" h="18415" w="4286250">
                  <a:moveTo>
                    <a:pt x="72034" y="0"/>
                  </a:moveTo>
                  <a:lnTo>
                    <a:pt x="72034" y="17995"/>
                  </a:lnTo>
                </a:path>
                <a:path extrusionOk="0" h="18415" w="4286250">
                  <a:moveTo>
                    <a:pt x="81038" y="0"/>
                  </a:moveTo>
                  <a:lnTo>
                    <a:pt x="81038" y="17995"/>
                  </a:lnTo>
                </a:path>
                <a:path extrusionOk="0" h="18415" w="4286250">
                  <a:moveTo>
                    <a:pt x="90043" y="0"/>
                  </a:moveTo>
                  <a:lnTo>
                    <a:pt x="90043" y="17995"/>
                  </a:lnTo>
                </a:path>
                <a:path extrusionOk="0" h="18415" w="4286250">
                  <a:moveTo>
                    <a:pt x="99047" y="0"/>
                  </a:moveTo>
                  <a:lnTo>
                    <a:pt x="99047" y="17995"/>
                  </a:lnTo>
                </a:path>
                <a:path extrusionOk="0" h="18415" w="4286250">
                  <a:moveTo>
                    <a:pt x="108051" y="0"/>
                  </a:moveTo>
                  <a:lnTo>
                    <a:pt x="108051" y="17995"/>
                  </a:lnTo>
                </a:path>
                <a:path extrusionOk="0" h="18415" w="4286250">
                  <a:moveTo>
                    <a:pt x="117043" y="0"/>
                  </a:moveTo>
                  <a:lnTo>
                    <a:pt x="117043" y="17995"/>
                  </a:lnTo>
                </a:path>
                <a:path extrusionOk="0" h="18415" w="4286250">
                  <a:moveTo>
                    <a:pt x="126047" y="0"/>
                  </a:moveTo>
                  <a:lnTo>
                    <a:pt x="126047" y="17995"/>
                  </a:lnTo>
                </a:path>
                <a:path extrusionOk="0" h="18415" w="4286250">
                  <a:moveTo>
                    <a:pt x="135051" y="0"/>
                  </a:moveTo>
                  <a:lnTo>
                    <a:pt x="135051" y="17995"/>
                  </a:lnTo>
                </a:path>
                <a:path extrusionOk="0" h="18415" w="4286250">
                  <a:moveTo>
                    <a:pt x="144056" y="0"/>
                  </a:moveTo>
                  <a:lnTo>
                    <a:pt x="144056" y="17995"/>
                  </a:lnTo>
                </a:path>
                <a:path extrusionOk="0" h="18415" w="4286250">
                  <a:moveTo>
                    <a:pt x="153060" y="0"/>
                  </a:moveTo>
                  <a:lnTo>
                    <a:pt x="153060" y="17995"/>
                  </a:lnTo>
                </a:path>
                <a:path extrusionOk="0" h="18415" w="4286250">
                  <a:moveTo>
                    <a:pt x="162064" y="0"/>
                  </a:moveTo>
                  <a:lnTo>
                    <a:pt x="162064" y="17995"/>
                  </a:lnTo>
                </a:path>
                <a:path extrusionOk="0" h="18415" w="4286250">
                  <a:moveTo>
                    <a:pt x="171069" y="0"/>
                  </a:moveTo>
                  <a:lnTo>
                    <a:pt x="171069" y="17995"/>
                  </a:lnTo>
                </a:path>
                <a:path extrusionOk="0" h="18415" w="4286250">
                  <a:moveTo>
                    <a:pt x="180073" y="0"/>
                  </a:moveTo>
                  <a:lnTo>
                    <a:pt x="180073" y="17995"/>
                  </a:lnTo>
                </a:path>
                <a:path extrusionOk="0" h="18415" w="4286250">
                  <a:moveTo>
                    <a:pt x="189077" y="0"/>
                  </a:moveTo>
                  <a:lnTo>
                    <a:pt x="189077" y="17995"/>
                  </a:lnTo>
                </a:path>
                <a:path extrusionOk="0" h="18415" w="4286250">
                  <a:moveTo>
                    <a:pt x="198081" y="0"/>
                  </a:moveTo>
                  <a:lnTo>
                    <a:pt x="198081" y="17995"/>
                  </a:lnTo>
                </a:path>
                <a:path extrusionOk="0" h="18415" w="4286250">
                  <a:moveTo>
                    <a:pt x="207086" y="0"/>
                  </a:moveTo>
                  <a:lnTo>
                    <a:pt x="207086" y="17995"/>
                  </a:lnTo>
                </a:path>
                <a:path extrusionOk="0" h="18415" w="4286250">
                  <a:moveTo>
                    <a:pt x="216090" y="0"/>
                  </a:moveTo>
                  <a:lnTo>
                    <a:pt x="216090" y="17995"/>
                  </a:lnTo>
                </a:path>
                <a:path extrusionOk="0" h="18415" w="4286250">
                  <a:moveTo>
                    <a:pt x="225094" y="0"/>
                  </a:moveTo>
                  <a:lnTo>
                    <a:pt x="225094" y="17995"/>
                  </a:lnTo>
                </a:path>
                <a:path extrusionOk="0" h="18415" w="4286250">
                  <a:moveTo>
                    <a:pt x="234099" y="0"/>
                  </a:moveTo>
                  <a:lnTo>
                    <a:pt x="234099" y="17995"/>
                  </a:lnTo>
                </a:path>
                <a:path extrusionOk="0" h="18415" w="4286250">
                  <a:moveTo>
                    <a:pt x="243103" y="0"/>
                  </a:moveTo>
                  <a:lnTo>
                    <a:pt x="243103" y="17995"/>
                  </a:lnTo>
                </a:path>
                <a:path extrusionOk="0" h="18415" w="4286250">
                  <a:moveTo>
                    <a:pt x="252107" y="0"/>
                  </a:moveTo>
                  <a:lnTo>
                    <a:pt x="252107" y="17995"/>
                  </a:lnTo>
                </a:path>
                <a:path extrusionOk="0" h="18415" w="4286250">
                  <a:moveTo>
                    <a:pt x="261111" y="0"/>
                  </a:moveTo>
                  <a:lnTo>
                    <a:pt x="261111" y="17995"/>
                  </a:lnTo>
                </a:path>
                <a:path extrusionOk="0" h="18415" w="4286250">
                  <a:moveTo>
                    <a:pt x="270116" y="0"/>
                  </a:moveTo>
                  <a:lnTo>
                    <a:pt x="270116" y="17995"/>
                  </a:lnTo>
                </a:path>
                <a:path extrusionOk="0" h="18415" w="4286250">
                  <a:moveTo>
                    <a:pt x="279120" y="0"/>
                  </a:moveTo>
                  <a:lnTo>
                    <a:pt x="279120" y="17995"/>
                  </a:lnTo>
                </a:path>
                <a:path extrusionOk="0" h="18415" w="4286250">
                  <a:moveTo>
                    <a:pt x="288124" y="0"/>
                  </a:moveTo>
                  <a:lnTo>
                    <a:pt x="288124" y="17995"/>
                  </a:lnTo>
                </a:path>
                <a:path extrusionOk="0" h="18415" w="4286250">
                  <a:moveTo>
                    <a:pt x="297129" y="0"/>
                  </a:moveTo>
                  <a:lnTo>
                    <a:pt x="297129" y="17995"/>
                  </a:lnTo>
                </a:path>
                <a:path extrusionOk="0" h="18415" w="4286250">
                  <a:moveTo>
                    <a:pt x="306133" y="0"/>
                  </a:moveTo>
                  <a:lnTo>
                    <a:pt x="306133" y="17995"/>
                  </a:lnTo>
                </a:path>
                <a:path extrusionOk="0" h="18415" w="4286250">
                  <a:moveTo>
                    <a:pt x="315137" y="0"/>
                  </a:moveTo>
                  <a:lnTo>
                    <a:pt x="315137" y="17995"/>
                  </a:lnTo>
                </a:path>
                <a:path extrusionOk="0" h="18415" w="4286250">
                  <a:moveTo>
                    <a:pt x="324142" y="0"/>
                  </a:moveTo>
                  <a:lnTo>
                    <a:pt x="324142" y="17995"/>
                  </a:lnTo>
                </a:path>
                <a:path extrusionOk="0" h="18415" w="4286250">
                  <a:moveTo>
                    <a:pt x="333146" y="0"/>
                  </a:moveTo>
                  <a:lnTo>
                    <a:pt x="333146" y="17995"/>
                  </a:lnTo>
                </a:path>
                <a:path extrusionOk="0" h="18415" w="4286250">
                  <a:moveTo>
                    <a:pt x="342138" y="0"/>
                  </a:moveTo>
                  <a:lnTo>
                    <a:pt x="342138" y="17995"/>
                  </a:lnTo>
                </a:path>
                <a:path extrusionOk="0" h="18415" w="4286250">
                  <a:moveTo>
                    <a:pt x="351142" y="0"/>
                  </a:moveTo>
                  <a:lnTo>
                    <a:pt x="351142" y="17995"/>
                  </a:lnTo>
                </a:path>
                <a:path extrusionOk="0" h="18415" w="4286250">
                  <a:moveTo>
                    <a:pt x="360146" y="0"/>
                  </a:moveTo>
                  <a:lnTo>
                    <a:pt x="360146" y="17995"/>
                  </a:lnTo>
                </a:path>
                <a:path extrusionOk="0" h="18415" w="4286250">
                  <a:moveTo>
                    <a:pt x="369150" y="0"/>
                  </a:moveTo>
                  <a:lnTo>
                    <a:pt x="369150" y="17995"/>
                  </a:lnTo>
                </a:path>
                <a:path extrusionOk="0" h="18415" w="4286250">
                  <a:moveTo>
                    <a:pt x="378155" y="0"/>
                  </a:moveTo>
                  <a:lnTo>
                    <a:pt x="378155" y="17995"/>
                  </a:lnTo>
                </a:path>
                <a:path extrusionOk="0" h="18415" w="4286250">
                  <a:moveTo>
                    <a:pt x="387159" y="0"/>
                  </a:moveTo>
                  <a:lnTo>
                    <a:pt x="387159" y="17995"/>
                  </a:lnTo>
                </a:path>
                <a:path extrusionOk="0" h="18415" w="4286250">
                  <a:moveTo>
                    <a:pt x="396163" y="0"/>
                  </a:moveTo>
                  <a:lnTo>
                    <a:pt x="396163" y="17995"/>
                  </a:lnTo>
                </a:path>
                <a:path extrusionOk="0" h="18415" w="4286250">
                  <a:moveTo>
                    <a:pt x="405168" y="0"/>
                  </a:moveTo>
                  <a:lnTo>
                    <a:pt x="405168" y="17995"/>
                  </a:lnTo>
                </a:path>
                <a:path extrusionOk="0" h="18415" w="4286250">
                  <a:moveTo>
                    <a:pt x="414172" y="0"/>
                  </a:moveTo>
                  <a:lnTo>
                    <a:pt x="414172" y="17995"/>
                  </a:lnTo>
                </a:path>
                <a:path extrusionOk="0" h="18415" w="4286250">
                  <a:moveTo>
                    <a:pt x="423176" y="0"/>
                  </a:moveTo>
                  <a:lnTo>
                    <a:pt x="423176" y="17995"/>
                  </a:lnTo>
                </a:path>
                <a:path extrusionOk="0" h="18415" w="4286250">
                  <a:moveTo>
                    <a:pt x="432181" y="0"/>
                  </a:moveTo>
                  <a:lnTo>
                    <a:pt x="432181" y="17995"/>
                  </a:lnTo>
                </a:path>
                <a:path extrusionOk="0" h="18415" w="4286250">
                  <a:moveTo>
                    <a:pt x="441185" y="0"/>
                  </a:moveTo>
                  <a:lnTo>
                    <a:pt x="441185" y="17995"/>
                  </a:lnTo>
                </a:path>
                <a:path extrusionOk="0" h="18415" w="4286250">
                  <a:moveTo>
                    <a:pt x="450189" y="0"/>
                  </a:moveTo>
                  <a:lnTo>
                    <a:pt x="450189" y="17995"/>
                  </a:lnTo>
                </a:path>
                <a:path extrusionOk="0" h="18415" w="4286250">
                  <a:moveTo>
                    <a:pt x="459193" y="0"/>
                  </a:moveTo>
                  <a:lnTo>
                    <a:pt x="459193" y="17995"/>
                  </a:lnTo>
                </a:path>
                <a:path extrusionOk="0" h="18415" w="4286250">
                  <a:moveTo>
                    <a:pt x="468198" y="0"/>
                  </a:moveTo>
                  <a:lnTo>
                    <a:pt x="468198" y="17995"/>
                  </a:lnTo>
                </a:path>
                <a:path extrusionOk="0" h="18415" w="4286250">
                  <a:moveTo>
                    <a:pt x="477202" y="0"/>
                  </a:moveTo>
                  <a:lnTo>
                    <a:pt x="477202" y="17995"/>
                  </a:lnTo>
                </a:path>
                <a:path extrusionOk="0" h="18415" w="4286250">
                  <a:moveTo>
                    <a:pt x="486206" y="0"/>
                  </a:moveTo>
                  <a:lnTo>
                    <a:pt x="486206" y="17995"/>
                  </a:lnTo>
                </a:path>
                <a:path extrusionOk="0" h="18415" w="4286250">
                  <a:moveTo>
                    <a:pt x="495211" y="0"/>
                  </a:moveTo>
                  <a:lnTo>
                    <a:pt x="495211" y="17995"/>
                  </a:lnTo>
                </a:path>
                <a:path extrusionOk="0" h="18415" w="4286250">
                  <a:moveTo>
                    <a:pt x="504215" y="0"/>
                  </a:moveTo>
                  <a:lnTo>
                    <a:pt x="504215" y="17995"/>
                  </a:lnTo>
                </a:path>
                <a:path extrusionOk="0" h="18415" w="4286250">
                  <a:moveTo>
                    <a:pt x="513219" y="0"/>
                  </a:moveTo>
                  <a:lnTo>
                    <a:pt x="513219" y="17995"/>
                  </a:lnTo>
                </a:path>
                <a:path extrusionOk="0" h="18415" w="4286250">
                  <a:moveTo>
                    <a:pt x="522223" y="0"/>
                  </a:moveTo>
                  <a:lnTo>
                    <a:pt x="522223" y="17995"/>
                  </a:lnTo>
                </a:path>
                <a:path extrusionOk="0" h="18415" w="4286250">
                  <a:moveTo>
                    <a:pt x="531228" y="0"/>
                  </a:moveTo>
                  <a:lnTo>
                    <a:pt x="531228" y="17995"/>
                  </a:lnTo>
                </a:path>
                <a:path extrusionOk="0" h="18415" w="4286250">
                  <a:moveTo>
                    <a:pt x="540232" y="0"/>
                  </a:moveTo>
                  <a:lnTo>
                    <a:pt x="540232" y="17995"/>
                  </a:lnTo>
                </a:path>
                <a:path extrusionOk="0" h="18415" w="4286250">
                  <a:moveTo>
                    <a:pt x="549236" y="0"/>
                  </a:moveTo>
                  <a:lnTo>
                    <a:pt x="549236" y="17995"/>
                  </a:lnTo>
                </a:path>
                <a:path extrusionOk="0" h="18415" w="4286250">
                  <a:moveTo>
                    <a:pt x="558228" y="0"/>
                  </a:moveTo>
                  <a:lnTo>
                    <a:pt x="558228" y="17995"/>
                  </a:lnTo>
                </a:path>
                <a:path extrusionOk="0" h="18415" w="4286250">
                  <a:moveTo>
                    <a:pt x="567232" y="0"/>
                  </a:moveTo>
                  <a:lnTo>
                    <a:pt x="567232" y="17995"/>
                  </a:lnTo>
                </a:path>
                <a:path extrusionOk="0" h="18415" w="4286250">
                  <a:moveTo>
                    <a:pt x="576237" y="0"/>
                  </a:moveTo>
                  <a:lnTo>
                    <a:pt x="576237" y="17995"/>
                  </a:lnTo>
                </a:path>
                <a:path extrusionOk="0" h="18415" w="4286250">
                  <a:moveTo>
                    <a:pt x="585241" y="0"/>
                  </a:moveTo>
                  <a:lnTo>
                    <a:pt x="585241" y="17995"/>
                  </a:lnTo>
                </a:path>
                <a:path extrusionOk="0" h="18415" w="4286250">
                  <a:moveTo>
                    <a:pt x="594245" y="0"/>
                  </a:moveTo>
                  <a:lnTo>
                    <a:pt x="594245" y="17995"/>
                  </a:lnTo>
                </a:path>
                <a:path extrusionOk="0" h="18415" w="4286250">
                  <a:moveTo>
                    <a:pt x="603250" y="0"/>
                  </a:moveTo>
                  <a:lnTo>
                    <a:pt x="603250" y="17995"/>
                  </a:lnTo>
                </a:path>
                <a:path extrusionOk="0" h="18415" w="4286250">
                  <a:moveTo>
                    <a:pt x="612254" y="0"/>
                  </a:moveTo>
                  <a:lnTo>
                    <a:pt x="612254" y="17995"/>
                  </a:lnTo>
                </a:path>
                <a:path extrusionOk="0" h="18415" w="4286250">
                  <a:moveTo>
                    <a:pt x="621258" y="0"/>
                  </a:moveTo>
                  <a:lnTo>
                    <a:pt x="621258" y="17995"/>
                  </a:lnTo>
                </a:path>
                <a:path extrusionOk="0" h="18415" w="4286250">
                  <a:moveTo>
                    <a:pt x="630262" y="0"/>
                  </a:moveTo>
                  <a:lnTo>
                    <a:pt x="630262" y="17995"/>
                  </a:lnTo>
                </a:path>
                <a:path extrusionOk="0" h="18415" w="4286250">
                  <a:moveTo>
                    <a:pt x="639267" y="0"/>
                  </a:moveTo>
                  <a:lnTo>
                    <a:pt x="639267" y="17995"/>
                  </a:lnTo>
                </a:path>
                <a:path extrusionOk="0" h="18415" w="4286250">
                  <a:moveTo>
                    <a:pt x="648271" y="0"/>
                  </a:moveTo>
                  <a:lnTo>
                    <a:pt x="648271" y="17995"/>
                  </a:lnTo>
                </a:path>
                <a:path extrusionOk="0" h="18415" w="4286250">
                  <a:moveTo>
                    <a:pt x="657275" y="0"/>
                  </a:moveTo>
                  <a:lnTo>
                    <a:pt x="657275" y="17995"/>
                  </a:lnTo>
                </a:path>
                <a:path extrusionOk="0" h="18415" w="4286250">
                  <a:moveTo>
                    <a:pt x="666280" y="0"/>
                  </a:moveTo>
                  <a:lnTo>
                    <a:pt x="666280" y="17995"/>
                  </a:lnTo>
                </a:path>
                <a:path extrusionOk="0" h="18415" w="4286250">
                  <a:moveTo>
                    <a:pt x="675284" y="0"/>
                  </a:moveTo>
                  <a:lnTo>
                    <a:pt x="675284" y="17995"/>
                  </a:lnTo>
                </a:path>
                <a:path extrusionOk="0" h="18415" w="4286250">
                  <a:moveTo>
                    <a:pt x="684288" y="0"/>
                  </a:moveTo>
                  <a:lnTo>
                    <a:pt x="684288" y="17995"/>
                  </a:lnTo>
                </a:path>
                <a:path extrusionOk="0" h="18415" w="4286250">
                  <a:moveTo>
                    <a:pt x="693293" y="0"/>
                  </a:moveTo>
                  <a:lnTo>
                    <a:pt x="693293" y="17995"/>
                  </a:lnTo>
                </a:path>
                <a:path extrusionOk="0" h="18415" w="4286250">
                  <a:moveTo>
                    <a:pt x="702297" y="0"/>
                  </a:moveTo>
                  <a:lnTo>
                    <a:pt x="702297" y="17995"/>
                  </a:lnTo>
                </a:path>
                <a:path extrusionOk="0" h="18415" w="4286250">
                  <a:moveTo>
                    <a:pt x="711301" y="0"/>
                  </a:moveTo>
                  <a:lnTo>
                    <a:pt x="711301" y="17995"/>
                  </a:lnTo>
                </a:path>
                <a:path extrusionOk="0" h="18415" w="4286250">
                  <a:moveTo>
                    <a:pt x="720305" y="0"/>
                  </a:moveTo>
                  <a:lnTo>
                    <a:pt x="720305" y="17995"/>
                  </a:lnTo>
                </a:path>
                <a:path extrusionOk="0" h="18415" w="4286250">
                  <a:moveTo>
                    <a:pt x="729310" y="0"/>
                  </a:moveTo>
                  <a:lnTo>
                    <a:pt x="729310" y="17995"/>
                  </a:lnTo>
                </a:path>
                <a:path extrusionOk="0" h="18415" w="4286250">
                  <a:moveTo>
                    <a:pt x="738314" y="0"/>
                  </a:moveTo>
                  <a:lnTo>
                    <a:pt x="738314" y="17995"/>
                  </a:lnTo>
                </a:path>
                <a:path extrusionOk="0" h="18415" w="4286250">
                  <a:moveTo>
                    <a:pt x="747318" y="0"/>
                  </a:moveTo>
                  <a:lnTo>
                    <a:pt x="747318" y="17995"/>
                  </a:lnTo>
                </a:path>
                <a:path extrusionOk="0" h="18415" w="4286250">
                  <a:moveTo>
                    <a:pt x="756323" y="0"/>
                  </a:moveTo>
                  <a:lnTo>
                    <a:pt x="756323" y="17995"/>
                  </a:lnTo>
                </a:path>
                <a:path extrusionOk="0" h="18415" w="4286250">
                  <a:moveTo>
                    <a:pt x="765327" y="0"/>
                  </a:moveTo>
                  <a:lnTo>
                    <a:pt x="765327" y="17995"/>
                  </a:lnTo>
                </a:path>
                <a:path extrusionOk="0" h="18415" w="4286250">
                  <a:moveTo>
                    <a:pt x="774319" y="0"/>
                  </a:moveTo>
                  <a:lnTo>
                    <a:pt x="774319" y="17995"/>
                  </a:lnTo>
                </a:path>
                <a:path extrusionOk="0" h="18415" w="4286250">
                  <a:moveTo>
                    <a:pt x="783323" y="0"/>
                  </a:moveTo>
                  <a:lnTo>
                    <a:pt x="783323" y="17995"/>
                  </a:lnTo>
                </a:path>
                <a:path extrusionOk="0" h="18415" w="4286250">
                  <a:moveTo>
                    <a:pt x="792327" y="0"/>
                  </a:moveTo>
                  <a:lnTo>
                    <a:pt x="792327" y="17995"/>
                  </a:lnTo>
                </a:path>
                <a:path extrusionOk="0" h="18415" w="4286250">
                  <a:moveTo>
                    <a:pt x="801331" y="0"/>
                  </a:moveTo>
                  <a:lnTo>
                    <a:pt x="801331" y="17995"/>
                  </a:lnTo>
                </a:path>
                <a:path extrusionOk="0" h="18415" w="4286250">
                  <a:moveTo>
                    <a:pt x="810336" y="0"/>
                  </a:moveTo>
                  <a:lnTo>
                    <a:pt x="810336" y="17995"/>
                  </a:lnTo>
                </a:path>
                <a:path extrusionOk="0" h="18415" w="4286250">
                  <a:moveTo>
                    <a:pt x="819340" y="0"/>
                  </a:moveTo>
                  <a:lnTo>
                    <a:pt x="819340" y="17995"/>
                  </a:lnTo>
                </a:path>
                <a:path extrusionOk="0" h="18415" w="4286250">
                  <a:moveTo>
                    <a:pt x="828344" y="0"/>
                  </a:moveTo>
                  <a:lnTo>
                    <a:pt x="828344" y="17995"/>
                  </a:lnTo>
                </a:path>
                <a:path extrusionOk="0" h="18415" w="4286250">
                  <a:moveTo>
                    <a:pt x="837349" y="0"/>
                  </a:moveTo>
                  <a:lnTo>
                    <a:pt x="837349" y="17995"/>
                  </a:lnTo>
                </a:path>
                <a:path extrusionOk="0" h="18415" w="4286250">
                  <a:moveTo>
                    <a:pt x="846353" y="0"/>
                  </a:moveTo>
                  <a:lnTo>
                    <a:pt x="846353" y="17995"/>
                  </a:lnTo>
                </a:path>
                <a:path extrusionOk="0" h="18415" w="4286250">
                  <a:moveTo>
                    <a:pt x="855357" y="0"/>
                  </a:moveTo>
                  <a:lnTo>
                    <a:pt x="855357" y="17995"/>
                  </a:lnTo>
                </a:path>
                <a:path extrusionOk="0" h="18415" w="4286250">
                  <a:moveTo>
                    <a:pt x="864362" y="0"/>
                  </a:moveTo>
                  <a:lnTo>
                    <a:pt x="864362" y="17995"/>
                  </a:lnTo>
                </a:path>
                <a:path extrusionOk="0" h="18415" w="4286250">
                  <a:moveTo>
                    <a:pt x="873366" y="0"/>
                  </a:moveTo>
                  <a:lnTo>
                    <a:pt x="873366" y="17995"/>
                  </a:lnTo>
                </a:path>
                <a:path extrusionOk="0" h="18415" w="4286250">
                  <a:moveTo>
                    <a:pt x="882370" y="0"/>
                  </a:moveTo>
                  <a:lnTo>
                    <a:pt x="882370" y="17995"/>
                  </a:lnTo>
                </a:path>
                <a:path extrusionOk="0" h="18415" w="4286250">
                  <a:moveTo>
                    <a:pt x="891374" y="0"/>
                  </a:moveTo>
                  <a:lnTo>
                    <a:pt x="891374" y="17995"/>
                  </a:lnTo>
                </a:path>
                <a:path extrusionOk="0" h="18415" w="4286250">
                  <a:moveTo>
                    <a:pt x="900379" y="0"/>
                  </a:moveTo>
                  <a:lnTo>
                    <a:pt x="900379" y="17995"/>
                  </a:lnTo>
                </a:path>
                <a:path extrusionOk="0" h="18415" w="4286250">
                  <a:moveTo>
                    <a:pt x="909383" y="0"/>
                  </a:moveTo>
                  <a:lnTo>
                    <a:pt x="909383" y="17995"/>
                  </a:lnTo>
                </a:path>
                <a:path extrusionOk="0" h="18415" w="4286250">
                  <a:moveTo>
                    <a:pt x="918387" y="0"/>
                  </a:moveTo>
                  <a:lnTo>
                    <a:pt x="918387" y="17995"/>
                  </a:lnTo>
                </a:path>
                <a:path extrusionOk="0" h="18415" w="4286250">
                  <a:moveTo>
                    <a:pt x="927392" y="0"/>
                  </a:moveTo>
                  <a:lnTo>
                    <a:pt x="927392" y="17995"/>
                  </a:lnTo>
                </a:path>
                <a:path extrusionOk="0" h="18415" w="4286250">
                  <a:moveTo>
                    <a:pt x="936396" y="0"/>
                  </a:moveTo>
                  <a:lnTo>
                    <a:pt x="936396" y="17995"/>
                  </a:lnTo>
                </a:path>
                <a:path extrusionOk="0" h="18415" w="4286250">
                  <a:moveTo>
                    <a:pt x="945400" y="0"/>
                  </a:moveTo>
                  <a:lnTo>
                    <a:pt x="945400" y="17995"/>
                  </a:lnTo>
                </a:path>
                <a:path extrusionOk="0" h="18415" w="4286250">
                  <a:moveTo>
                    <a:pt x="954405" y="0"/>
                  </a:moveTo>
                  <a:lnTo>
                    <a:pt x="954405" y="17995"/>
                  </a:lnTo>
                </a:path>
                <a:path extrusionOk="0" h="18415" w="4286250">
                  <a:moveTo>
                    <a:pt x="963409" y="0"/>
                  </a:moveTo>
                  <a:lnTo>
                    <a:pt x="963409" y="17995"/>
                  </a:lnTo>
                </a:path>
                <a:path extrusionOk="0" h="18415" w="4286250">
                  <a:moveTo>
                    <a:pt x="972413" y="0"/>
                  </a:moveTo>
                  <a:lnTo>
                    <a:pt x="972413" y="17995"/>
                  </a:lnTo>
                </a:path>
                <a:path extrusionOk="0" h="18415" w="4286250">
                  <a:moveTo>
                    <a:pt x="981417" y="0"/>
                  </a:moveTo>
                  <a:lnTo>
                    <a:pt x="981417" y="17995"/>
                  </a:lnTo>
                </a:path>
                <a:path extrusionOk="0" h="18415" w="4286250">
                  <a:moveTo>
                    <a:pt x="990422" y="0"/>
                  </a:moveTo>
                  <a:lnTo>
                    <a:pt x="990422" y="17995"/>
                  </a:lnTo>
                </a:path>
                <a:path extrusionOk="0" h="18415" w="4286250">
                  <a:moveTo>
                    <a:pt x="999413" y="0"/>
                  </a:moveTo>
                  <a:lnTo>
                    <a:pt x="999413" y="17995"/>
                  </a:lnTo>
                </a:path>
                <a:path extrusionOk="0" h="18415" w="4286250">
                  <a:moveTo>
                    <a:pt x="1008418" y="0"/>
                  </a:moveTo>
                  <a:lnTo>
                    <a:pt x="1008418" y="17995"/>
                  </a:lnTo>
                </a:path>
                <a:path extrusionOk="0" h="18415" w="4286250">
                  <a:moveTo>
                    <a:pt x="1017422" y="0"/>
                  </a:moveTo>
                  <a:lnTo>
                    <a:pt x="1017422" y="17995"/>
                  </a:lnTo>
                </a:path>
                <a:path extrusionOk="0" h="18415" w="4286250">
                  <a:moveTo>
                    <a:pt x="1026426" y="0"/>
                  </a:moveTo>
                  <a:lnTo>
                    <a:pt x="1026426" y="17995"/>
                  </a:lnTo>
                </a:path>
                <a:path extrusionOk="0" h="18415" w="4286250">
                  <a:moveTo>
                    <a:pt x="1035431" y="0"/>
                  </a:moveTo>
                  <a:lnTo>
                    <a:pt x="1035431" y="17995"/>
                  </a:lnTo>
                </a:path>
                <a:path extrusionOk="0" h="18415" w="4286250">
                  <a:moveTo>
                    <a:pt x="1044435" y="0"/>
                  </a:moveTo>
                  <a:lnTo>
                    <a:pt x="1044435" y="17995"/>
                  </a:lnTo>
                </a:path>
                <a:path extrusionOk="0" h="18415" w="4286250">
                  <a:moveTo>
                    <a:pt x="1053439" y="0"/>
                  </a:moveTo>
                  <a:lnTo>
                    <a:pt x="1053439" y="17995"/>
                  </a:lnTo>
                </a:path>
                <a:path extrusionOk="0" h="18415" w="4286250">
                  <a:moveTo>
                    <a:pt x="1062443" y="0"/>
                  </a:moveTo>
                  <a:lnTo>
                    <a:pt x="1062443" y="17995"/>
                  </a:lnTo>
                </a:path>
                <a:path extrusionOk="0" h="18415" w="4286250">
                  <a:moveTo>
                    <a:pt x="1071448" y="0"/>
                  </a:moveTo>
                  <a:lnTo>
                    <a:pt x="1071448" y="17995"/>
                  </a:lnTo>
                </a:path>
                <a:path extrusionOk="0" h="18415" w="4286250">
                  <a:moveTo>
                    <a:pt x="1080452" y="0"/>
                  </a:moveTo>
                  <a:lnTo>
                    <a:pt x="1080452" y="17995"/>
                  </a:lnTo>
                </a:path>
                <a:path extrusionOk="0" h="18415" w="4286250">
                  <a:moveTo>
                    <a:pt x="1089456" y="0"/>
                  </a:moveTo>
                  <a:lnTo>
                    <a:pt x="1089456" y="17995"/>
                  </a:lnTo>
                </a:path>
                <a:path extrusionOk="0" h="18415" w="4286250">
                  <a:moveTo>
                    <a:pt x="1098461" y="0"/>
                  </a:moveTo>
                  <a:lnTo>
                    <a:pt x="1098461" y="17995"/>
                  </a:lnTo>
                </a:path>
                <a:path extrusionOk="0" h="18415" w="4286250">
                  <a:moveTo>
                    <a:pt x="1107465" y="0"/>
                  </a:moveTo>
                  <a:lnTo>
                    <a:pt x="1107465" y="17995"/>
                  </a:lnTo>
                </a:path>
                <a:path extrusionOk="0" h="18415" w="4286250">
                  <a:moveTo>
                    <a:pt x="1116469" y="0"/>
                  </a:moveTo>
                  <a:lnTo>
                    <a:pt x="1116469" y="17995"/>
                  </a:lnTo>
                </a:path>
                <a:path extrusionOk="0" h="18415" w="4286250">
                  <a:moveTo>
                    <a:pt x="1125474" y="0"/>
                  </a:moveTo>
                  <a:lnTo>
                    <a:pt x="1125474" y="17995"/>
                  </a:lnTo>
                </a:path>
                <a:path extrusionOk="0" h="18415" w="4286250">
                  <a:moveTo>
                    <a:pt x="1134478" y="0"/>
                  </a:moveTo>
                  <a:lnTo>
                    <a:pt x="1134478" y="17995"/>
                  </a:lnTo>
                </a:path>
                <a:path extrusionOk="0" h="18415" w="4286250">
                  <a:moveTo>
                    <a:pt x="1143482" y="0"/>
                  </a:moveTo>
                  <a:lnTo>
                    <a:pt x="1143482" y="17995"/>
                  </a:lnTo>
                </a:path>
                <a:path extrusionOk="0" h="18415" w="4286250">
                  <a:moveTo>
                    <a:pt x="1152486" y="0"/>
                  </a:moveTo>
                  <a:lnTo>
                    <a:pt x="1152486" y="17995"/>
                  </a:lnTo>
                </a:path>
                <a:path extrusionOk="0" h="18415" w="4286250">
                  <a:moveTo>
                    <a:pt x="1161491" y="0"/>
                  </a:moveTo>
                  <a:lnTo>
                    <a:pt x="1161491" y="17995"/>
                  </a:lnTo>
                </a:path>
                <a:path extrusionOk="0" h="18415" w="4286250">
                  <a:moveTo>
                    <a:pt x="1170495" y="0"/>
                  </a:moveTo>
                  <a:lnTo>
                    <a:pt x="1170495" y="17995"/>
                  </a:lnTo>
                </a:path>
                <a:path extrusionOk="0" h="18415" w="4286250">
                  <a:moveTo>
                    <a:pt x="1179499" y="0"/>
                  </a:moveTo>
                  <a:lnTo>
                    <a:pt x="1179499" y="17995"/>
                  </a:lnTo>
                </a:path>
                <a:path extrusionOk="0" h="18415" w="4286250">
                  <a:moveTo>
                    <a:pt x="1188504" y="0"/>
                  </a:moveTo>
                  <a:lnTo>
                    <a:pt x="1188504" y="17995"/>
                  </a:lnTo>
                </a:path>
                <a:path extrusionOk="0" h="18415" w="4286250">
                  <a:moveTo>
                    <a:pt x="1197508" y="0"/>
                  </a:moveTo>
                  <a:lnTo>
                    <a:pt x="1197508" y="17995"/>
                  </a:lnTo>
                </a:path>
                <a:path extrusionOk="0" h="18415" w="4286250">
                  <a:moveTo>
                    <a:pt x="1206512" y="0"/>
                  </a:moveTo>
                  <a:lnTo>
                    <a:pt x="1206512" y="17995"/>
                  </a:lnTo>
                </a:path>
                <a:path extrusionOk="0" h="18415" w="4286250">
                  <a:moveTo>
                    <a:pt x="1215517" y="0"/>
                  </a:moveTo>
                  <a:lnTo>
                    <a:pt x="1215517" y="17995"/>
                  </a:lnTo>
                </a:path>
                <a:path extrusionOk="0" h="18415" w="4286250">
                  <a:moveTo>
                    <a:pt x="1224508" y="0"/>
                  </a:moveTo>
                  <a:lnTo>
                    <a:pt x="1224508" y="17995"/>
                  </a:lnTo>
                </a:path>
                <a:path extrusionOk="0" h="18415" w="4286250">
                  <a:moveTo>
                    <a:pt x="1233512" y="0"/>
                  </a:moveTo>
                  <a:lnTo>
                    <a:pt x="1233512" y="17995"/>
                  </a:lnTo>
                </a:path>
                <a:path extrusionOk="0" h="18415" w="4286250">
                  <a:moveTo>
                    <a:pt x="1242517" y="0"/>
                  </a:moveTo>
                  <a:lnTo>
                    <a:pt x="1242517" y="17995"/>
                  </a:lnTo>
                </a:path>
                <a:path extrusionOk="0" h="18415" w="4286250">
                  <a:moveTo>
                    <a:pt x="1251521" y="0"/>
                  </a:moveTo>
                  <a:lnTo>
                    <a:pt x="1251521" y="17995"/>
                  </a:lnTo>
                </a:path>
                <a:path extrusionOk="0" h="18415" w="4286250">
                  <a:moveTo>
                    <a:pt x="1260525" y="0"/>
                  </a:moveTo>
                  <a:lnTo>
                    <a:pt x="1260525" y="17995"/>
                  </a:lnTo>
                </a:path>
                <a:path extrusionOk="0" h="18415" w="4286250">
                  <a:moveTo>
                    <a:pt x="1269530" y="0"/>
                  </a:moveTo>
                  <a:lnTo>
                    <a:pt x="1269530" y="17995"/>
                  </a:lnTo>
                </a:path>
                <a:path extrusionOk="0" h="18415" w="4286250">
                  <a:moveTo>
                    <a:pt x="1278534" y="0"/>
                  </a:moveTo>
                  <a:lnTo>
                    <a:pt x="1278534" y="17995"/>
                  </a:lnTo>
                </a:path>
                <a:path extrusionOk="0" h="18415" w="4286250">
                  <a:moveTo>
                    <a:pt x="1287538" y="0"/>
                  </a:moveTo>
                  <a:lnTo>
                    <a:pt x="1287538" y="17995"/>
                  </a:lnTo>
                </a:path>
                <a:path extrusionOk="0" h="18415" w="4286250">
                  <a:moveTo>
                    <a:pt x="1296543" y="0"/>
                  </a:moveTo>
                  <a:lnTo>
                    <a:pt x="1296543" y="17995"/>
                  </a:lnTo>
                </a:path>
                <a:path extrusionOk="0" h="18415" w="4286250">
                  <a:moveTo>
                    <a:pt x="1305547" y="0"/>
                  </a:moveTo>
                  <a:lnTo>
                    <a:pt x="1305547" y="17995"/>
                  </a:lnTo>
                </a:path>
                <a:path extrusionOk="0" h="18415" w="4286250">
                  <a:moveTo>
                    <a:pt x="1314551" y="0"/>
                  </a:moveTo>
                  <a:lnTo>
                    <a:pt x="1314551" y="17995"/>
                  </a:lnTo>
                </a:path>
                <a:path extrusionOk="0" h="18415" w="4286250">
                  <a:moveTo>
                    <a:pt x="1323555" y="0"/>
                  </a:moveTo>
                  <a:lnTo>
                    <a:pt x="1323555" y="17995"/>
                  </a:lnTo>
                </a:path>
                <a:path extrusionOk="0" h="18415" w="4286250">
                  <a:moveTo>
                    <a:pt x="1332560" y="0"/>
                  </a:moveTo>
                  <a:lnTo>
                    <a:pt x="1332560" y="17995"/>
                  </a:lnTo>
                </a:path>
                <a:path extrusionOk="0" h="18415" w="4286250">
                  <a:moveTo>
                    <a:pt x="1341564" y="0"/>
                  </a:moveTo>
                  <a:lnTo>
                    <a:pt x="1341564" y="17995"/>
                  </a:lnTo>
                </a:path>
                <a:path extrusionOk="0" h="18415" w="4286250">
                  <a:moveTo>
                    <a:pt x="1350568" y="0"/>
                  </a:moveTo>
                  <a:lnTo>
                    <a:pt x="1350568" y="17995"/>
                  </a:lnTo>
                </a:path>
                <a:path extrusionOk="0" h="18415" w="4286250">
                  <a:moveTo>
                    <a:pt x="1359573" y="0"/>
                  </a:moveTo>
                  <a:lnTo>
                    <a:pt x="1359573" y="17995"/>
                  </a:lnTo>
                </a:path>
                <a:path extrusionOk="0" h="18415" w="4286250">
                  <a:moveTo>
                    <a:pt x="1368577" y="0"/>
                  </a:moveTo>
                  <a:lnTo>
                    <a:pt x="1368577" y="17995"/>
                  </a:lnTo>
                </a:path>
                <a:path extrusionOk="0" h="18415" w="4286250">
                  <a:moveTo>
                    <a:pt x="1377581" y="0"/>
                  </a:moveTo>
                  <a:lnTo>
                    <a:pt x="1377581" y="17995"/>
                  </a:lnTo>
                </a:path>
                <a:path extrusionOk="0" h="18415" w="4286250">
                  <a:moveTo>
                    <a:pt x="1386586" y="0"/>
                  </a:moveTo>
                  <a:lnTo>
                    <a:pt x="1386586" y="17995"/>
                  </a:lnTo>
                </a:path>
                <a:path extrusionOk="0" h="18415" w="4286250">
                  <a:moveTo>
                    <a:pt x="1395590" y="0"/>
                  </a:moveTo>
                  <a:lnTo>
                    <a:pt x="1395590" y="17995"/>
                  </a:lnTo>
                </a:path>
                <a:path extrusionOk="0" h="18415" w="4286250">
                  <a:moveTo>
                    <a:pt x="1404594" y="0"/>
                  </a:moveTo>
                  <a:lnTo>
                    <a:pt x="1404594" y="17995"/>
                  </a:lnTo>
                </a:path>
                <a:path extrusionOk="0" h="18415" w="4286250">
                  <a:moveTo>
                    <a:pt x="1413598" y="0"/>
                  </a:moveTo>
                  <a:lnTo>
                    <a:pt x="1413598" y="17995"/>
                  </a:lnTo>
                </a:path>
                <a:path extrusionOk="0" h="18415" w="4286250">
                  <a:moveTo>
                    <a:pt x="1422603" y="0"/>
                  </a:moveTo>
                  <a:lnTo>
                    <a:pt x="1422603" y="17995"/>
                  </a:lnTo>
                </a:path>
                <a:path extrusionOk="0" h="18415" w="4286250">
                  <a:moveTo>
                    <a:pt x="1431607" y="0"/>
                  </a:moveTo>
                  <a:lnTo>
                    <a:pt x="1431607" y="17995"/>
                  </a:lnTo>
                </a:path>
                <a:path extrusionOk="0" h="18415" w="4286250">
                  <a:moveTo>
                    <a:pt x="1440611" y="0"/>
                  </a:moveTo>
                  <a:lnTo>
                    <a:pt x="1440611" y="17995"/>
                  </a:lnTo>
                </a:path>
                <a:path extrusionOk="0" h="18415" w="4286250">
                  <a:moveTo>
                    <a:pt x="1449603" y="0"/>
                  </a:moveTo>
                  <a:lnTo>
                    <a:pt x="1449603" y="17995"/>
                  </a:lnTo>
                </a:path>
                <a:path extrusionOk="0" h="18415" w="4286250">
                  <a:moveTo>
                    <a:pt x="1458607" y="0"/>
                  </a:moveTo>
                  <a:lnTo>
                    <a:pt x="1458607" y="17995"/>
                  </a:lnTo>
                </a:path>
                <a:path extrusionOk="0" h="18415" w="4286250">
                  <a:moveTo>
                    <a:pt x="1467612" y="0"/>
                  </a:moveTo>
                  <a:lnTo>
                    <a:pt x="1467612" y="17995"/>
                  </a:lnTo>
                </a:path>
                <a:path extrusionOk="0" h="18415" w="4286250">
                  <a:moveTo>
                    <a:pt x="1476616" y="0"/>
                  </a:moveTo>
                  <a:lnTo>
                    <a:pt x="1476616" y="17995"/>
                  </a:lnTo>
                </a:path>
                <a:path extrusionOk="0" h="18415" w="4286250">
                  <a:moveTo>
                    <a:pt x="1485620" y="0"/>
                  </a:moveTo>
                  <a:lnTo>
                    <a:pt x="1485620" y="17995"/>
                  </a:lnTo>
                </a:path>
                <a:path extrusionOk="0" h="18415" w="4286250">
                  <a:moveTo>
                    <a:pt x="1494624" y="0"/>
                  </a:moveTo>
                  <a:lnTo>
                    <a:pt x="1494624" y="17995"/>
                  </a:lnTo>
                </a:path>
                <a:path extrusionOk="0" h="18415" w="4286250">
                  <a:moveTo>
                    <a:pt x="1503629" y="0"/>
                  </a:moveTo>
                  <a:lnTo>
                    <a:pt x="1503629" y="17995"/>
                  </a:lnTo>
                </a:path>
                <a:path extrusionOk="0" h="18415" w="4286250">
                  <a:moveTo>
                    <a:pt x="1512633" y="0"/>
                  </a:moveTo>
                  <a:lnTo>
                    <a:pt x="1512633" y="17995"/>
                  </a:lnTo>
                </a:path>
                <a:path extrusionOk="0" h="18415" w="4286250">
                  <a:moveTo>
                    <a:pt x="1521637" y="0"/>
                  </a:moveTo>
                  <a:lnTo>
                    <a:pt x="1521637" y="17995"/>
                  </a:lnTo>
                </a:path>
                <a:path extrusionOk="0" h="18415" w="4286250">
                  <a:moveTo>
                    <a:pt x="1530642" y="0"/>
                  </a:moveTo>
                  <a:lnTo>
                    <a:pt x="1530642" y="17995"/>
                  </a:lnTo>
                </a:path>
                <a:path extrusionOk="0" h="18415" w="4286250">
                  <a:moveTo>
                    <a:pt x="1539646" y="0"/>
                  </a:moveTo>
                  <a:lnTo>
                    <a:pt x="1539646" y="17995"/>
                  </a:lnTo>
                </a:path>
                <a:path extrusionOk="0" h="18415" w="4286250">
                  <a:moveTo>
                    <a:pt x="1548650" y="0"/>
                  </a:moveTo>
                  <a:lnTo>
                    <a:pt x="1548650" y="17995"/>
                  </a:lnTo>
                </a:path>
                <a:path extrusionOk="0" h="18415" w="4286250">
                  <a:moveTo>
                    <a:pt x="1557655" y="0"/>
                  </a:moveTo>
                  <a:lnTo>
                    <a:pt x="1557655" y="17995"/>
                  </a:lnTo>
                </a:path>
                <a:path extrusionOk="0" h="18415" w="4286250">
                  <a:moveTo>
                    <a:pt x="1566659" y="0"/>
                  </a:moveTo>
                  <a:lnTo>
                    <a:pt x="1566659" y="17995"/>
                  </a:lnTo>
                </a:path>
                <a:path extrusionOk="0" h="18415" w="4286250">
                  <a:moveTo>
                    <a:pt x="1575663" y="0"/>
                  </a:moveTo>
                  <a:lnTo>
                    <a:pt x="1575663" y="17995"/>
                  </a:lnTo>
                </a:path>
                <a:path extrusionOk="0" h="18415" w="4286250">
                  <a:moveTo>
                    <a:pt x="1584667" y="0"/>
                  </a:moveTo>
                  <a:lnTo>
                    <a:pt x="1584667" y="17995"/>
                  </a:lnTo>
                </a:path>
                <a:path extrusionOk="0" h="18415" w="4286250">
                  <a:moveTo>
                    <a:pt x="1593672" y="0"/>
                  </a:moveTo>
                  <a:lnTo>
                    <a:pt x="1593672" y="17995"/>
                  </a:lnTo>
                </a:path>
                <a:path extrusionOk="0" h="18415" w="4286250">
                  <a:moveTo>
                    <a:pt x="1602676" y="0"/>
                  </a:moveTo>
                  <a:lnTo>
                    <a:pt x="1602676" y="17995"/>
                  </a:lnTo>
                </a:path>
                <a:path extrusionOk="0" h="18415" w="4286250">
                  <a:moveTo>
                    <a:pt x="1611680" y="0"/>
                  </a:moveTo>
                  <a:lnTo>
                    <a:pt x="1611680" y="17995"/>
                  </a:lnTo>
                </a:path>
                <a:path extrusionOk="0" h="18415" w="4286250">
                  <a:moveTo>
                    <a:pt x="1620685" y="0"/>
                  </a:moveTo>
                  <a:lnTo>
                    <a:pt x="1620685" y="17995"/>
                  </a:lnTo>
                </a:path>
                <a:path extrusionOk="0" h="18415" w="4286250">
                  <a:moveTo>
                    <a:pt x="1629689" y="0"/>
                  </a:moveTo>
                  <a:lnTo>
                    <a:pt x="1629689" y="17995"/>
                  </a:lnTo>
                </a:path>
                <a:path extrusionOk="0" h="18415" w="4286250">
                  <a:moveTo>
                    <a:pt x="1638693" y="0"/>
                  </a:moveTo>
                  <a:lnTo>
                    <a:pt x="1638693" y="17995"/>
                  </a:lnTo>
                </a:path>
                <a:path extrusionOk="0" h="18415" w="4286250">
                  <a:moveTo>
                    <a:pt x="1647698" y="0"/>
                  </a:moveTo>
                  <a:lnTo>
                    <a:pt x="1647698" y="17995"/>
                  </a:lnTo>
                </a:path>
                <a:path extrusionOk="0" h="18415" w="4286250">
                  <a:moveTo>
                    <a:pt x="1656702" y="0"/>
                  </a:moveTo>
                  <a:lnTo>
                    <a:pt x="1656702" y="17995"/>
                  </a:lnTo>
                </a:path>
                <a:path extrusionOk="0" h="18415" w="4286250">
                  <a:moveTo>
                    <a:pt x="1665693" y="0"/>
                  </a:moveTo>
                  <a:lnTo>
                    <a:pt x="1665693" y="17995"/>
                  </a:lnTo>
                </a:path>
                <a:path extrusionOk="0" h="18415" w="4286250">
                  <a:moveTo>
                    <a:pt x="1674698" y="0"/>
                  </a:moveTo>
                  <a:lnTo>
                    <a:pt x="1674698" y="17995"/>
                  </a:lnTo>
                </a:path>
                <a:path extrusionOk="0" h="18415" w="4286250">
                  <a:moveTo>
                    <a:pt x="1683702" y="0"/>
                  </a:moveTo>
                  <a:lnTo>
                    <a:pt x="1683702" y="17995"/>
                  </a:lnTo>
                </a:path>
                <a:path extrusionOk="0" h="18415" w="4286250">
                  <a:moveTo>
                    <a:pt x="1692706" y="0"/>
                  </a:moveTo>
                  <a:lnTo>
                    <a:pt x="1692706" y="17995"/>
                  </a:lnTo>
                </a:path>
                <a:path extrusionOk="0" h="18415" w="4286250">
                  <a:moveTo>
                    <a:pt x="1701711" y="0"/>
                  </a:moveTo>
                  <a:lnTo>
                    <a:pt x="1701711" y="17995"/>
                  </a:lnTo>
                </a:path>
                <a:path extrusionOk="0" h="18415" w="4286250">
                  <a:moveTo>
                    <a:pt x="1710715" y="0"/>
                  </a:moveTo>
                  <a:lnTo>
                    <a:pt x="1710715" y="17995"/>
                  </a:lnTo>
                </a:path>
                <a:path extrusionOk="0" h="18415" w="4286250">
                  <a:moveTo>
                    <a:pt x="1719719" y="0"/>
                  </a:moveTo>
                  <a:lnTo>
                    <a:pt x="1719719" y="17995"/>
                  </a:lnTo>
                </a:path>
                <a:path extrusionOk="0" h="18415" w="4286250">
                  <a:moveTo>
                    <a:pt x="1728724" y="0"/>
                  </a:moveTo>
                  <a:lnTo>
                    <a:pt x="1728724" y="17995"/>
                  </a:lnTo>
                </a:path>
                <a:path extrusionOk="0" h="18415" w="4286250">
                  <a:moveTo>
                    <a:pt x="1737728" y="0"/>
                  </a:moveTo>
                  <a:lnTo>
                    <a:pt x="1737728" y="17995"/>
                  </a:lnTo>
                </a:path>
                <a:path extrusionOk="0" h="18415" w="4286250">
                  <a:moveTo>
                    <a:pt x="1746732" y="0"/>
                  </a:moveTo>
                  <a:lnTo>
                    <a:pt x="1746732" y="17995"/>
                  </a:lnTo>
                </a:path>
                <a:path extrusionOk="0" h="18415" w="4286250">
                  <a:moveTo>
                    <a:pt x="1755736" y="0"/>
                  </a:moveTo>
                  <a:lnTo>
                    <a:pt x="1755736" y="17995"/>
                  </a:lnTo>
                </a:path>
                <a:path extrusionOk="0" h="18415" w="4286250">
                  <a:moveTo>
                    <a:pt x="1764741" y="0"/>
                  </a:moveTo>
                  <a:lnTo>
                    <a:pt x="1764741" y="17995"/>
                  </a:lnTo>
                </a:path>
                <a:path extrusionOk="0" h="18415" w="4286250">
                  <a:moveTo>
                    <a:pt x="1773745" y="0"/>
                  </a:moveTo>
                  <a:lnTo>
                    <a:pt x="1773745" y="17995"/>
                  </a:lnTo>
                </a:path>
                <a:path extrusionOk="0" h="18415" w="4286250">
                  <a:moveTo>
                    <a:pt x="1782749" y="0"/>
                  </a:moveTo>
                  <a:lnTo>
                    <a:pt x="1782749" y="17995"/>
                  </a:lnTo>
                </a:path>
                <a:path extrusionOk="0" h="18415" w="4286250">
                  <a:moveTo>
                    <a:pt x="1791754" y="0"/>
                  </a:moveTo>
                  <a:lnTo>
                    <a:pt x="1791754" y="17995"/>
                  </a:lnTo>
                </a:path>
                <a:path extrusionOk="0" h="18415" w="4286250">
                  <a:moveTo>
                    <a:pt x="1800758" y="0"/>
                  </a:moveTo>
                  <a:lnTo>
                    <a:pt x="1800758" y="17995"/>
                  </a:lnTo>
                </a:path>
                <a:path extrusionOk="0" h="18415" w="4286250">
                  <a:moveTo>
                    <a:pt x="1809762" y="0"/>
                  </a:moveTo>
                  <a:lnTo>
                    <a:pt x="1809762" y="17995"/>
                  </a:lnTo>
                </a:path>
                <a:path extrusionOk="0" h="18415" w="4286250">
                  <a:moveTo>
                    <a:pt x="1818767" y="0"/>
                  </a:moveTo>
                  <a:lnTo>
                    <a:pt x="1818767" y="17995"/>
                  </a:lnTo>
                </a:path>
                <a:path extrusionOk="0" h="18415" w="4286250">
                  <a:moveTo>
                    <a:pt x="1827771" y="0"/>
                  </a:moveTo>
                  <a:lnTo>
                    <a:pt x="1827771" y="17995"/>
                  </a:lnTo>
                </a:path>
                <a:path extrusionOk="0" h="18415" w="4286250">
                  <a:moveTo>
                    <a:pt x="1836775" y="0"/>
                  </a:moveTo>
                  <a:lnTo>
                    <a:pt x="1836775" y="17995"/>
                  </a:lnTo>
                </a:path>
                <a:path extrusionOk="0" h="18415" w="4286250">
                  <a:moveTo>
                    <a:pt x="1845779" y="0"/>
                  </a:moveTo>
                  <a:lnTo>
                    <a:pt x="1845779" y="17995"/>
                  </a:lnTo>
                </a:path>
                <a:path extrusionOk="0" h="18415" w="4286250">
                  <a:moveTo>
                    <a:pt x="1854784" y="0"/>
                  </a:moveTo>
                  <a:lnTo>
                    <a:pt x="1854784" y="17995"/>
                  </a:lnTo>
                </a:path>
                <a:path extrusionOk="0" h="18415" w="4286250">
                  <a:moveTo>
                    <a:pt x="1863788" y="0"/>
                  </a:moveTo>
                  <a:lnTo>
                    <a:pt x="1863788" y="17995"/>
                  </a:lnTo>
                </a:path>
                <a:path extrusionOk="0" h="18415" w="4286250">
                  <a:moveTo>
                    <a:pt x="1872792" y="0"/>
                  </a:moveTo>
                  <a:lnTo>
                    <a:pt x="1872792" y="17995"/>
                  </a:lnTo>
                </a:path>
                <a:path extrusionOk="0" h="18415" w="4286250">
                  <a:moveTo>
                    <a:pt x="1881797" y="0"/>
                  </a:moveTo>
                  <a:lnTo>
                    <a:pt x="1881797" y="17995"/>
                  </a:lnTo>
                </a:path>
                <a:path extrusionOk="0" h="18415" w="4286250">
                  <a:moveTo>
                    <a:pt x="1890788" y="0"/>
                  </a:moveTo>
                  <a:lnTo>
                    <a:pt x="1890788" y="17995"/>
                  </a:lnTo>
                </a:path>
                <a:path extrusionOk="0" h="18415" w="4286250">
                  <a:moveTo>
                    <a:pt x="1899793" y="0"/>
                  </a:moveTo>
                  <a:lnTo>
                    <a:pt x="1899793" y="17995"/>
                  </a:lnTo>
                </a:path>
                <a:path extrusionOk="0" h="18415" w="4286250">
                  <a:moveTo>
                    <a:pt x="1908797" y="0"/>
                  </a:moveTo>
                  <a:lnTo>
                    <a:pt x="1908797" y="17995"/>
                  </a:lnTo>
                </a:path>
                <a:path extrusionOk="0" h="18415" w="4286250">
                  <a:moveTo>
                    <a:pt x="1917801" y="0"/>
                  </a:moveTo>
                  <a:lnTo>
                    <a:pt x="1917801" y="17995"/>
                  </a:lnTo>
                </a:path>
                <a:path extrusionOk="0" h="18415" w="4286250">
                  <a:moveTo>
                    <a:pt x="1926805" y="0"/>
                  </a:moveTo>
                  <a:lnTo>
                    <a:pt x="1926805" y="17995"/>
                  </a:lnTo>
                </a:path>
                <a:path extrusionOk="0" h="18415" w="4286250">
                  <a:moveTo>
                    <a:pt x="1935810" y="0"/>
                  </a:moveTo>
                  <a:lnTo>
                    <a:pt x="1935810" y="17995"/>
                  </a:lnTo>
                </a:path>
                <a:path extrusionOk="0" h="18415" w="4286250">
                  <a:moveTo>
                    <a:pt x="1944814" y="0"/>
                  </a:moveTo>
                  <a:lnTo>
                    <a:pt x="1944814" y="17995"/>
                  </a:lnTo>
                </a:path>
                <a:path extrusionOk="0" h="18415" w="4286250">
                  <a:moveTo>
                    <a:pt x="1953818" y="0"/>
                  </a:moveTo>
                  <a:lnTo>
                    <a:pt x="1953818" y="17995"/>
                  </a:lnTo>
                </a:path>
                <a:path extrusionOk="0" h="18415" w="4286250">
                  <a:moveTo>
                    <a:pt x="1962823" y="0"/>
                  </a:moveTo>
                  <a:lnTo>
                    <a:pt x="1962823" y="17995"/>
                  </a:lnTo>
                </a:path>
                <a:path extrusionOk="0" h="18415" w="4286250">
                  <a:moveTo>
                    <a:pt x="1971827" y="0"/>
                  </a:moveTo>
                  <a:lnTo>
                    <a:pt x="1971827" y="17995"/>
                  </a:lnTo>
                </a:path>
                <a:path extrusionOk="0" h="18415" w="4286250">
                  <a:moveTo>
                    <a:pt x="1980831" y="0"/>
                  </a:moveTo>
                  <a:lnTo>
                    <a:pt x="1980831" y="17995"/>
                  </a:lnTo>
                </a:path>
                <a:path extrusionOk="0" h="18415" w="4286250">
                  <a:moveTo>
                    <a:pt x="1989836" y="0"/>
                  </a:moveTo>
                  <a:lnTo>
                    <a:pt x="1989836" y="17995"/>
                  </a:lnTo>
                </a:path>
                <a:path extrusionOk="0" h="18415" w="4286250">
                  <a:moveTo>
                    <a:pt x="1998840" y="0"/>
                  </a:moveTo>
                  <a:lnTo>
                    <a:pt x="1998840" y="17995"/>
                  </a:lnTo>
                </a:path>
                <a:path extrusionOk="0" h="18415" w="4286250">
                  <a:moveTo>
                    <a:pt x="2007844" y="0"/>
                  </a:moveTo>
                  <a:lnTo>
                    <a:pt x="2007844" y="17995"/>
                  </a:lnTo>
                </a:path>
                <a:path extrusionOk="0" h="18415" w="4286250">
                  <a:moveTo>
                    <a:pt x="2016848" y="0"/>
                  </a:moveTo>
                  <a:lnTo>
                    <a:pt x="2016848" y="17995"/>
                  </a:lnTo>
                </a:path>
                <a:path extrusionOk="0" h="18415" w="4286250">
                  <a:moveTo>
                    <a:pt x="2025853" y="0"/>
                  </a:moveTo>
                  <a:lnTo>
                    <a:pt x="2025853" y="17995"/>
                  </a:lnTo>
                </a:path>
                <a:path extrusionOk="0" h="18415" w="4286250">
                  <a:moveTo>
                    <a:pt x="2034857" y="0"/>
                  </a:moveTo>
                  <a:lnTo>
                    <a:pt x="2034857" y="17995"/>
                  </a:lnTo>
                </a:path>
                <a:path extrusionOk="0" h="18415" w="4286250">
                  <a:moveTo>
                    <a:pt x="2043861" y="0"/>
                  </a:moveTo>
                  <a:lnTo>
                    <a:pt x="2043861" y="17995"/>
                  </a:lnTo>
                </a:path>
                <a:path extrusionOk="0" h="18415" w="4286250">
                  <a:moveTo>
                    <a:pt x="2052866" y="0"/>
                  </a:moveTo>
                  <a:lnTo>
                    <a:pt x="2052866" y="17995"/>
                  </a:lnTo>
                </a:path>
                <a:path extrusionOk="0" h="18415" w="4286250">
                  <a:moveTo>
                    <a:pt x="2061870" y="0"/>
                  </a:moveTo>
                  <a:lnTo>
                    <a:pt x="2061870" y="17995"/>
                  </a:lnTo>
                </a:path>
                <a:path extrusionOk="0" h="18415" w="4286250">
                  <a:moveTo>
                    <a:pt x="2070874" y="0"/>
                  </a:moveTo>
                  <a:lnTo>
                    <a:pt x="2070874" y="17995"/>
                  </a:lnTo>
                </a:path>
                <a:path extrusionOk="0" h="18415" w="4286250">
                  <a:moveTo>
                    <a:pt x="2079879" y="0"/>
                  </a:moveTo>
                  <a:lnTo>
                    <a:pt x="2079879" y="17995"/>
                  </a:lnTo>
                </a:path>
                <a:path extrusionOk="0" h="18415" w="4286250">
                  <a:moveTo>
                    <a:pt x="2088883" y="0"/>
                  </a:moveTo>
                  <a:lnTo>
                    <a:pt x="2088883" y="17995"/>
                  </a:lnTo>
                </a:path>
                <a:path extrusionOk="0" h="18415" w="4286250">
                  <a:moveTo>
                    <a:pt x="2097887" y="0"/>
                  </a:moveTo>
                  <a:lnTo>
                    <a:pt x="2097887" y="17995"/>
                  </a:lnTo>
                </a:path>
                <a:path extrusionOk="0" h="18415" w="4286250">
                  <a:moveTo>
                    <a:pt x="2106879" y="0"/>
                  </a:moveTo>
                  <a:lnTo>
                    <a:pt x="2106879" y="17995"/>
                  </a:lnTo>
                </a:path>
                <a:path extrusionOk="0" h="18415" w="4286250">
                  <a:moveTo>
                    <a:pt x="2115883" y="0"/>
                  </a:moveTo>
                  <a:lnTo>
                    <a:pt x="2115883" y="17995"/>
                  </a:lnTo>
                </a:path>
                <a:path extrusionOk="0" h="18415" w="4286250">
                  <a:moveTo>
                    <a:pt x="2124887" y="0"/>
                  </a:moveTo>
                  <a:lnTo>
                    <a:pt x="2124887" y="17995"/>
                  </a:lnTo>
                </a:path>
                <a:path extrusionOk="0" h="18415" w="4286250">
                  <a:moveTo>
                    <a:pt x="2133892" y="0"/>
                  </a:moveTo>
                  <a:lnTo>
                    <a:pt x="2133892" y="17995"/>
                  </a:lnTo>
                </a:path>
                <a:path extrusionOk="0" h="18415" w="4286250">
                  <a:moveTo>
                    <a:pt x="2142896" y="0"/>
                  </a:moveTo>
                  <a:lnTo>
                    <a:pt x="2142896" y="17995"/>
                  </a:lnTo>
                </a:path>
                <a:path extrusionOk="0" h="18415" w="4286250">
                  <a:moveTo>
                    <a:pt x="2151900" y="0"/>
                  </a:moveTo>
                  <a:lnTo>
                    <a:pt x="2151900" y="17995"/>
                  </a:lnTo>
                </a:path>
                <a:path extrusionOk="0" h="18415" w="4286250">
                  <a:moveTo>
                    <a:pt x="2160905" y="0"/>
                  </a:moveTo>
                  <a:lnTo>
                    <a:pt x="2160905" y="17995"/>
                  </a:lnTo>
                </a:path>
                <a:path extrusionOk="0" h="18415" w="4286250">
                  <a:moveTo>
                    <a:pt x="2169909" y="0"/>
                  </a:moveTo>
                  <a:lnTo>
                    <a:pt x="2169909" y="17995"/>
                  </a:lnTo>
                </a:path>
                <a:path extrusionOk="0" h="18415" w="4286250">
                  <a:moveTo>
                    <a:pt x="2178913" y="0"/>
                  </a:moveTo>
                  <a:lnTo>
                    <a:pt x="2178913" y="17995"/>
                  </a:lnTo>
                </a:path>
                <a:path extrusionOk="0" h="18415" w="4286250">
                  <a:moveTo>
                    <a:pt x="2187917" y="0"/>
                  </a:moveTo>
                  <a:lnTo>
                    <a:pt x="2187917" y="17995"/>
                  </a:lnTo>
                </a:path>
                <a:path extrusionOk="0" h="18415" w="4286250">
                  <a:moveTo>
                    <a:pt x="2196922" y="0"/>
                  </a:moveTo>
                  <a:lnTo>
                    <a:pt x="2196922" y="17995"/>
                  </a:lnTo>
                </a:path>
                <a:path extrusionOk="0" h="18415" w="4286250">
                  <a:moveTo>
                    <a:pt x="2205926" y="0"/>
                  </a:moveTo>
                  <a:lnTo>
                    <a:pt x="2205926" y="17995"/>
                  </a:lnTo>
                </a:path>
                <a:path extrusionOk="0" h="18415" w="4286250">
                  <a:moveTo>
                    <a:pt x="2214930" y="0"/>
                  </a:moveTo>
                  <a:lnTo>
                    <a:pt x="2214930" y="17995"/>
                  </a:lnTo>
                </a:path>
                <a:path extrusionOk="0" h="18415" w="4286250">
                  <a:moveTo>
                    <a:pt x="2223935" y="0"/>
                  </a:moveTo>
                  <a:lnTo>
                    <a:pt x="2223935" y="17995"/>
                  </a:lnTo>
                </a:path>
                <a:path extrusionOk="0" h="18415" w="4286250">
                  <a:moveTo>
                    <a:pt x="2232939" y="0"/>
                  </a:moveTo>
                  <a:lnTo>
                    <a:pt x="2232939" y="17995"/>
                  </a:lnTo>
                </a:path>
                <a:path extrusionOk="0" h="18415" w="4286250">
                  <a:moveTo>
                    <a:pt x="2241943" y="0"/>
                  </a:moveTo>
                  <a:lnTo>
                    <a:pt x="2241943" y="17995"/>
                  </a:lnTo>
                </a:path>
                <a:path extrusionOk="0" h="18415" w="4286250">
                  <a:moveTo>
                    <a:pt x="2250948" y="0"/>
                  </a:moveTo>
                  <a:lnTo>
                    <a:pt x="2250948" y="17995"/>
                  </a:lnTo>
                </a:path>
                <a:path extrusionOk="0" h="18415" w="4286250">
                  <a:moveTo>
                    <a:pt x="2259952" y="0"/>
                  </a:moveTo>
                  <a:lnTo>
                    <a:pt x="2259952" y="17995"/>
                  </a:lnTo>
                </a:path>
                <a:path extrusionOk="0" h="18415" w="4286250">
                  <a:moveTo>
                    <a:pt x="2268956" y="0"/>
                  </a:moveTo>
                  <a:lnTo>
                    <a:pt x="2268956" y="17995"/>
                  </a:lnTo>
                </a:path>
                <a:path extrusionOk="0" h="18415" w="4286250">
                  <a:moveTo>
                    <a:pt x="2277960" y="0"/>
                  </a:moveTo>
                  <a:lnTo>
                    <a:pt x="2277960" y="17995"/>
                  </a:lnTo>
                </a:path>
                <a:path extrusionOk="0" h="18415" w="4286250">
                  <a:moveTo>
                    <a:pt x="2286965" y="0"/>
                  </a:moveTo>
                  <a:lnTo>
                    <a:pt x="2286965" y="17995"/>
                  </a:lnTo>
                </a:path>
                <a:path extrusionOk="0" h="18415" w="4286250">
                  <a:moveTo>
                    <a:pt x="2295969" y="0"/>
                  </a:moveTo>
                  <a:lnTo>
                    <a:pt x="2295969" y="17995"/>
                  </a:lnTo>
                </a:path>
                <a:path extrusionOk="0" h="18415" w="4286250">
                  <a:moveTo>
                    <a:pt x="2304973" y="0"/>
                  </a:moveTo>
                  <a:lnTo>
                    <a:pt x="2304973" y="17995"/>
                  </a:lnTo>
                </a:path>
                <a:path extrusionOk="0" h="18415" w="4286250">
                  <a:moveTo>
                    <a:pt x="2313978" y="0"/>
                  </a:moveTo>
                  <a:lnTo>
                    <a:pt x="2313978" y="17995"/>
                  </a:lnTo>
                </a:path>
                <a:path extrusionOk="0" h="18415" w="4286250">
                  <a:moveTo>
                    <a:pt x="2322969" y="0"/>
                  </a:moveTo>
                  <a:lnTo>
                    <a:pt x="2322969" y="17995"/>
                  </a:lnTo>
                </a:path>
                <a:path extrusionOk="0" h="18415" w="4286250">
                  <a:moveTo>
                    <a:pt x="2331974" y="0"/>
                  </a:moveTo>
                  <a:lnTo>
                    <a:pt x="2331974" y="17995"/>
                  </a:lnTo>
                </a:path>
                <a:path extrusionOk="0" h="18415" w="4286250">
                  <a:moveTo>
                    <a:pt x="2340978" y="0"/>
                  </a:moveTo>
                  <a:lnTo>
                    <a:pt x="2340978" y="17995"/>
                  </a:lnTo>
                </a:path>
                <a:path extrusionOk="0" h="18415" w="4286250">
                  <a:moveTo>
                    <a:pt x="2349982" y="0"/>
                  </a:moveTo>
                  <a:lnTo>
                    <a:pt x="2349982" y="17995"/>
                  </a:lnTo>
                </a:path>
                <a:path extrusionOk="0" h="18415" w="4286250">
                  <a:moveTo>
                    <a:pt x="2358986" y="0"/>
                  </a:moveTo>
                  <a:lnTo>
                    <a:pt x="2358986" y="17995"/>
                  </a:lnTo>
                </a:path>
                <a:path extrusionOk="0" h="18415" w="4286250">
                  <a:moveTo>
                    <a:pt x="2367991" y="0"/>
                  </a:moveTo>
                  <a:lnTo>
                    <a:pt x="2367991" y="17995"/>
                  </a:lnTo>
                </a:path>
                <a:path extrusionOk="0" h="18415" w="4286250">
                  <a:moveTo>
                    <a:pt x="2376995" y="0"/>
                  </a:moveTo>
                  <a:lnTo>
                    <a:pt x="2376995" y="17995"/>
                  </a:lnTo>
                </a:path>
                <a:path extrusionOk="0" h="18415" w="4286250">
                  <a:moveTo>
                    <a:pt x="2385999" y="0"/>
                  </a:moveTo>
                  <a:lnTo>
                    <a:pt x="2385999" y="17995"/>
                  </a:lnTo>
                </a:path>
                <a:path extrusionOk="0" h="18415" w="4286250">
                  <a:moveTo>
                    <a:pt x="2395004" y="0"/>
                  </a:moveTo>
                  <a:lnTo>
                    <a:pt x="2395004" y="17995"/>
                  </a:lnTo>
                </a:path>
                <a:path extrusionOk="0" h="18415" w="4286250">
                  <a:moveTo>
                    <a:pt x="2404008" y="0"/>
                  </a:moveTo>
                  <a:lnTo>
                    <a:pt x="2404008" y="17995"/>
                  </a:lnTo>
                </a:path>
                <a:path extrusionOk="0" h="18415" w="4286250">
                  <a:moveTo>
                    <a:pt x="2413012" y="0"/>
                  </a:moveTo>
                  <a:lnTo>
                    <a:pt x="2413012" y="17995"/>
                  </a:lnTo>
                </a:path>
                <a:path extrusionOk="0" h="18415" w="4286250">
                  <a:moveTo>
                    <a:pt x="2422017" y="0"/>
                  </a:moveTo>
                  <a:lnTo>
                    <a:pt x="2422017" y="17995"/>
                  </a:lnTo>
                </a:path>
                <a:path extrusionOk="0" h="18415" w="4286250">
                  <a:moveTo>
                    <a:pt x="2431021" y="0"/>
                  </a:moveTo>
                  <a:lnTo>
                    <a:pt x="2431021" y="17995"/>
                  </a:lnTo>
                </a:path>
                <a:path extrusionOk="0" h="18415" w="4286250">
                  <a:moveTo>
                    <a:pt x="2440025" y="0"/>
                  </a:moveTo>
                  <a:lnTo>
                    <a:pt x="2440025" y="17995"/>
                  </a:lnTo>
                </a:path>
                <a:path extrusionOk="0" h="18415" w="4286250">
                  <a:moveTo>
                    <a:pt x="2449029" y="0"/>
                  </a:moveTo>
                  <a:lnTo>
                    <a:pt x="2449029" y="17995"/>
                  </a:lnTo>
                </a:path>
                <a:path extrusionOk="0" h="18415" w="4286250">
                  <a:moveTo>
                    <a:pt x="2458034" y="0"/>
                  </a:moveTo>
                  <a:lnTo>
                    <a:pt x="2458034" y="17995"/>
                  </a:lnTo>
                </a:path>
                <a:path extrusionOk="0" h="18415" w="4286250">
                  <a:moveTo>
                    <a:pt x="2467038" y="0"/>
                  </a:moveTo>
                  <a:lnTo>
                    <a:pt x="2467038" y="17995"/>
                  </a:lnTo>
                </a:path>
                <a:path extrusionOk="0" h="18415" w="4286250">
                  <a:moveTo>
                    <a:pt x="2476042" y="0"/>
                  </a:moveTo>
                  <a:lnTo>
                    <a:pt x="2476042" y="17995"/>
                  </a:lnTo>
                </a:path>
                <a:path extrusionOk="0" h="18415" w="4286250">
                  <a:moveTo>
                    <a:pt x="2485047" y="0"/>
                  </a:moveTo>
                  <a:lnTo>
                    <a:pt x="2485047" y="17995"/>
                  </a:lnTo>
                </a:path>
                <a:path extrusionOk="0" h="18415" w="4286250">
                  <a:moveTo>
                    <a:pt x="2494051" y="0"/>
                  </a:moveTo>
                  <a:lnTo>
                    <a:pt x="2494051" y="17995"/>
                  </a:lnTo>
                </a:path>
                <a:path extrusionOk="0" h="18415" w="4286250">
                  <a:moveTo>
                    <a:pt x="2503055" y="0"/>
                  </a:moveTo>
                  <a:lnTo>
                    <a:pt x="2503055" y="17995"/>
                  </a:lnTo>
                </a:path>
                <a:path extrusionOk="0" h="18415" w="4286250">
                  <a:moveTo>
                    <a:pt x="2512060" y="0"/>
                  </a:moveTo>
                  <a:lnTo>
                    <a:pt x="2512060" y="17995"/>
                  </a:lnTo>
                </a:path>
                <a:path extrusionOk="0" h="18415" w="4286250">
                  <a:moveTo>
                    <a:pt x="2521064" y="0"/>
                  </a:moveTo>
                  <a:lnTo>
                    <a:pt x="2521064" y="17995"/>
                  </a:lnTo>
                </a:path>
                <a:path extrusionOk="0" h="18415" w="4286250">
                  <a:moveTo>
                    <a:pt x="2530068" y="0"/>
                  </a:moveTo>
                  <a:lnTo>
                    <a:pt x="2530068" y="17995"/>
                  </a:lnTo>
                </a:path>
                <a:path extrusionOk="0" h="18415" w="4286250">
                  <a:moveTo>
                    <a:pt x="2539060" y="0"/>
                  </a:moveTo>
                  <a:lnTo>
                    <a:pt x="2539060" y="17995"/>
                  </a:lnTo>
                </a:path>
                <a:path extrusionOk="0" h="18415" w="4286250">
                  <a:moveTo>
                    <a:pt x="2548064" y="0"/>
                  </a:moveTo>
                  <a:lnTo>
                    <a:pt x="2548064" y="17995"/>
                  </a:lnTo>
                </a:path>
                <a:path extrusionOk="0" h="18415" w="4286250">
                  <a:moveTo>
                    <a:pt x="2557068" y="0"/>
                  </a:moveTo>
                  <a:lnTo>
                    <a:pt x="2557068" y="17995"/>
                  </a:lnTo>
                </a:path>
                <a:path extrusionOk="0" h="18415" w="4286250">
                  <a:moveTo>
                    <a:pt x="2566073" y="0"/>
                  </a:moveTo>
                  <a:lnTo>
                    <a:pt x="2566073" y="17995"/>
                  </a:lnTo>
                </a:path>
                <a:path extrusionOk="0" h="18415" w="4286250">
                  <a:moveTo>
                    <a:pt x="2575077" y="0"/>
                  </a:moveTo>
                  <a:lnTo>
                    <a:pt x="2575077" y="17995"/>
                  </a:lnTo>
                </a:path>
                <a:path extrusionOk="0" h="18415" w="4286250">
                  <a:moveTo>
                    <a:pt x="2584081" y="0"/>
                  </a:moveTo>
                  <a:lnTo>
                    <a:pt x="2584081" y="17995"/>
                  </a:lnTo>
                </a:path>
                <a:path extrusionOk="0" h="18415" w="4286250">
                  <a:moveTo>
                    <a:pt x="2593086" y="0"/>
                  </a:moveTo>
                  <a:lnTo>
                    <a:pt x="2593086" y="17995"/>
                  </a:lnTo>
                </a:path>
                <a:path extrusionOk="0" h="18415" w="4286250">
                  <a:moveTo>
                    <a:pt x="2602090" y="0"/>
                  </a:moveTo>
                  <a:lnTo>
                    <a:pt x="2602090" y="17995"/>
                  </a:lnTo>
                </a:path>
                <a:path extrusionOk="0" h="18415" w="4286250">
                  <a:moveTo>
                    <a:pt x="2611094" y="0"/>
                  </a:moveTo>
                  <a:lnTo>
                    <a:pt x="2611094" y="17995"/>
                  </a:lnTo>
                </a:path>
                <a:path extrusionOk="0" h="18415" w="4286250">
                  <a:moveTo>
                    <a:pt x="2620098" y="0"/>
                  </a:moveTo>
                  <a:lnTo>
                    <a:pt x="2620098" y="17995"/>
                  </a:lnTo>
                </a:path>
                <a:path extrusionOk="0" h="18415" w="4286250">
                  <a:moveTo>
                    <a:pt x="2629103" y="0"/>
                  </a:moveTo>
                  <a:lnTo>
                    <a:pt x="2629103" y="17995"/>
                  </a:lnTo>
                </a:path>
                <a:path extrusionOk="0" h="18415" w="4286250">
                  <a:moveTo>
                    <a:pt x="2638107" y="0"/>
                  </a:moveTo>
                  <a:lnTo>
                    <a:pt x="2638107" y="17995"/>
                  </a:lnTo>
                </a:path>
                <a:path extrusionOk="0" h="18415" w="4286250">
                  <a:moveTo>
                    <a:pt x="2647111" y="0"/>
                  </a:moveTo>
                  <a:lnTo>
                    <a:pt x="2647111" y="17995"/>
                  </a:lnTo>
                </a:path>
                <a:path extrusionOk="0" h="18415" w="4286250">
                  <a:moveTo>
                    <a:pt x="2656116" y="0"/>
                  </a:moveTo>
                  <a:lnTo>
                    <a:pt x="2656116" y="17995"/>
                  </a:lnTo>
                </a:path>
                <a:path extrusionOk="0" h="18415" w="4286250">
                  <a:moveTo>
                    <a:pt x="2665120" y="0"/>
                  </a:moveTo>
                  <a:lnTo>
                    <a:pt x="2665120" y="17995"/>
                  </a:lnTo>
                </a:path>
                <a:path extrusionOk="0" h="18415" w="4286250">
                  <a:moveTo>
                    <a:pt x="2674124" y="0"/>
                  </a:moveTo>
                  <a:lnTo>
                    <a:pt x="2674124" y="17995"/>
                  </a:lnTo>
                </a:path>
                <a:path extrusionOk="0" h="18415" w="4286250">
                  <a:moveTo>
                    <a:pt x="2683129" y="0"/>
                  </a:moveTo>
                  <a:lnTo>
                    <a:pt x="2683129" y="17995"/>
                  </a:lnTo>
                </a:path>
                <a:path extrusionOk="0" h="18415" w="4286250">
                  <a:moveTo>
                    <a:pt x="2692133" y="0"/>
                  </a:moveTo>
                  <a:lnTo>
                    <a:pt x="2692133" y="17995"/>
                  </a:lnTo>
                </a:path>
                <a:path extrusionOk="0" h="18415" w="4286250">
                  <a:moveTo>
                    <a:pt x="2701137" y="0"/>
                  </a:moveTo>
                  <a:lnTo>
                    <a:pt x="2701137" y="17995"/>
                  </a:lnTo>
                </a:path>
                <a:path extrusionOk="0" h="18415" w="4286250">
                  <a:moveTo>
                    <a:pt x="2710141" y="0"/>
                  </a:moveTo>
                  <a:lnTo>
                    <a:pt x="2710141" y="17995"/>
                  </a:lnTo>
                </a:path>
                <a:path extrusionOk="0" h="18415" w="4286250">
                  <a:moveTo>
                    <a:pt x="2719146" y="0"/>
                  </a:moveTo>
                  <a:lnTo>
                    <a:pt x="2719146" y="17995"/>
                  </a:lnTo>
                </a:path>
                <a:path extrusionOk="0" h="18415" w="4286250">
                  <a:moveTo>
                    <a:pt x="2728150" y="0"/>
                  </a:moveTo>
                  <a:lnTo>
                    <a:pt x="2728150" y="17995"/>
                  </a:lnTo>
                </a:path>
                <a:path extrusionOk="0" h="18415" w="4286250">
                  <a:moveTo>
                    <a:pt x="2737154" y="0"/>
                  </a:moveTo>
                  <a:lnTo>
                    <a:pt x="2737154" y="17995"/>
                  </a:lnTo>
                </a:path>
                <a:path extrusionOk="0" h="18415" w="4286250">
                  <a:moveTo>
                    <a:pt x="2746159" y="0"/>
                  </a:moveTo>
                  <a:lnTo>
                    <a:pt x="2746159" y="17995"/>
                  </a:lnTo>
                </a:path>
                <a:path extrusionOk="0" h="18415" w="4286250">
                  <a:moveTo>
                    <a:pt x="2755150" y="0"/>
                  </a:moveTo>
                  <a:lnTo>
                    <a:pt x="2755150" y="17995"/>
                  </a:lnTo>
                </a:path>
                <a:path extrusionOk="0" h="18415" w="4286250">
                  <a:moveTo>
                    <a:pt x="2764155" y="0"/>
                  </a:moveTo>
                  <a:lnTo>
                    <a:pt x="2764155" y="17995"/>
                  </a:lnTo>
                </a:path>
                <a:path extrusionOk="0" h="18415" w="4286250">
                  <a:moveTo>
                    <a:pt x="2773159" y="0"/>
                  </a:moveTo>
                  <a:lnTo>
                    <a:pt x="2773159" y="17995"/>
                  </a:lnTo>
                </a:path>
                <a:path extrusionOk="0" h="18415" w="4286250">
                  <a:moveTo>
                    <a:pt x="2782163" y="0"/>
                  </a:moveTo>
                  <a:lnTo>
                    <a:pt x="2782163" y="17995"/>
                  </a:lnTo>
                </a:path>
                <a:path extrusionOk="0" h="18415" w="4286250">
                  <a:moveTo>
                    <a:pt x="2791167" y="0"/>
                  </a:moveTo>
                  <a:lnTo>
                    <a:pt x="2791167" y="17995"/>
                  </a:lnTo>
                </a:path>
                <a:path extrusionOk="0" h="18415" w="4286250">
                  <a:moveTo>
                    <a:pt x="2800172" y="0"/>
                  </a:moveTo>
                  <a:lnTo>
                    <a:pt x="2800172" y="17995"/>
                  </a:lnTo>
                </a:path>
                <a:path extrusionOk="0" h="18415" w="4286250">
                  <a:moveTo>
                    <a:pt x="2809176" y="0"/>
                  </a:moveTo>
                  <a:lnTo>
                    <a:pt x="2809176" y="17995"/>
                  </a:lnTo>
                </a:path>
                <a:path extrusionOk="0" h="18415" w="4286250">
                  <a:moveTo>
                    <a:pt x="2818180" y="0"/>
                  </a:moveTo>
                  <a:lnTo>
                    <a:pt x="2818180" y="17995"/>
                  </a:lnTo>
                </a:path>
                <a:path extrusionOk="0" h="18415" w="4286250">
                  <a:moveTo>
                    <a:pt x="2827185" y="0"/>
                  </a:moveTo>
                  <a:lnTo>
                    <a:pt x="2827185" y="17995"/>
                  </a:lnTo>
                </a:path>
                <a:path extrusionOk="0" h="18415" w="4286250">
                  <a:moveTo>
                    <a:pt x="2836189" y="0"/>
                  </a:moveTo>
                  <a:lnTo>
                    <a:pt x="2836189" y="17995"/>
                  </a:lnTo>
                </a:path>
                <a:path extrusionOk="0" h="18415" w="4286250">
                  <a:moveTo>
                    <a:pt x="2845193" y="0"/>
                  </a:moveTo>
                  <a:lnTo>
                    <a:pt x="2845193" y="17995"/>
                  </a:lnTo>
                </a:path>
                <a:path extrusionOk="0" h="18415" w="4286250">
                  <a:moveTo>
                    <a:pt x="2854198" y="0"/>
                  </a:moveTo>
                  <a:lnTo>
                    <a:pt x="2854198" y="17995"/>
                  </a:lnTo>
                </a:path>
                <a:path extrusionOk="0" h="18415" w="4286250">
                  <a:moveTo>
                    <a:pt x="2863202" y="0"/>
                  </a:moveTo>
                  <a:lnTo>
                    <a:pt x="2863202" y="17995"/>
                  </a:lnTo>
                </a:path>
                <a:path extrusionOk="0" h="18415" w="4286250">
                  <a:moveTo>
                    <a:pt x="2872206" y="0"/>
                  </a:moveTo>
                  <a:lnTo>
                    <a:pt x="2872206" y="17995"/>
                  </a:lnTo>
                </a:path>
                <a:path extrusionOk="0" h="18415" w="4286250">
                  <a:moveTo>
                    <a:pt x="2881210" y="0"/>
                  </a:moveTo>
                  <a:lnTo>
                    <a:pt x="2881210" y="17995"/>
                  </a:lnTo>
                </a:path>
                <a:path extrusionOk="0" h="18415" w="4286250">
                  <a:moveTo>
                    <a:pt x="2890215" y="0"/>
                  </a:moveTo>
                  <a:lnTo>
                    <a:pt x="2890215" y="17995"/>
                  </a:lnTo>
                </a:path>
                <a:path extrusionOk="0" h="18415" w="4286250">
                  <a:moveTo>
                    <a:pt x="2899219" y="0"/>
                  </a:moveTo>
                  <a:lnTo>
                    <a:pt x="2899219" y="17995"/>
                  </a:lnTo>
                </a:path>
                <a:path extrusionOk="0" h="18415" w="4286250">
                  <a:moveTo>
                    <a:pt x="2908223" y="0"/>
                  </a:moveTo>
                  <a:lnTo>
                    <a:pt x="2908223" y="17995"/>
                  </a:lnTo>
                </a:path>
                <a:path extrusionOk="0" h="18415" w="4286250">
                  <a:moveTo>
                    <a:pt x="2917228" y="0"/>
                  </a:moveTo>
                  <a:lnTo>
                    <a:pt x="2917228" y="17995"/>
                  </a:lnTo>
                </a:path>
                <a:path extrusionOk="0" h="18415" w="4286250">
                  <a:moveTo>
                    <a:pt x="2926232" y="0"/>
                  </a:moveTo>
                  <a:lnTo>
                    <a:pt x="2926232" y="17995"/>
                  </a:lnTo>
                </a:path>
                <a:path extrusionOk="0" h="18415" w="4286250">
                  <a:moveTo>
                    <a:pt x="2935236" y="0"/>
                  </a:moveTo>
                  <a:lnTo>
                    <a:pt x="2935236" y="17995"/>
                  </a:lnTo>
                </a:path>
                <a:path extrusionOk="0" h="18415" w="4286250">
                  <a:moveTo>
                    <a:pt x="2944241" y="0"/>
                  </a:moveTo>
                  <a:lnTo>
                    <a:pt x="2944241" y="17995"/>
                  </a:lnTo>
                </a:path>
                <a:path extrusionOk="0" h="18415" w="4286250">
                  <a:moveTo>
                    <a:pt x="2953245" y="0"/>
                  </a:moveTo>
                  <a:lnTo>
                    <a:pt x="2953245" y="17995"/>
                  </a:lnTo>
                </a:path>
                <a:path extrusionOk="0" h="18415" w="4286250">
                  <a:moveTo>
                    <a:pt x="2962249" y="0"/>
                  </a:moveTo>
                  <a:lnTo>
                    <a:pt x="2962249" y="17995"/>
                  </a:lnTo>
                </a:path>
                <a:path extrusionOk="0" h="18415" w="4286250">
                  <a:moveTo>
                    <a:pt x="2971253" y="0"/>
                  </a:moveTo>
                  <a:lnTo>
                    <a:pt x="2971253" y="17995"/>
                  </a:lnTo>
                </a:path>
                <a:path extrusionOk="0" h="18415" w="4286250">
                  <a:moveTo>
                    <a:pt x="2980245" y="0"/>
                  </a:moveTo>
                  <a:lnTo>
                    <a:pt x="2980245" y="17995"/>
                  </a:lnTo>
                </a:path>
                <a:path extrusionOk="0" h="18415" w="4286250">
                  <a:moveTo>
                    <a:pt x="2989249" y="0"/>
                  </a:moveTo>
                  <a:lnTo>
                    <a:pt x="2989249" y="17995"/>
                  </a:lnTo>
                </a:path>
                <a:path extrusionOk="0" h="18415" w="4286250">
                  <a:moveTo>
                    <a:pt x="2998254" y="0"/>
                  </a:moveTo>
                  <a:lnTo>
                    <a:pt x="2998254" y="17995"/>
                  </a:lnTo>
                </a:path>
                <a:path extrusionOk="0" h="18415" w="4286250">
                  <a:moveTo>
                    <a:pt x="3007258" y="0"/>
                  </a:moveTo>
                  <a:lnTo>
                    <a:pt x="3007258" y="17995"/>
                  </a:lnTo>
                </a:path>
                <a:path extrusionOk="0" h="18415" w="4286250">
                  <a:moveTo>
                    <a:pt x="3016262" y="0"/>
                  </a:moveTo>
                  <a:lnTo>
                    <a:pt x="3016262" y="17995"/>
                  </a:lnTo>
                </a:path>
                <a:path extrusionOk="0" h="18415" w="4286250">
                  <a:moveTo>
                    <a:pt x="3025267" y="0"/>
                  </a:moveTo>
                  <a:lnTo>
                    <a:pt x="3025267" y="17995"/>
                  </a:lnTo>
                </a:path>
                <a:path extrusionOk="0" h="18415" w="4286250">
                  <a:moveTo>
                    <a:pt x="3034271" y="0"/>
                  </a:moveTo>
                  <a:lnTo>
                    <a:pt x="3034271" y="17995"/>
                  </a:lnTo>
                </a:path>
                <a:path extrusionOk="0" h="18415" w="4286250">
                  <a:moveTo>
                    <a:pt x="3043275" y="0"/>
                  </a:moveTo>
                  <a:lnTo>
                    <a:pt x="3043275" y="17995"/>
                  </a:lnTo>
                </a:path>
                <a:path extrusionOk="0" h="18415" w="4286250">
                  <a:moveTo>
                    <a:pt x="3052279" y="0"/>
                  </a:moveTo>
                  <a:lnTo>
                    <a:pt x="3052279" y="17995"/>
                  </a:lnTo>
                </a:path>
                <a:path extrusionOk="0" h="18415" w="4286250">
                  <a:moveTo>
                    <a:pt x="3061284" y="0"/>
                  </a:moveTo>
                  <a:lnTo>
                    <a:pt x="3061284" y="17995"/>
                  </a:lnTo>
                </a:path>
                <a:path extrusionOk="0" h="18415" w="4286250">
                  <a:moveTo>
                    <a:pt x="3070288" y="0"/>
                  </a:moveTo>
                  <a:lnTo>
                    <a:pt x="3070288" y="17995"/>
                  </a:lnTo>
                </a:path>
                <a:path extrusionOk="0" h="18415" w="4286250">
                  <a:moveTo>
                    <a:pt x="3079292" y="0"/>
                  </a:moveTo>
                  <a:lnTo>
                    <a:pt x="3079292" y="17995"/>
                  </a:lnTo>
                </a:path>
                <a:path extrusionOk="0" h="18415" w="4286250">
                  <a:moveTo>
                    <a:pt x="3088297" y="0"/>
                  </a:moveTo>
                  <a:lnTo>
                    <a:pt x="3088297" y="17995"/>
                  </a:lnTo>
                </a:path>
                <a:path extrusionOk="0" h="18415" w="4286250">
                  <a:moveTo>
                    <a:pt x="3097301" y="0"/>
                  </a:moveTo>
                  <a:lnTo>
                    <a:pt x="3097301" y="17995"/>
                  </a:lnTo>
                </a:path>
                <a:path extrusionOk="0" h="18415" w="4286250">
                  <a:moveTo>
                    <a:pt x="3106305" y="0"/>
                  </a:moveTo>
                  <a:lnTo>
                    <a:pt x="3106305" y="17995"/>
                  </a:lnTo>
                </a:path>
                <a:path extrusionOk="0" h="18415" w="4286250">
                  <a:moveTo>
                    <a:pt x="3115310" y="0"/>
                  </a:moveTo>
                  <a:lnTo>
                    <a:pt x="3115310" y="17995"/>
                  </a:lnTo>
                </a:path>
                <a:path extrusionOk="0" h="18415" w="4286250">
                  <a:moveTo>
                    <a:pt x="3124314" y="0"/>
                  </a:moveTo>
                  <a:lnTo>
                    <a:pt x="3124314" y="17995"/>
                  </a:lnTo>
                </a:path>
                <a:path extrusionOk="0" h="18415" w="4286250">
                  <a:moveTo>
                    <a:pt x="3133318" y="0"/>
                  </a:moveTo>
                  <a:lnTo>
                    <a:pt x="3133318" y="17995"/>
                  </a:lnTo>
                </a:path>
                <a:path extrusionOk="0" h="18415" w="4286250">
                  <a:moveTo>
                    <a:pt x="3142322" y="0"/>
                  </a:moveTo>
                  <a:lnTo>
                    <a:pt x="3142322" y="17995"/>
                  </a:lnTo>
                </a:path>
                <a:path extrusionOk="0" h="18415" w="4286250">
                  <a:moveTo>
                    <a:pt x="3151327" y="0"/>
                  </a:moveTo>
                  <a:lnTo>
                    <a:pt x="3151327" y="17995"/>
                  </a:lnTo>
                </a:path>
                <a:path extrusionOk="0" h="18415" w="4286250">
                  <a:moveTo>
                    <a:pt x="3160331" y="0"/>
                  </a:moveTo>
                  <a:lnTo>
                    <a:pt x="3160331" y="17995"/>
                  </a:lnTo>
                </a:path>
                <a:path extrusionOk="0" h="18415" w="4286250">
                  <a:moveTo>
                    <a:pt x="3169335" y="0"/>
                  </a:moveTo>
                  <a:lnTo>
                    <a:pt x="3169335" y="17995"/>
                  </a:lnTo>
                </a:path>
                <a:path extrusionOk="0" h="18415" w="4286250">
                  <a:moveTo>
                    <a:pt x="3178340" y="0"/>
                  </a:moveTo>
                  <a:lnTo>
                    <a:pt x="3178340" y="17995"/>
                  </a:lnTo>
                </a:path>
                <a:path extrusionOk="0" h="18415" w="4286250">
                  <a:moveTo>
                    <a:pt x="3187344" y="0"/>
                  </a:moveTo>
                  <a:lnTo>
                    <a:pt x="3187344" y="17995"/>
                  </a:lnTo>
                </a:path>
                <a:path extrusionOk="0" h="18415" w="4286250">
                  <a:moveTo>
                    <a:pt x="3196348" y="0"/>
                  </a:moveTo>
                  <a:lnTo>
                    <a:pt x="3196348" y="17995"/>
                  </a:lnTo>
                </a:path>
                <a:path extrusionOk="0" h="18415" w="4286250">
                  <a:moveTo>
                    <a:pt x="3205340" y="0"/>
                  </a:moveTo>
                  <a:lnTo>
                    <a:pt x="3205340" y="17995"/>
                  </a:lnTo>
                </a:path>
                <a:path extrusionOk="0" h="18415" w="4286250">
                  <a:moveTo>
                    <a:pt x="3214344" y="0"/>
                  </a:moveTo>
                  <a:lnTo>
                    <a:pt x="3214344" y="17995"/>
                  </a:lnTo>
                </a:path>
                <a:path extrusionOk="0" h="18415" w="4286250">
                  <a:moveTo>
                    <a:pt x="3223348" y="0"/>
                  </a:moveTo>
                  <a:lnTo>
                    <a:pt x="3223348" y="17995"/>
                  </a:lnTo>
                </a:path>
                <a:path extrusionOk="0" h="18415" w="4286250">
                  <a:moveTo>
                    <a:pt x="3232353" y="0"/>
                  </a:moveTo>
                  <a:lnTo>
                    <a:pt x="3232353" y="17995"/>
                  </a:lnTo>
                </a:path>
                <a:path extrusionOk="0" h="18415" w="4286250">
                  <a:moveTo>
                    <a:pt x="3241357" y="0"/>
                  </a:moveTo>
                  <a:lnTo>
                    <a:pt x="3241357" y="17995"/>
                  </a:lnTo>
                </a:path>
                <a:path extrusionOk="0" h="18415" w="4286250">
                  <a:moveTo>
                    <a:pt x="3250361" y="0"/>
                  </a:moveTo>
                  <a:lnTo>
                    <a:pt x="3250361" y="17995"/>
                  </a:lnTo>
                </a:path>
                <a:path extrusionOk="0" h="18415" w="4286250">
                  <a:moveTo>
                    <a:pt x="3259366" y="0"/>
                  </a:moveTo>
                  <a:lnTo>
                    <a:pt x="3259366" y="17995"/>
                  </a:lnTo>
                </a:path>
                <a:path extrusionOk="0" h="18415" w="4286250">
                  <a:moveTo>
                    <a:pt x="3268370" y="0"/>
                  </a:moveTo>
                  <a:lnTo>
                    <a:pt x="3268370" y="17995"/>
                  </a:lnTo>
                </a:path>
                <a:path extrusionOk="0" h="18415" w="4286250">
                  <a:moveTo>
                    <a:pt x="3277374" y="0"/>
                  </a:moveTo>
                  <a:lnTo>
                    <a:pt x="3277374" y="17995"/>
                  </a:lnTo>
                </a:path>
                <a:path extrusionOk="0" h="18415" w="4286250">
                  <a:moveTo>
                    <a:pt x="3286379" y="0"/>
                  </a:moveTo>
                  <a:lnTo>
                    <a:pt x="3286379" y="17995"/>
                  </a:lnTo>
                </a:path>
                <a:path extrusionOk="0" h="18415" w="4286250">
                  <a:moveTo>
                    <a:pt x="3295383" y="0"/>
                  </a:moveTo>
                  <a:lnTo>
                    <a:pt x="3295383" y="17995"/>
                  </a:lnTo>
                </a:path>
                <a:path extrusionOk="0" h="18415" w="4286250">
                  <a:moveTo>
                    <a:pt x="3304387" y="0"/>
                  </a:moveTo>
                  <a:lnTo>
                    <a:pt x="3304387" y="17995"/>
                  </a:lnTo>
                </a:path>
                <a:path extrusionOk="0" h="18415" w="4286250">
                  <a:moveTo>
                    <a:pt x="3313391" y="0"/>
                  </a:moveTo>
                  <a:lnTo>
                    <a:pt x="3313391" y="17995"/>
                  </a:lnTo>
                </a:path>
                <a:path extrusionOk="0" h="18415" w="4286250">
                  <a:moveTo>
                    <a:pt x="3322396" y="0"/>
                  </a:moveTo>
                  <a:lnTo>
                    <a:pt x="3322396" y="17995"/>
                  </a:lnTo>
                </a:path>
                <a:path extrusionOk="0" h="18415" w="4286250">
                  <a:moveTo>
                    <a:pt x="3331400" y="0"/>
                  </a:moveTo>
                  <a:lnTo>
                    <a:pt x="3331400" y="17995"/>
                  </a:lnTo>
                </a:path>
                <a:path extrusionOk="0" h="18415" w="4286250">
                  <a:moveTo>
                    <a:pt x="3340404" y="0"/>
                  </a:moveTo>
                  <a:lnTo>
                    <a:pt x="3340404" y="17995"/>
                  </a:lnTo>
                </a:path>
                <a:path extrusionOk="0" h="18415" w="4286250">
                  <a:moveTo>
                    <a:pt x="3349409" y="0"/>
                  </a:moveTo>
                  <a:lnTo>
                    <a:pt x="3349409" y="17995"/>
                  </a:lnTo>
                </a:path>
                <a:path extrusionOk="0" h="18415" w="4286250">
                  <a:moveTo>
                    <a:pt x="3358413" y="0"/>
                  </a:moveTo>
                  <a:lnTo>
                    <a:pt x="3358413" y="17995"/>
                  </a:lnTo>
                </a:path>
                <a:path extrusionOk="0" h="18415" w="4286250">
                  <a:moveTo>
                    <a:pt x="3367417" y="0"/>
                  </a:moveTo>
                  <a:lnTo>
                    <a:pt x="3367417" y="17995"/>
                  </a:lnTo>
                </a:path>
                <a:path extrusionOk="0" h="18415" w="4286250">
                  <a:moveTo>
                    <a:pt x="3376422" y="0"/>
                  </a:moveTo>
                  <a:lnTo>
                    <a:pt x="3376422" y="17995"/>
                  </a:lnTo>
                </a:path>
                <a:path extrusionOk="0" h="18415" w="4286250">
                  <a:moveTo>
                    <a:pt x="3385426" y="0"/>
                  </a:moveTo>
                  <a:lnTo>
                    <a:pt x="3385426" y="17995"/>
                  </a:lnTo>
                </a:path>
                <a:path extrusionOk="0" h="18415" w="4286250">
                  <a:moveTo>
                    <a:pt x="3394430" y="0"/>
                  </a:moveTo>
                  <a:lnTo>
                    <a:pt x="3394430" y="17995"/>
                  </a:lnTo>
                </a:path>
                <a:path extrusionOk="0" h="18415" w="4286250">
                  <a:moveTo>
                    <a:pt x="3403434" y="0"/>
                  </a:moveTo>
                  <a:lnTo>
                    <a:pt x="3403434" y="17995"/>
                  </a:lnTo>
                </a:path>
                <a:path extrusionOk="0" h="18415" w="4286250">
                  <a:moveTo>
                    <a:pt x="3412439" y="0"/>
                  </a:moveTo>
                  <a:lnTo>
                    <a:pt x="3412439" y="17995"/>
                  </a:lnTo>
                </a:path>
                <a:path extrusionOk="0" h="18415" w="4286250">
                  <a:moveTo>
                    <a:pt x="3421443" y="0"/>
                  </a:moveTo>
                  <a:lnTo>
                    <a:pt x="3421443" y="17995"/>
                  </a:lnTo>
                </a:path>
                <a:path extrusionOk="0" h="18415" w="4286250">
                  <a:moveTo>
                    <a:pt x="3430435" y="0"/>
                  </a:moveTo>
                  <a:lnTo>
                    <a:pt x="3430435" y="17995"/>
                  </a:lnTo>
                </a:path>
                <a:path extrusionOk="0" h="18415" w="4286250">
                  <a:moveTo>
                    <a:pt x="3439439" y="0"/>
                  </a:moveTo>
                  <a:lnTo>
                    <a:pt x="3439439" y="17995"/>
                  </a:lnTo>
                </a:path>
                <a:path extrusionOk="0" h="18415" w="4286250">
                  <a:moveTo>
                    <a:pt x="3448443" y="0"/>
                  </a:moveTo>
                  <a:lnTo>
                    <a:pt x="3448443" y="17995"/>
                  </a:lnTo>
                </a:path>
                <a:path extrusionOk="0" h="18415" w="4286250">
                  <a:moveTo>
                    <a:pt x="3457448" y="0"/>
                  </a:moveTo>
                  <a:lnTo>
                    <a:pt x="3457448" y="17995"/>
                  </a:lnTo>
                </a:path>
                <a:path extrusionOk="0" h="18415" w="4286250">
                  <a:moveTo>
                    <a:pt x="3466452" y="0"/>
                  </a:moveTo>
                  <a:lnTo>
                    <a:pt x="3466452" y="17995"/>
                  </a:lnTo>
                </a:path>
                <a:path extrusionOk="0" h="18415" w="4286250">
                  <a:moveTo>
                    <a:pt x="3475456" y="0"/>
                  </a:moveTo>
                  <a:lnTo>
                    <a:pt x="3475456" y="17995"/>
                  </a:lnTo>
                </a:path>
                <a:path extrusionOk="0" h="18415" w="4286250">
                  <a:moveTo>
                    <a:pt x="3484460" y="0"/>
                  </a:moveTo>
                  <a:lnTo>
                    <a:pt x="3484460" y="17995"/>
                  </a:lnTo>
                </a:path>
                <a:path extrusionOk="0" h="18415" w="4286250">
                  <a:moveTo>
                    <a:pt x="3493465" y="0"/>
                  </a:moveTo>
                  <a:lnTo>
                    <a:pt x="3493465" y="17995"/>
                  </a:lnTo>
                </a:path>
                <a:path extrusionOk="0" h="18415" w="4286250">
                  <a:moveTo>
                    <a:pt x="3502469" y="0"/>
                  </a:moveTo>
                  <a:lnTo>
                    <a:pt x="3502469" y="17995"/>
                  </a:lnTo>
                </a:path>
                <a:path extrusionOk="0" h="18415" w="4286250">
                  <a:moveTo>
                    <a:pt x="3511473" y="0"/>
                  </a:moveTo>
                  <a:lnTo>
                    <a:pt x="3511473" y="17995"/>
                  </a:lnTo>
                </a:path>
                <a:path extrusionOk="0" h="18415" w="4286250">
                  <a:moveTo>
                    <a:pt x="3520478" y="0"/>
                  </a:moveTo>
                  <a:lnTo>
                    <a:pt x="3520478" y="17995"/>
                  </a:lnTo>
                </a:path>
                <a:path extrusionOk="0" h="18415" w="4286250">
                  <a:moveTo>
                    <a:pt x="3529482" y="0"/>
                  </a:moveTo>
                  <a:lnTo>
                    <a:pt x="3529482" y="17995"/>
                  </a:lnTo>
                </a:path>
                <a:path extrusionOk="0" h="18415" w="4286250">
                  <a:moveTo>
                    <a:pt x="3538486" y="0"/>
                  </a:moveTo>
                  <a:lnTo>
                    <a:pt x="3538486" y="17995"/>
                  </a:lnTo>
                </a:path>
                <a:path extrusionOk="0" h="18415" w="4286250">
                  <a:moveTo>
                    <a:pt x="3547491" y="0"/>
                  </a:moveTo>
                  <a:lnTo>
                    <a:pt x="3547491" y="17995"/>
                  </a:lnTo>
                </a:path>
                <a:path extrusionOk="0" h="18415" w="4286250">
                  <a:moveTo>
                    <a:pt x="3556495" y="0"/>
                  </a:moveTo>
                  <a:lnTo>
                    <a:pt x="3556495" y="17995"/>
                  </a:lnTo>
                </a:path>
                <a:path extrusionOk="0" h="18415" w="4286250">
                  <a:moveTo>
                    <a:pt x="3565499" y="0"/>
                  </a:moveTo>
                  <a:lnTo>
                    <a:pt x="3565499" y="17995"/>
                  </a:lnTo>
                </a:path>
                <a:path extrusionOk="0" h="18415" w="4286250">
                  <a:moveTo>
                    <a:pt x="3574503" y="0"/>
                  </a:moveTo>
                  <a:lnTo>
                    <a:pt x="3574503" y="17995"/>
                  </a:lnTo>
                </a:path>
                <a:path extrusionOk="0" h="18415" w="4286250">
                  <a:moveTo>
                    <a:pt x="3583508" y="0"/>
                  </a:moveTo>
                  <a:lnTo>
                    <a:pt x="3583508" y="17995"/>
                  </a:lnTo>
                </a:path>
                <a:path extrusionOk="0" h="18415" w="4286250">
                  <a:moveTo>
                    <a:pt x="3592512" y="0"/>
                  </a:moveTo>
                  <a:lnTo>
                    <a:pt x="3592512" y="17995"/>
                  </a:lnTo>
                </a:path>
                <a:path extrusionOk="0" h="18415" w="4286250">
                  <a:moveTo>
                    <a:pt x="3601516" y="0"/>
                  </a:moveTo>
                  <a:lnTo>
                    <a:pt x="3601516" y="17995"/>
                  </a:lnTo>
                </a:path>
                <a:path extrusionOk="0" h="18415" w="4286250">
                  <a:moveTo>
                    <a:pt x="3610521" y="0"/>
                  </a:moveTo>
                  <a:lnTo>
                    <a:pt x="3610521" y="17995"/>
                  </a:lnTo>
                </a:path>
                <a:path extrusionOk="0" h="18415" w="4286250">
                  <a:moveTo>
                    <a:pt x="3619525" y="0"/>
                  </a:moveTo>
                  <a:lnTo>
                    <a:pt x="3619525" y="17995"/>
                  </a:lnTo>
                </a:path>
                <a:path extrusionOk="0" h="18415" w="4286250">
                  <a:moveTo>
                    <a:pt x="3628529" y="0"/>
                  </a:moveTo>
                  <a:lnTo>
                    <a:pt x="3628529" y="17995"/>
                  </a:lnTo>
                </a:path>
                <a:path extrusionOk="0" h="18415" w="4286250">
                  <a:moveTo>
                    <a:pt x="3637534" y="0"/>
                  </a:moveTo>
                  <a:lnTo>
                    <a:pt x="3637534" y="17995"/>
                  </a:lnTo>
                </a:path>
                <a:path extrusionOk="0" h="18415" w="4286250">
                  <a:moveTo>
                    <a:pt x="3646525" y="0"/>
                  </a:moveTo>
                  <a:lnTo>
                    <a:pt x="3646525" y="17995"/>
                  </a:lnTo>
                </a:path>
                <a:path extrusionOk="0" h="18415" w="4286250">
                  <a:moveTo>
                    <a:pt x="3655529" y="0"/>
                  </a:moveTo>
                  <a:lnTo>
                    <a:pt x="3655529" y="17995"/>
                  </a:lnTo>
                </a:path>
                <a:path extrusionOk="0" h="18415" w="4286250">
                  <a:moveTo>
                    <a:pt x="3664534" y="0"/>
                  </a:moveTo>
                  <a:lnTo>
                    <a:pt x="3664534" y="17995"/>
                  </a:lnTo>
                </a:path>
                <a:path extrusionOk="0" h="18415" w="4286250">
                  <a:moveTo>
                    <a:pt x="3673538" y="0"/>
                  </a:moveTo>
                  <a:lnTo>
                    <a:pt x="3673538" y="17995"/>
                  </a:lnTo>
                </a:path>
                <a:path extrusionOk="0" h="18415" w="4286250">
                  <a:moveTo>
                    <a:pt x="3682542" y="0"/>
                  </a:moveTo>
                  <a:lnTo>
                    <a:pt x="3682542" y="17995"/>
                  </a:lnTo>
                </a:path>
                <a:path extrusionOk="0" h="18415" w="4286250">
                  <a:moveTo>
                    <a:pt x="3691547" y="0"/>
                  </a:moveTo>
                  <a:lnTo>
                    <a:pt x="3691547" y="17995"/>
                  </a:lnTo>
                </a:path>
                <a:path extrusionOk="0" h="18415" w="4286250">
                  <a:moveTo>
                    <a:pt x="3700551" y="0"/>
                  </a:moveTo>
                  <a:lnTo>
                    <a:pt x="3700551" y="17995"/>
                  </a:lnTo>
                </a:path>
                <a:path extrusionOk="0" h="18415" w="4286250">
                  <a:moveTo>
                    <a:pt x="3709555" y="0"/>
                  </a:moveTo>
                  <a:lnTo>
                    <a:pt x="3709555" y="17995"/>
                  </a:lnTo>
                </a:path>
                <a:path extrusionOk="0" h="18415" w="4286250">
                  <a:moveTo>
                    <a:pt x="3718560" y="0"/>
                  </a:moveTo>
                  <a:lnTo>
                    <a:pt x="3718560" y="17995"/>
                  </a:lnTo>
                </a:path>
                <a:path extrusionOk="0" h="18415" w="4286250">
                  <a:moveTo>
                    <a:pt x="3727564" y="0"/>
                  </a:moveTo>
                  <a:lnTo>
                    <a:pt x="3727564" y="17995"/>
                  </a:lnTo>
                </a:path>
                <a:path extrusionOk="0" h="18415" w="4286250">
                  <a:moveTo>
                    <a:pt x="3736568" y="0"/>
                  </a:moveTo>
                  <a:lnTo>
                    <a:pt x="3736568" y="17995"/>
                  </a:lnTo>
                </a:path>
                <a:path extrusionOk="0" h="18415" w="4286250">
                  <a:moveTo>
                    <a:pt x="3745572" y="0"/>
                  </a:moveTo>
                  <a:lnTo>
                    <a:pt x="3745572" y="17995"/>
                  </a:lnTo>
                </a:path>
                <a:path extrusionOk="0" h="18415" w="4286250">
                  <a:moveTo>
                    <a:pt x="3754577" y="0"/>
                  </a:moveTo>
                  <a:lnTo>
                    <a:pt x="3754577" y="17995"/>
                  </a:lnTo>
                </a:path>
                <a:path extrusionOk="0" h="18415" w="4286250">
                  <a:moveTo>
                    <a:pt x="3763581" y="0"/>
                  </a:moveTo>
                  <a:lnTo>
                    <a:pt x="3763581" y="17995"/>
                  </a:lnTo>
                </a:path>
                <a:path extrusionOk="0" h="18415" w="4286250">
                  <a:moveTo>
                    <a:pt x="3772585" y="0"/>
                  </a:moveTo>
                  <a:lnTo>
                    <a:pt x="3772585" y="17995"/>
                  </a:lnTo>
                </a:path>
                <a:path extrusionOk="0" h="18415" w="4286250">
                  <a:moveTo>
                    <a:pt x="3781590" y="0"/>
                  </a:moveTo>
                  <a:lnTo>
                    <a:pt x="3781590" y="17995"/>
                  </a:lnTo>
                </a:path>
                <a:path extrusionOk="0" h="18415" w="4286250">
                  <a:moveTo>
                    <a:pt x="3790594" y="0"/>
                  </a:moveTo>
                  <a:lnTo>
                    <a:pt x="3790594" y="17995"/>
                  </a:lnTo>
                </a:path>
                <a:path extrusionOk="0" h="18415" w="4286250">
                  <a:moveTo>
                    <a:pt x="3799598" y="0"/>
                  </a:moveTo>
                  <a:lnTo>
                    <a:pt x="3799598" y="17995"/>
                  </a:lnTo>
                </a:path>
                <a:path extrusionOk="0" h="18415" w="4286250">
                  <a:moveTo>
                    <a:pt x="3808603" y="0"/>
                  </a:moveTo>
                  <a:lnTo>
                    <a:pt x="3808603" y="17995"/>
                  </a:lnTo>
                </a:path>
                <a:path extrusionOk="0" h="18415" w="4286250">
                  <a:moveTo>
                    <a:pt x="3817607" y="0"/>
                  </a:moveTo>
                  <a:lnTo>
                    <a:pt x="3817607" y="17995"/>
                  </a:lnTo>
                </a:path>
                <a:path extrusionOk="0" h="18415" w="4286250">
                  <a:moveTo>
                    <a:pt x="3826611" y="0"/>
                  </a:moveTo>
                  <a:lnTo>
                    <a:pt x="3826611" y="17995"/>
                  </a:lnTo>
                </a:path>
                <a:path extrusionOk="0" h="18415" w="4286250">
                  <a:moveTo>
                    <a:pt x="3835615" y="0"/>
                  </a:moveTo>
                  <a:lnTo>
                    <a:pt x="3835615" y="17995"/>
                  </a:lnTo>
                </a:path>
                <a:path extrusionOk="0" h="18415" w="4286250">
                  <a:moveTo>
                    <a:pt x="3844620" y="0"/>
                  </a:moveTo>
                  <a:lnTo>
                    <a:pt x="3844620" y="17995"/>
                  </a:lnTo>
                </a:path>
                <a:path extrusionOk="0" h="18415" w="4286250">
                  <a:moveTo>
                    <a:pt x="3853624" y="0"/>
                  </a:moveTo>
                  <a:lnTo>
                    <a:pt x="3853624" y="17995"/>
                  </a:lnTo>
                </a:path>
                <a:path extrusionOk="0" h="18415" w="4286250">
                  <a:moveTo>
                    <a:pt x="3862616" y="0"/>
                  </a:moveTo>
                  <a:lnTo>
                    <a:pt x="3862616" y="17995"/>
                  </a:lnTo>
                </a:path>
                <a:path extrusionOk="0" h="18415" w="4286250">
                  <a:moveTo>
                    <a:pt x="3871620" y="0"/>
                  </a:moveTo>
                  <a:lnTo>
                    <a:pt x="3871620" y="17995"/>
                  </a:lnTo>
                </a:path>
                <a:path extrusionOk="0" h="18415" w="4286250">
                  <a:moveTo>
                    <a:pt x="3880624" y="0"/>
                  </a:moveTo>
                  <a:lnTo>
                    <a:pt x="3880624" y="17995"/>
                  </a:lnTo>
                </a:path>
                <a:path extrusionOk="0" h="18415" w="4286250">
                  <a:moveTo>
                    <a:pt x="3889629" y="0"/>
                  </a:moveTo>
                  <a:lnTo>
                    <a:pt x="3889629" y="17995"/>
                  </a:lnTo>
                </a:path>
                <a:path extrusionOk="0" h="18415" w="4286250">
                  <a:moveTo>
                    <a:pt x="3898633" y="0"/>
                  </a:moveTo>
                  <a:lnTo>
                    <a:pt x="3898633" y="17995"/>
                  </a:lnTo>
                </a:path>
                <a:path extrusionOk="0" h="18415" w="4286250">
                  <a:moveTo>
                    <a:pt x="3907637" y="0"/>
                  </a:moveTo>
                  <a:lnTo>
                    <a:pt x="3907637" y="17995"/>
                  </a:lnTo>
                </a:path>
                <a:path extrusionOk="0" h="18415" w="4286250">
                  <a:moveTo>
                    <a:pt x="3916641" y="0"/>
                  </a:moveTo>
                  <a:lnTo>
                    <a:pt x="3916641" y="17995"/>
                  </a:lnTo>
                </a:path>
                <a:path extrusionOk="0" h="18415" w="4286250">
                  <a:moveTo>
                    <a:pt x="3925646" y="0"/>
                  </a:moveTo>
                  <a:lnTo>
                    <a:pt x="3925646" y="17995"/>
                  </a:lnTo>
                </a:path>
                <a:path extrusionOk="0" h="18415" w="4286250">
                  <a:moveTo>
                    <a:pt x="3934650" y="0"/>
                  </a:moveTo>
                  <a:lnTo>
                    <a:pt x="3934650" y="17995"/>
                  </a:lnTo>
                </a:path>
                <a:path extrusionOk="0" h="18415" w="4286250">
                  <a:moveTo>
                    <a:pt x="3943654" y="0"/>
                  </a:moveTo>
                  <a:lnTo>
                    <a:pt x="3943654" y="17995"/>
                  </a:lnTo>
                </a:path>
                <a:path extrusionOk="0" h="18415" w="4286250">
                  <a:moveTo>
                    <a:pt x="3952659" y="0"/>
                  </a:moveTo>
                  <a:lnTo>
                    <a:pt x="3952659" y="17995"/>
                  </a:lnTo>
                </a:path>
                <a:path extrusionOk="0" h="18415" w="4286250">
                  <a:moveTo>
                    <a:pt x="3961663" y="0"/>
                  </a:moveTo>
                  <a:lnTo>
                    <a:pt x="3961663" y="17995"/>
                  </a:lnTo>
                </a:path>
                <a:path extrusionOk="0" h="18415" w="4286250">
                  <a:moveTo>
                    <a:pt x="3970667" y="0"/>
                  </a:moveTo>
                  <a:lnTo>
                    <a:pt x="3970667" y="17995"/>
                  </a:lnTo>
                </a:path>
                <a:path extrusionOk="0" h="18415" w="4286250">
                  <a:moveTo>
                    <a:pt x="3979672" y="0"/>
                  </a:moveTo>
                  <a:lnTo>
                    <a:pt x="3979672" y="17995"/>
                  </a:lnTo>
                </a:path>
                <a:path extrusionOk="0" h="18415" w="4286250">
                  <a:moveTo>
                    <a:pt x="3988676" y="0"/>
                  </a:moveTo>
                  <a:lnTo>
                    <a:pt x="3988676" y="17995"/>
                  </a:lnTo>
                </a:path>
                <a:path extrusionOk="0" h="18415" w="4286250">
                  <a:moveTo>
                    <a:pt x="3997680" y="0"/>
                  </a:moveTo>
                  <a:lnTo>
                    <a:pt x="3997680" y="17995"/>
                  </a:lnTo>
                </a:path>
                <a:path extrusionOk="0" h="18415" w="4286250">
                  <a:moveTo>
                    <a:pt x="4006684" y="0"/>
                  </a:moveTo>
                  <a:lnTo>
                    <a:pt x="4006684" y="17995"/>
                  </a:lnTo>
                </a:path>
                <a:path extrusionOk="0" h="18415" w="4286250">
                  <a:moveTo>
                    <a:pt x="4015689" y="0"/>
                  </a:moveTo>
                  <a:lnTo>
                    <a:pt x="4015689" y="17995"/>
                  </a:lnTo>
                </a:path>
                <a:path extrusionOk="0" h="18415" w="4286250">
                  <a:moveTo>
                    <a:pt x="4024693" y="0"/>
                  </a:moveTo>
                  <a:lnTo>
                    <a:pt x="4024693" y="17995"/>
                  </a:lnTo>
                </a:path>
                <a:path extrusionOk="0" h="18415" w="4286250">
                  <a:moveTo>
                    <a:pt x="4033697" y="0"/>
                  </a:moveTo>
                  <a:lnTo>
                    <a:pt x="4033697" y="17995"/>
                  </a:lnTo>
                </a:path>
                <a:path extrusionOk="0" h="18415" w="4286250">
                  <a:moveTo>
                    <a:pt x="4042702" y="0"/>
                  </a:moveTo>
                  <a:lnTo>
                    <a:pt x="4042702" y="17995"/>
                  </a:lnTo>
                </a:path>
                <a:path extrusionOk="0" h="18415" w="4286250">
                  <a:moveTo>
                    <a:pt x="4051706" y="0"/>
                  </a:moveTo>
                  <a:lnTo>
                    <a:pt x="4051706" y="17995"/>
                  </a:lnTo>
                </a:path>
                <a:path extrusionOk="0" h="18415" w="4286250">
                  <a:moveTo>
                    <a:pt x="4060710" y="0"/>
                  </a:moveTo>
                  <a:lnTo>
                    <a:pt x="4060710" y="17995"/>
                  </a:lnTo>
                </a:path>
                <a:path extrusionOk="0" h="18415" w="4286250">
                  <a:moveTo>
                    <a:pt x="4069715" y="0"/>
                  </a:moveTo>
                  <a:lnTo>
                    <a:pt x="4069715" y="17995"/>
                  </a:lnTo>
                </a:path>
                <a:path extrusionOk="0" h="18415" w="4286250">
                  <a:moveTo>
                    <a:pt x="4078706" y="0"/>
                  </a:moveTo>
                  <a:lnTo>
                    <a:pt x="4078706" y="17995"/>
                  </a:lnTo>
                </a:path>
                <a:path extrusionOk="0" h="18415" w="4286250">
                  <a:moveTo>
                    <a:pt x="4087710" y="0"/>
                  </a:moveTo>
                  <a:lnTo>
                    <a:pt x="4087710" y="17995"/>
                  </a:lnTo>
                </a:path>
                <a:path extrusionOk="0" h="18415" w="4286250">
                  <a:moveTo>
                    <a:pt x="4096715" y="0"/>
                  </a:moveTo>
                  <a:lnTo>
                    <a:pt x="4096715" y="17995"/>
                  </a:lnTo>
                </a:path>
                <a:path extrusionOk="0" h="18415" w="4286250">
                  <a:moveTo>
                    <a:pt x="4105719" y="0"/>
                  </a:moveTo>
                  <a:lnTo>
                    <a:pt x="4105719" y="17995"/>
                  </a:lnTo>
                </a:path>
                <a:path extrusionOk="0" h="18415" w="4286250">
                  <a:moveTo>
                    <a:pt x="4114723" y="0"/>
                  </a:moveTo>
                  <a:lnTo>
                    <a:pt x="4114723" y="17995"/>
                  </a:lnTo>
                </a:path>
                <a:path extrusionOk="0" h="18415" w="4286250">
                  <a:moveTo>
                    <a:pt x="4123728" y="0"/>
                  </a:moveTo>
                  <a:lnTo>
                    <a:pt x="4123728" y="17995"/>
                  </a:lnTo>
                </a:path>
                <a:path extrusionOk="0" h="18415" w="4286250">
                  <a:moveTo>
                    <a:pt x="4132732" y="0"/>
                  </a:moveTo>
                  <a:lnTo>
                    <a:pt x="4132732" y="17995"/>
                  </a:lnTo>
                </a:path>
                <a:path extrusionOk="0" h="18415" w="4286250">
                  <a:moveTo>
                    <a:pt x="4141736" y="0"/>
                  </a:moveTo>
                  <a:lnTo>
                    <a:pt x="4141736" y="17995"/>
                  </a:lnTo>
                </a:path>
                <a:path extrusionOk="0" h="18415" w="4286250">
                  <a:moveTo>
                    <a:pt x="4150741" y="0"/>
                  </a:moveTo>
                  <a:lnTo>
                    <a:pt x="4150741" y="17995"/>
                  </a:lnTo>
                </a:path>
                <a:path extrusionOk="0" h="18415" w="4286250">
                  <a:moveTo>
                    <a:pt x="4159745" y="0"/>
                  </a:moveTo>
                  <a:lnTo>
                    <a:pt x="4159745" y="17995"/>
                  </a:lnTo>
                </a:path>
                <a:path extrusionOk="0" h="18415" w="4286250">
                  <a:moveTo>
                    <a:pt x="4168749" y="0"/>
                  </a:moveTo>
                  <a:lnTo>
                    <a:pt x="4168749" y="17995"/>
                  </a:lnTo>
                </a:path>
                <a:path extrusionOk="0" h="18415" w="4286250">
                  <a:moveTo>
                    <a:pt x="4177753" y="0"/>
                  </a:moveTo>
                  <a:lnTo>
                    <a:pt x="4177753" y="17995"/>
                  </a:lnTo>
                </a:path>
                <a:path extrusionOk="0" h="18415" w="4286250">
                  <a:moveTo>
                    <a:pt x="4186758" y="0"/>
                  </a:moveTo>
                  <a:lnTo>
                    <a:pt x="4186758" y="17995"/>
                  </a:lnTo>
                </a:path>
                <a:path extrusionOk="0" h="18415" w="4286250">
                  <a:moveTo>
                    <a:pt x="4195762" y="0"/>
                  </a:moveTo>
                  <a:lnTo>
                    <a:pt x="4195762" y="17995"/>
                  </a:lnTo>
                </a:path>
                <a:path extrusionOk="0" h="18415" w="4286250">
                  <a:moveTo>
                    <a:pt x="4204766" y="0"/>
                  </a:moveTo>
                  <a:lnTo>
                    <a:pt x="4204766" y="17995"/>
                  </a:lnTo>
                </a:path>
                <a:path extrusionOk="0" h="18415" w="4286250">
                  <a:moveTo>
                    <a:pt x="4213771" y="0"/>
                  </a:moveTo>
                  <a:lnTo>
                    <a:pt x="4213771" y="17995"/>
                  </a:lnTo>
                </a:path>
                <a:path extrusionOk="0" h="18415" w="4286250">
                  <a:moveTo>
                    <a:pt x="4222775" y="0"/>
                  </a:moveTo>
                  <a:lnTo>
                    <a:pt x="4222775" y="17995"/>
                  </a:lnTo>
                </a:path>
                <a:path extrusionOk="0" h="18415" w="4286250">
                  <a:moveTo>
                    <a:pt x="4231779" y="0"/>
                  </a:moveTo>
                  <a:lnTo>
                    <a:pt x="4231779" y="17995"/>
                  </a:lnTo>
                </a:path>
                <a:path extrusionOk="0" h="18415" w="4286250">
                  <a:moveTo>
                    <a:pt x="4240784" y="0"/>
                  </a:moveTo>
                  <a:lnTo>
                    <a:pt x="4240784" y="17995"/>
                  </a:lnTo>
                </a:path>
                <a:path extrusionOk="0" h="18415" w="4286250">
                  <a:moveTo>
                    <a:pt x="4249788" y="0"/>
                  </a:moveTo>
                  <a:lnTo>
                    <a:pt x="4249788" y="17995"/>
                  </a:lnTo>
                </a:path>
                <a:path extrusionOk="0" h="18415" w="4286250">
                  <a:moveTo>
                    <a:pt x="4258792" y="0"/>
                  </a:moveTo>
                  <a:lnTo>
                    <a:pt x="4258792" y="17995"/>
                  </a:lnTo>
                </a:path>
                <a:path extrusionOk="0" h="18415" w="4286250">
                  <a:moveTo>
                    <a:pt x="4267796" y="0"/>
                  </a:moveTo>
                  <a:lnTo>
                    <a:pt x="4267796" y="17995"/>
                  </a:lnTo>
                </a:path>
                <a:path extrusionOk="0" h="18415" w="4286250">
                  <a:moveTo>
                    <a:pt x="4276801" y="0"/>
                  </a:moveTo>
                  <a:lnTo>
                    <a:pt x="4276801" y="17995"/>
                  </a:lnTo>
                </a:path>
                <a:path extrusionOk="0" h="18415" w="4286250">
                  <a:moveTo>
                    <a:pt x="4285805" y="0"/>
                  </a:moveTo>
                  <a:lnTo>
                    <a:pt x="4285805" y="17995"/>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71" name="Google Shape;2071;p16"/>
          <p:cNvSpPr txBox="1"/>
          <p:nvPr/>
        </p:nvSpPr>
        <p:spPr>
          <a:xfrm>
            <a:off x="6059924" y="6439189"/>
            <a:ext cx="3336925" cy="302260"/>
          </a:xfrm>
          <a:prstGeom prst="rect">
            <a:avLst/>
          </a:prstGeom>
          <a:noFill/>
          <a:ln>
            <a:noFill/>
          </a:ln>
        </p:spPr>
        <p:txBody>
          <a:bodyPr anchorCtr="0" anchor="t" bIns="0" lIns="0" spcFirstLastPara="1" rIns="0" wrap="square" tIns="10150">
            <a:spAutoFit/>
          </a:bodyPr>
          <a:lstStyle/>
          <a:p>
            <a:pPr indent="125729" lvl="0" marL="12700" marR="5080" rtl="0" algn="l">
              <a:lnSpc>
                <a:spcPct val="1018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If the component ratio of the input waste is the same, the same recovery ratio can be achievable with any model</a:t>
            </a:r>
            <a:endParaRPr b="0" i="0" sz="900" u="none" cap="none" strike="noStrike">
              <a:solidFill>
                <a:srgbClr val="000000"/>
              </a:solidFill>
              <a:latin typeface="Arial"/>
              <a:ea typeface="Arial"/>
              <a:cs typeface="Arial"/>
              <a:sym typeface="Arial"/>
            </a:endParaRPr>
          </a:p>
        </p:txBody>
      </p:sp>
      <p:sp>
        <p:nvSpPr>
          <p:cNvPr id="2072" name="Google Shape;2072;p16"/>
          <p:cNvSpPr txBox="1"/>
          <p:nvPr/>
        </p:nvSpPr>
        <p:spPr>
          <a:xfrm>
            <a:off x="1255547" y="3993962"/>
            <a:ext cx="279400" cy="116839"/>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Arial"/>
                <a:ea typeface="Arial"/>
                <a:cs typeface="Arial"/>
                <a:sym typeface="Arial"/>
              </a:rPr>
              <a:t>Specific</a:t>
            </a:r>
            <a:endParaRPr b="0" i="0" sz="600" u="none" cap="none" strike="noStrike">
              <a:solidFill>
                <a:srgbClr val="000000"/>
              </a:solidFill>
              <a:latin typeface="Arial"/>
              <a:ea typeface="Arial"/>
              <a:cs typeface="Arial"/>
              <a:sym typeface="Arial"/>
            </a:endParaRPr>
          </a:p>
        </p:txBody>
      </p:sp>
      <p:sp>
        <p:nvSpPr>
          <p:cNvPr id="2073" name="Google Shape;2073;p16"/>
          <p:cNvSpPr txBox="1"/>
          <p:nvPr/>
        </p:nvSpPr>
        <p:spPr>
          <a:xfrm>
            <a:off x="1065284" y="3330195"/>
            <a:ext cx="975360" cy="859790"/>
          </a:xfrm>
          <a:prstGeom prst="rect">
            <a:avLst/>
          </a:prstGeom>
          <a:noFill/>
          <a:ln>
            <a:noFill/>
          </a:ln>
        </p:spPr>
        <p:txBody>
          <a:bodyPr anchorCtr="0" anchor="t" bIns="0" lIns="0" spcFirstLastPara="1" rIns="0" wrap="square" tIns="20300">
            <a:spAutoFit/>
          </a:bodyPr>
          <a:lstStyle/>
          <a:p>
            <a:pPr indent="0" lvl="0" marL="146050" marR="151130" rtl="0" algn="ctr">
              <a:lnSpc>
                <a:spcPct val="114285"/>
              </a:lnSpc>
              <a:spcBef>
                <a:spcPts val="0"/>
              </a:spcBef>
              <a:spcAft>
                <a:spcPts val="0"/>
              </a:spcAft>
              <a:buClr>
                <a:srgbClr val="000000"/>
              </a:buClr>
              <a:buSzPts val="700"/>
              <a:buFont typeface="Arial"/>
              <a:buNone/>
            </a:pPr>
            <a:r>
              <a:rPr b="0" i="0" lang="en-US" sz="700" u="none" cap="none" strike="noStrike">
                <a:solidFill>
                  <a:srgbClr val="FBFBFB"/>
                </a:solidFill>
                <a:latin typeface="Arial"/>
                <a:ea typeface="Arial"/>
                <a:cs typeface="Arial"/>
                <a:sym typeface="Arial"/>
              </a:rPr>
              <a:t>Amount of input "one day"</a:t>
            </a:r>
            <a:endParaRPr b="0" i="0" sz="700" u="none" cap="none" strike="noStrike">
              <a:solidFill>
                <a:srgbClr val="000000"/>
              </a:solidFill>
              <a:latin typeface="Arial"/>
              <a:ea typeface="Arial"/>
              <a:cs typeface="Arial"/>
              <a:sym typeface="Arial"/>
            </a:endParaRPr>
          </a:p>
          <a:p>
            <a:pPr indent="0" lvl="0" marL="0" marR="5080" rtl="0" algn="ctr">
              <a:lnSpc>
                <a:spcPct val="115573"/>
              </a:lnSpc>
              <a:spcBef>
                <a:spcPts val="0"/>
              </a:spcBef>
              <a:spcAft>
                <a:spcPts val="0"/>
              </a:spcAft>
              <a:buClr>
                <a:srgbClr val="000000"/>
              </a:buClr>
              <a:buSzPts val="3050"/>
              <a:buFont typeface="Arial"/>
              <a:buNone/>
            </a:pPr>
            <a:r>
              <a:rPr b="1" i="0" lang="en-US" sz="3050" u="none" cap="none" strike="noStrike">
                <a:solidFill>
                  <a:srgbClr val="FBFBFB"/>
                </a:solidFill>
                <a:latin typeface="Arial"/>
                <a:ea typeface="Arial"/>
                <a:cs typeface="Arial"/>
                <a:sym typeface="Arial"/>
              </a:rPr>
              <a:t>200</a:t>
            </a:r>
            <a:r>
              <a:rPr b="1" baseline="30000" i="0" lang="en-US" sz="2250" u="none" cap="none" strike="noStrike">
                <a:solidFill>
                  <a:srgbClr val="FBFBFB"/>
                </a:solidFill>
                <a:latin typeface="Arial"/>
                <a:ea typeface="Arial"/>
                <a:cs typeface="Arial"/>
                <a:sym typeface="Arial"/>
              </a:rPr>
              <a:t>Mt</a:t>
            </a:r>
            <a:endParaRPr b="0" baseline="30000" i="0" sz="2250" u="none" cap="none" strike="noStrike">
              <a:solidFill>
                <a:srgbClr val="000000"/>
              </a:solidFill>
              <a:latin typeface="Arial"/>
              <a:ea typeface="Arial"/>
              <a:cs typeface="Arial"/>
              <a:sym typeface="Arial"/>
            </a:endParaRPr>
          </a:p>
          <a:p>
            <a:pPr indent="0" lvl="0" marL="20320" marR="0" rtl="0" algn="ctr">
              <a:lnSpc>
                <a:spcPct val="115416"/>
              </a:lnSpc>
              <a:spcBef>
                <a:spcPts val="0"/>
              </a:spcBef>
              <a:spcAft>
                <a:spcPts val="0"/>
              </a:spcAft>
              <a:buClr>
                <a:srgbClr val="000000"/>
              </a:buClr>
              <a:buSzPts val="600"/>
              <a:buFont typeface="Arial"/>
              <a:buNone/>
            </a:pPr>
            <a:r>
              <a:rPr b="0" i="0" lang="en-US" sz="600" u="none" cap="none" strike="noStrike">
                <a:solidFill>
                  <a:srgbClr val="FFFFFF"/>
                </a:solidFill>
                <a:latin typeface="Arial"/>
                <a:ea typeface="Arial"/>
                <a:cs typeface="Arial"/>
                <a:sym typeface="Arial"/>
              </a:rPr>
              <a:t>gravity </a:t>
            </a:r>
            <a:r>
              <a:rPr b="0" i="0" lang="en-US" sz="1200" u="none" cap="none" strike="noStrike">
                <a:solidFill>
                  <a:srgbClr val="FBFBFB"/>
                </a:solidFill>
                <a:latin typeface="Arial"/>
                <a:ea typeface="Arial"/>
                <a:cs typeface="Arial"/>
                <a:sym typeface="Arial"/>
              </a:rPr>
              <a:t>: 0.6</a:t>
            </a:r>
            <a:endParaRPr b="0" i="0" sz="1200" u="none" cap="none" strike="noStrike">
              <a:solidFill>
                <a:srgbClr val="000000"/>
              </a:solidFill>
              <a:latin typeface="Arial"/>
              <a:ea typeface="Arial"/>
              <a:cs typeface="Arial"/>
              <a:sym typeface="Arial"/>
            </a:endParaRPr>
          </a:p>
        </p:txBody>
      </p:sp>
      <p:sp>
        <p:nvSpPr>
          <p:cNvPr id="2074" name="Google Shape;2074;p16"/>
          <p:cNvSpPr txBox="1"/>
          <p:nvPr/>
        </p:nvSpPr>
        <p:spPr>
          <a:xfrm>
            <a:off x="3458287" y="5930503"/>
            <a:ext cx="1083945" cy="17716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Arial"/>
                <a:ea typeface="Arial"/>
                <a:cs typeface="Arial"/>
                <a:sym typeface="Arial"/>
              </a:rPr>
              <a:t>Resin content rate</a:t>
            </a:r>
            <a:endParaRPr b="0" i="0" sz="1000" u="none" cap="none" strike="noStrike">
              <a:solidFill>
                <a:srgbClr val="000000"/>
              </a:solidFill>
              <a:latin typeface="Arial"/>
              <a:ea typeface="Arial"/>
              <a:cs typeface="Arial"/>
              <a:sym typeface="Arial"/>
            </a:endParaRPr>
          </a:p>
        </p:txBody>
      </p:sp>
      <p:sp>
        <p:nvSpPr>
          <p:cNvPr id="2075" name="Google Shape;2075;p16"/>
          <p:cNvSpPr txBox="1"/>
          <p:nvPr/>
        </p:nvSpPr>
        <p:spPr>
          <a:xfrm>
            <a:off x="3456374" y="5159420"/>
            <a:ext cx="1087755" cy="78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0"/>
              <a:buFont typeface="Arial"/>
              <a:buNone/>
            </a:pPr>
            <a:r>
              <a:rPr b="1" i="0" lang="en-US" sz="5000" u="none" cap="none" strike="noStrike">
                <a:solidFill>
                  <a:srgbClr val="F58020"/>
                </a:solidFill>
                <a:latin typeface="Cambria"/>
                <a:ea typeface="Cambria"/>
                <a:cs typeface="Cambria"/>
                <a:sym typeface="Cambria"/>
              </a:rPr>
              <a:t>90</a:t>
            </a:r>
            <a:r>
              <a:rPr b="1" baseline="30000" i="0" lang="en-US" sz="3750" u="none" cap="none" strike="noStrike">
                <a:solidFill>
                  <a:srgbClr val="F58020"/>
                </a:solidFill>
                <a:latin typeface="Cambria"/>
                <a:ea typeface="Cambria"/>
                <a:cs typeface="Cambria"/>
                <a:sym typeface="Cambria"/>
              </a:rPr>
              <a:t>%</a:t>
            </a:r>
            <a:endParaRPr b="0" baseline="30000" i="0" sz="3750" u="none" cap="none" strike="noStrike">
              <a:solidFill>
                <a:srgbClr val="000000"/>
              </a:solidFill>
              <a:latin typeface="Cambria"/>
              <a:ea typeface="Cambria"/>
              <a:cs typeface="Cambria"/>
              <a:sym typeface="Cambria"/>
            </a:endParaRPr>
          </a:p>
        </p:txBody>
      </p:sp>
      <p:sp>
        <p:nvSpPr>
          <p:cNvPr id="2076" name="Google Shape;2076;p16"/>
          <p:cNvSpPr txBox="1"/>
          <p:nvPr/>
        </p:nvSpPr>
        <p:spPr>
          <a:xfrm rot="-5400000">
            <a:off x="5222898" y="2882699"/>
            <a:ext cx="661670" cy="163195"/>
          </a:xfrm>
          <a:prstGeom prst="rect">
            <a:avLst/>
          </a:prstGeom>
          <a:noFill/>
          <a:ln>
            <a:noFill/>
          </a:ln>
        </p:spPr>
        <p:txBody>
          <a:bodyPr anchorCtr="0" anchor="t" bIns="0" lIns="0" spcFirstLastPara="1" rIns="0" wrap="square" tIns="29825">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L iq u e f ie d</a:t>
            </a:r>
            <a:endParaRPr b="0" i="0" sz="800" u="none" cap="none" strike="noStrike">
              <a:solidFill>
                <a:srgbClr val="000000"/>
              </a:solidFill>
              <a:latin typeface="Arial"/>
              <a:ea typeface="Arial"/>
              <a:cs typeface="Arial"/>
              <a:sym typeface="Arial"/>
            </a:endParaRPr>
          </a:p>
        </p:txBody>
      </p:sp>
      <p:graphicFrame>
        <p:nvGraphicFramePr>
          <p:cNvPr id="2077" name="Google Shape;2077;p16"/>
          <p:cNvGraphicFramePr/>
          <p:nvPr/>
        </p:nvGraphicFramePr>
        <p:xfrm>
          <a:off x="5437799" y="1747502"/>
          <a:ext cx="3000000" cy="3000000"/>
        </p:xfrm>
        <a:graphic>
          <a:graphicData uri="http://schemas.openxmlformats.org/drawingml/2006/table">
            <a:tbl>
              <a:tblPr bandRow="1" firstRow="1">
                <a:noFill/>
                <a:tableStyleId>{3AFF3F20-5BB9-4406-8C45-891CA37ACD5E}</a:tableStyleId>
              </a:tblPr>
              <a:tblGrid>
                <a:gridCol w="261625"/>
                <a:gridCol w="617850"/>
                <a:gridCol w="558175"/>
                <a:gridCol w="694700"/>
                <a:gridCol w="2489200"/>
              </a:tblGrid>
              <a:tr h="107950">
                <a:tc gridSpan="2">
                  <a:txBody>
                    <a:bodyPr/>
                    <a:lstStyle/>
                    <a:p>
                      <a:pPr indent="0" lvl="0" marL="0" marR="3048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005186"/>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005186"/>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6477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Times New Roman"/>
                        <a:ea typeface="Times New Roman"/>
                        <a:cs typeface="Times New Roman"/>
                        <a:sym typeface="Times New Roman"/>
                      </a:endParaRPr>
                    </a:p>
                  </a:txBody>
                  <a:tcPr marT="0" marB="0" marR="0" marL="0">
                    <a:lnT cap="flat" cmpd="sng" w="9525">
                      <a:solidFill>
                        <a:srgbClr val="231F20"/>
                      </a:solidFill>
                      <a:prstDash val="solid"/>
                      <a:round/>
                      <a:headEnd len="sm" w="sm" type="none"/>
                      <a:tailEnd len="sm" w="sm" type="none"/>
                    </a:lnT>
                  </a:tcPr>
                </a:tc>
                <a:tc>
                  <a:txBody>
                    <a:bodyPr/>
                    <a:lstStyle/>
                    <a:p>
                      <a:pPr indent="0" lvl="0" marL="67310" marR="104139" rtl="0" algn="ctr">
                        <a:lnSpc>
                          <a:spcPct val="1111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Gas (Diesel) Oil</a:t>
                      </a:r>
                      <a:endParaRPr sz="900" u="none" cap="none" strike="noStrike">
                        <a:latin typeface="Arial"/>
                        <a:ea typeface="Arial"/>
                        <a:cs typeface="Arial"/>
                        <a:sym typeface="Arial"/>
                      </a:endParaRPr>
                    </a:p>
                  </a:txBody>
                  <a:tcPr marT="8510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solidFill>
                      <a:srgbClr val="C9EBFC"/>
                    </a:solidFill>
                  </a:tcPr>
                </a:tc>
                <a:tc>
                  <a:txBody>
                    <a:bodyPr/>
                    <a:lstStyle/>
                    <a:p>
                      <a:pPr indent="0" lvl="0" marL="0" marR="0" rtl="0" algn="l">
                        <a:lnSpc>
                          <a:spcPct val="100000"/>
                        </a:lnSpc>
                        <a:spcBef>
                          <a:spcPts val="0"/>
                        </a:spcBef>
                        <a:spcAft>
                          <a:spcPts val="0"/>
                        </a:spcAft>
                        <a:buClr>
                          <a:srgbClr val="000000"/>
                        </a:buClr>
                        <a:buSzPts val="1550"/>
                        <a:buFont typeface="Arial"/>
                        <a:buNone/>
                      </a:pPr>
                      <a:r>
                        <a:t/>
                      </a:r>
                      <a:endParaRPr sz="1550" u="none" cap="none" strike="noStrike">
                        <a:latin typeface="Times New Roman"/>
                        <a:ea typeface="Times New Roman"/>
                        <a:cs typeface="Times New Roman"/>
                        <a:sym typeface="Times New Roman"/>
                      </a:endParaRPr>
                    </a:p>
                    <a:p>
                      <a:pPr indent="0" lvl="0" marL="80645" marR="0" rtl="0" algn="l">
                        <a:lnSpc>
                          <a:spcPct val="100000"/>
                        </a:lnSpc>
                        <a:spcBef>
                          <a:spcPts val="5"/>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61.2 </a:t>
                      </a:r>
                      <a:r>
                        <a:rPr b="0" lang="en-US" sz="900" u="none" cap="none" strike="noStrike">
                          <a:solidFill>
                            <a:srgbClr val="231F20"/>
                          </a:solidFill>
                          <a:latin typeface="Arial"/>
                          <a:ea typeface="Arial"/>
                          <a:cs typeface="Arial"/>
                          <a:sym typeface="Arial"/>
                        </a:rPr>
                        <a:t>%</a:t>
                      </a:r>
                      <a:endParaRPr sz="900" u="none" cap="none" strike="noStrike">
                        <a:latin typeface="Arial"/>
                        <a:ea typeface="Arial"/>
                        <a:cs typeface="Arial"/>
                        <a:sym typeface="Arial"/>
                      </a:endParaRPr>
                    </a:p>
                  </a:txBody>
                  <a:tcPr marT="255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8100" marR="0" rtl="0" algn="l">
                        <a:lnSpc>
                          <a:spcPct val="100000"/>
                        </a:lnSpc>
                        <a:spcBef>
                          <a:spcPts val="5"/>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62,424ℓ</a:t>
                      </a:r>
                      <a:endParaRPr sz="1200" u="none" cap="none" strike="noStrike">
                        <a:latin typeface="Arial"/>
                        <a:ea typeface="Arial"/>
                        <a:cs typeface="Arial"/>
                        <a:sym typeface="Arial"/>
                      </a:endParaRPr>
                    </a:p>
                    <a:p>
                      <a:pPr indent="0" lvl="0" marL="83820" marR="0" rtl="0" algn="l">
                        <a:lnSpc>
                          <a:spcPct val="100000"/>
                        </a:lnSpc>
                        <a:spcBef>
                          <a:spcPts val="70"/>
                        </a:spcBef>
                        <a:spcAft>
                          <a:spcPts val="0"/>
                        </a:spcAft>
                        <a:buClr>
                          <a:srgbClr val="000000"/>
                        </a:buClr>
                        <a:buSzPts val="700"/>
                        <a:buFont typeface="Arial"/>
                        <a:buNone/>
                      </a:pPr>
                      <a:r>
                        <a:rPr b="0" lang="en-US" sz="700" u="none" cap="none" strike="noStrike">
                          <a:solidFill>
                            <a:srgbClr val="231F20"/>
                          </a:solidFill>
                          <a:latin typeface="Arial"/>
                          <a:ea typeface="Arial"/>
                          <a:cs typeface="Arial"/>
                          <a:sym typeface="Arial"/>
                        </a:rPr>
                        <a:t>(62.424ton)</a:t>
                      </a:r>
                      <a:endParaRPr sz="700" u="none" cap="none" strike="noStrike">
                        <a:latin typeface="Arial"/>
                        <a:ea typeface="Arial"/>
                        <a:cs typeface="Arial"/>
                        <a:sym typeface="Arial"/>
                      </a:endParaRPr>
                    </a:p>
                  </a:txBody>
                  <a:tcPr marT="5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71755" marR="597535" rtl="0" algn="l">
                        <a:lnSpc>
                          <a:spcPct val="135400"/>
                        </a:lnSpc>
                        <a:spcBef>
                          <a:spcPts val="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Reuse in the processing machine = 1500ℓ Fuel for sale = 60,924ℓ</a:t>
                      </a:r>
                      <a:endParaRPr sz="800" u="none" cap="none" strike="noStrike">
                        <a:latin typeface="Arial"/>
                        <a:ea typeface="Arial"/>
                        <a:cs typeface="Arial"/>
                        <a:sym typeface="Arial"/>
                      </a:endParaRPr>
                    </a:p>
                    <a:p>
                      <a:pPr indent="0" lvl="0" marL="71755" marR="0" rtl="0" algn="l">
                        <a:lnSpc>
                          <a:spcPct val="100000"/>
                        </a:lnSpc>
                        <a:spcBef>
                          <a:spcPts val="34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Electricity sales = 60,924ℓ</a:t>
                      </a:r>
                      <a:endParaRPr sz="800" u="none" cap="none" strike="noStrike">
                        <a:latin typeface="Arial"/>
                        <a:ea typeface="Arial"/>
                        <a:cs typeface="Arial"/>
                        <a:sym typeface="Arial"/>
                      </a:endParaRPr>
                    </a:p>
                  </a:txBody>
                  <a:tcPr marT="5270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07950">
                <a:tc gridSpan="2">
                  <a:txBody>
                    <a:bodyPr/>
                    <a:lstStyle/>
                    <a:p>
                      <a:pPr indent="0" lvl="0" marL="57150" marR="0" rtl="0" algn="l">
                        <a:lnSpc>
                          <a:spcPct val="100000"/>
                        </a:lnSpc>
                        <a:spcBef>
                          <a:spcPts val="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o </a:t>
                      </a:r>
                      <a:endParaRPr sz="800" u="none" cap="none" strike="noStrike">
                        <a:latin typeface="Arial"/>
                        <a:ea typeface="Arial"/>
                        <a:cs typeface="Arial"/>
                        <a:sym typeface="Arial"/>
                      </a:endParaRPr>
                    </a:p>
                  </a:txBody>
                  <a:tcPr marT="64125" marB="0" marR="0" marL="0">
                    <a:lnR cap="flat" cmpd="sng" w="38100">
                      <a:solidFill>
                        <a:srgbClr val="FFFFFF"/>
                      </a:solidFill>
                      <a:prstDash val="solid"/>
                      <a:round/>
                      <a:headEnd len="sm" w="sm" type="none"/>
                      <a:tailEnd len="sm" w="sm" type="none"/>
                    </a:lnR>
                  </a:tcPr>
                </a:tc>
                <a:tc h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5080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Times New Roman"/>
                        <a:ea typeface="Times New Roman"/>
                        <a:cs typeface="Times New Roman"/>
                        <a:sym typeface="Times New Roman"/>
                      </a:endParaRPr>
                    </a:p>
                  </a:txBody>
                  <a:tcPr marT="0" marB="0" marR="0" marL="0"/>
                </a:tc>
                <a:tc>
                  <a:txBody>
                    <a:bodyPr/>
                    <a:lstStyle/>
                    <a:p>
                      <a:pPr indent="-142874" lvl="0" marL="210184" marR="104139" rtl="0" algn="l">
                        <a:lnSpc>
                          <a:spcPct val="1111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Heating Oil</a:t>
                      </a:r>
                      <a:endParaRPr sz="900" u="none" cap="none" strike="noStrike">
                        <a:latin typeface="Arial"/>
                        <a:ea typeface="Arial"/>
                        <a:cs typeface="Arial"/>
                        <a:sym typeface="Arial"/>
                      </a:endParaRPr>
                    </a:p>
                  </a:txBody>
                  <a:tcPr marT="9145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solidFill>
                      <a:srgbClr val="C9EBFC"/>
                    </a:solidFill>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80645" marR="0" rtl="0" algn="l">
                        <a:lnSpc>
                          <a:spcPct val="100000"/>
                        </a:lnSpc>
                        <a:spcBef>
                          <a:spcPts val="5"/>
                        </a:spcBef>
                        <a:spcAft>
                          <a:spcPts val="0"/>
                        </a:spcAft>
                        <a:buClr>
                          <a:srgbClr val="000000"/>
                        </a:buClr>
                        <a:buSzPts val="1200"/>
                        <a:buFont typeface="Arial"/>
                        <a:buNone/>
                      </a:pPr>
                      <a:r>
                        <a:rPr b="0" lang="en-US" sz="1200" u="none" cap="none" strike="noStrike">
                          <a:solidFill>
                            <a:srgbClr val="502E5C"/>
                          </a:solidFill>
                          <a:latin typeface="Arial"/>
                          <a:ea typeface="Arial"/>
                          <a:cs typeface="Arial"/>
                          <a:sym typeface="Arial"/>
                        </a:rPr>
                        <a:t>7.65 </a:t>
                      </a:r>
                      <a:r>
                        <a:rPr b="0" lang="en-US" sz="900" u="none" cap="none" strike="noStrike">
                          <a:solidFill>
                            <a:srgbClr val="231F20"/>
                          </a:solidFill>
                          <a:latin typeface="Arial"/>
                          <a:ea typeface="Arial"/>
                          <a:cs typeface="Arial"/>
                          <a:sym typeface="Arial"/>
                        </a:rPr>
                        <a:t>%</a:t>
                      </a:r>
                      <a:endParaRPr sz="900" u="none" cap="none" strike="noStrike">
                        <a:latin typeface="Arial"/>
                        <a:ea typeface="Arial"/>
                        <a:cs typeface="Arial"/>
                        <a:sym typeface="Arial"/>
                      </a:endParaRPr>
                    </a:p>
                  </a:txBody>
                  <a:tcPr marT="5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80645" marR="0" rtl="0" algn="l">
                        <a:lnSpc>
                          <a:spcPct val="100000"/>
                        </a:lnSpc>
                        <a:spcBef>
                          <a:spcPts val="0"/>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7,803ℓ</a:t>
                      </a:r>
                      <a:endParaRPr sz="1200" u="none" cap="none" strike="noStrike">
                        <a:latin typeface="Arial"/>
                        <a:ea typeface="Arial"/>
                        <a:cs typeface="Arial"/>
                        <a:sym typeface="Arial"/>
                      </a:endParaRPr>
                    </a:p>
                    <a:p>
                      <a:pPr indent="0" lvl="0" marL="111760" marR="0" rtl="0" algn="l">
                        <a:lnSpc>
                          <a:spcPct val="100000"/>
                        </a:lnSpc>
                        <a:spcBef>
                          <a:spcPts val="70"/>
                        </a:spcBef>
                        <a:spcAft>
                          <a:spcPts val="0"/>
                        </a:spcAft>
                        <a:buClr>
                          <a:srgbClr val="000000"/>
                        </a:buClr>
                        <a:buSzPts val="700"/>
                        <a:buFont typeface="Arial"/>
                        <a:buNone/>
                      </a:pPr>
                      <a:r>
                        <a:rPr b="0" lang="en-US" sz="700" u="none" cap="none" strike="noStrike">
                          <a:solidFill>
                            <a:srgbClr val="231F20"/>
                          </a:solidFill>
                          <a:latin typeface="Arial"/>
                          <a:ea typeface="Arial"/>
                          <a:cs typeface="Arial"/>
                          <a:sym typeface="Arial"/>
                        </a:rPr>
                        <a:t>(7.803ton)</a:t>
                      </a:r>
                      <a:endParaRPr sz="700" u="none" cap="none" strike="noStrike">
                        <a:latin typeface="Arial"/>
                        <a:ea typeface="Arial"/>
                        <a:cs typeface="Arial"/>
                        <a:sym typeface="Arial"/>
                      </a:endParaRPr>
                    </a:p>
                  </a:txBody>
                  <a:tcPr marT="895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Times New Roman"/>
                        <a:ea typeface="Times New Roman"/>
                        <a:cs typeface="Times New Roman"/>
                        <a:sym typeface="Times New Roman"/>
                      </a:endParaRPr>
                    </a:p>
                    <a:p>
                      <a:pPr indent="0" lvl="0" marL="71755" marR="0" rtl="0" algn="l">
                        <a:lnSpc>
                          <a:spcPct val="100000"/>
                        </a:lnSpc>
                        <a:spcBef>
                          <a:spcPts val="5"/>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Sale as heating fuel</a:t>
                      </a:r>
                      <a:endParaRPr sz="800" u="none" cap="none" strike="noStrike">
                        <a:latin typeface="Arial"/>
                        <a:ea typeface="Arial"/>
                        <a:cs typeface="Arial"/>
                        <a:sym typeface="Arial"/>
                      </a:endParaRPr>
                    </a:p>
                  </a:txBody>
                  <a:tcPr marT="625"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07950">
                <a:tc gridSpan="2">
                  <a:txBody>
                    <a:bodyPr/>
                    <a:lstStyle/>
                    <a:p>
                      <a:pPr indent="0" lvl="0" marL="0" marR="3048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R cap="flat" cmpd="sng" w="38100">
                      <a:solidFill>
                        <a:srgbClr val="FFFFFF"/>
                      </a:solidFill>
                      <a:prstDash val="solid"/>
                      <a:round/>
                      <a:headEnd len="sm" w="sm" type="none"/>
                      <a:tailEnd len="sm" w="sm" type="none"/>
                    </a:lnR>
                  </a:tcPr>
                </a:tc>
                <a:tc h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5080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Times New Roman"/>
                        <a:ea typeface="Times New Roman"/>
                        <a:cs typeface="Times New Roman"/>
                        <a:sym typeface="Times New Roman"/>
                      </a:endParaRPr>
                    </a:p>
                  </a:txBody>
                  <a:tcPr marT="0" marB="0" marR="0" marL="0"/>
                </a:tc>
                <a:tc>
                  <a:txBody>
                    <a:bodyPr/>
                    <a:lstStyle/>
                    <a:p>
                      <a:pPr indent="-99059" lvl="0" marL="210184" marR="148590" rtl="0" algn="l">
                        <a:lnSpc>
                          <a:spcPct val="1111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Heavy Oil</a:t>
                      </a:r>
                      <a:endParaRPr sz="900" u="none" cap="none" strike="noStrike">
                        <a:latin typeface="Arial"/>
                        <a:ea typeface="Arial"/>
                        <a:cs typeface="Arial"/>
                        <a:sym typeface="Arial"/>
                      </a:endParaRPr>
                    </a:p>
                  </a:txBody>
                  <a:tcPr marT="9145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solidFill>
                      <a:srgbClr val="C9EBFC"/>
                    </a:solidFill>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80645" marR="0" rtl="0" algn="l">
                        <a:lnSpc>
                          <a:spcPct val="100000"/>
                        </a:lnSpc>
                        <a:spcBef>
                          <a:spcPts val="5"/>
                        </a:spcBef>
                        <a:spcAft>
                          <a:spcPts val="0"/>
                        </a:spcAft>
                        <a:buClr>
                          <a:srgbClr val="000000"/>
                        </a:buClr>
                        <a:buSzPts val="1200"/>
                        <a:buFont typeface="Arial"/>
                        <a:buNone/>
                      </a:pPr>
                      <a:r>
                        <a:rPr b="0" lang="en-US" sz="1200" u="none" cap="none" strike="noStrike">
                          <a:solidFill>
                            <a:srgbClr val="502E5C"/>
                          </a:solidFill>
                          <a:latin typeface="Arial"/>
                          <a:ea typeface="Arial"/>
                          <a:cs typeface="Arial"/>
                          <a:sym typeface="Arial"/>
                        </a:rPr>
                        <a:t>7.65 </a:t>
                      </a:r>
                      <a:r>
                        <a:rPr b="0" lang="en-US" sz="900" u="none" cap="none" strike="noStrike">
                          <a:solidFill>
                            <a:srgbClr val="231F20"/>
                          </a:solidFill>
                          <a:latin typeface="Arial"/>
                          <a:ea typeface="Arial"/>
                          <a:cs typeface="Arial"/>
                          <a:sym typeface="Arial"/>
                        </a:rPr>
                        <a:t>%</a:t>
                      </a:r>
                      <a:endParaRPr sz="900" u="none" cap="none" strike="noStrike">
                        <a:latin typeface="Arial"/>
                        <a:ea typeface="Arial"/>
                        <a:cs typeface="Arial"/>
                        <a:sym typeface="Arial"/>
                      </a:endParaRPr>
                    </a:p>
                  </a:txBody>
                  <a:tcPr marT="5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80645" marR="0" rtl="0" algn="l">
                        <a:lnSpc>
                          <a:spcPct val="100000"/>
                        </a:lnSpc>
                        <a:spcBef>
                          <a:spcPts val="0"/>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7,803ℓ</a:t>
                      </a:r>
                      <a:endParaRPr sz="1200" u="none" cap="none" strike="noStrike">
                        <a:latin typeface="Arial"/>
                        <a:ea typeface="Arial"/>
                        <a:cs typeface="Arial"/>
                        <a:sym typeface="Arial"/>
                      </a:endParaRPr>
                    </a:p>
                    <a:p>
                      <a:pPr indent="0" lvl="0" marL="111760" marR="0" rtl="0" algn="l">
                        <a:lnSpc>
                          <a:spcPct val="100000"/>
                        </a:lnSpc>
                        <a:spcBef>
                          <a:spcPts val="70"/>
                        </a:spcBef>
                        <a:spcAft>
                          <a:spcPts val="0"/>
                        </a:spcAft>
                        <a:buClr>
                          <a:srgbClr val="000000"/>
                        </a:buClr>
                        <a:buSzPts val="700"/>
                        <a:buFont typeface="Arial"/>
                        <a:buNone/>
                      </a:pPr>
                      <a:r>
                        <a:rPr b="0" lang="en-US" sz="700" u="none" cap="none" strike="noStrike">
                          <a:solidFill>
                            <a:srgbClr val="231F20"/>
                          </a:solidFill>
                          <a:latin typeface="Arial"/>
                          <a:ea typeface="Arial"/>
                          <a:cs typeface="Arial"/>
                          <a:sym typeface="Arial"/>
                        </a:rPr>
                        <a:t>(7.803ton)</a:t>
                      </a:r>
                      <a:endParaRPr sz="700" u="none" cap="none" strike="noStrike">
                        <a:latin typeface="Arial"/>
                        <a:ea typeface="Arial"/>
                        <a:cs typeface="Arial"/>
                        <a:sym typeface="Arial"/>
                      </a:endParaRPr>
                    </a:p>
                  </a:txBody>
                  <a:tcPr marT="895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Times New Roman"/>
                        <a:ea typeface="Times New Roman"/>
                        <a:cs typeface="Times New Roman"/>
                        <a:sym typeface="Times New Roman"/>
                      </a:endParaRPr>
                    </a:p>
                    <a:p>
                      <a:pPr indent="0" lvl="0" marL="71755" marR="0" rtl="0" algn="l">
                        <a:lnSpc>
                          <a:spcPct val="100000"/>
                        </a:lnSpc>
                        <a:spcBef>
                          <a:spcPts val="5"/>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Sale as heating fuel</a:t>
                      </a:r>
                      <a:endParaRPr sz="800" u="none" cap="none" strike="noStrike">
                        <a:latin typeface="Arial"/>
                        <a:ea typeface="Arial"/>
                        <a:cs typeface="Arial"/>
                        <a:sym typeface="Arial"/>
                      </a:endParaRPr>
                    </a:p>
                  </a:txBody>
                  <a:tcPr marT="625"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07950">
                <a:tc gridSpan="2">
                  <a:txBody>
                    <a:bodyPr/>
                    <a:lstStyle/>
                    <a:p>
                      <a:pPr indent="0" lvl="0" marL="0" marR="3048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R cap="flat" cmpd="sng" w="38100">
                      <a:solidFill>
                        <a:srgbClr val="FFFFFF"/>
                      </a:solidFill>
                      <a:prstDash val="solid"/>
                      <a:round/>
                      <a:headEnd len="sm" w="sm" type="none"/>
                      <a:tailEnd len="sm" w="sm" type="none"/>
                    </a:lnR>
                  </a:tcPr>
                </a:tc>
                <a:tc h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5080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Times New Roman"/>
                        <a:ea typeface="Times New Roman"/>
                        <a:cs typeface="Times New Roman"/>
                        <a:sym typeface="Times New Roman"/>
                      </a:endParaRPr>
                    </a:p>
                  </a:txBody>
                  <a:tcPr marT="0" marB="0" marR="0" marL="0">
                    <a:lnB cap="flat" cmpd="sng" w="9525">
                      <a:solidFill>
                        <a:srgbClr val="231F20"/>
                      </a:solidFill>
                      <a:prstDash val="solid"/>
                      <a:round/>
                      <a:headEnd len="sm" w="sm" type="none"/>
                      <a:tailEnd len="sm" w="sm" type="none"/>
                    </a:lnB>
                  </a:tcPr>
                </a:tc>
                <a:tc>
                  <a:txBody>
                    <a:bodyPr/>
                    <a:lstStyle/>
                    <a:p>
                      <a:pPr indent="-123825" lvl="0" marL="150495" marR="63500" rtl="0" algn="l">
                        <a:lnSpc>
                          <a:spcPct val="1111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Recovery Loss</a:t>
                      </a:r>
                      <a:endParaRPr sz="900" u="none" cap="none" strike="noStrike">
                        <a:latin typeface="Arial"/>
                        <a:ea typeface="Arial"/>
                        <a:cs typeface="Arial"/>
                        <a:sym typeface="Arial"/>
                      </a:endParaRPr>
                    </a:p>
                  </a:txBody>
                  <a:tcPr marT="9145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80645" marR="0" rtl="0" algn="l">
                        <a:lnSpc>
                          <a:spcPct val="100000"/>
                        </a:lnSpc>
                        <a:spcBef>
                          <a:spcPts val="5"/>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11.5 </a:t>
                      </a:r>
                      <a:r>
                        <a:rPr b="0" lang="en-US" sz="900" u="none" cap="none" strike="noStrike">
                          <a:solidFill>
                            <a:srgbClr val="231F20"/>
                          </a:solidFill>
                          <a:latin typeface="Arial"/>
                          <a:ea typeface="Arial"/>
                          <a:cs typeface="Arial"/>
                          <a:sym typeface="Arial"/>
                        </a:rPr>
                        <a:t>%</a:t>
                      </a:r>
                      <a:endParaRPr sz="900" u="none" cap="none" strike="noStrike">
                        <a:latin typeface="Arial"/>
                        <a:ea typeface="Arial"/>
                        <a:cs typeface="Arial"/>
                        <a:sym typeface="Arial"/>
                      </a:endParaRPr>
                    </a:p>
                  </a:txBody>
                  <a:tcPr marT="5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11,730ℓ</a:t>
                      </a:r>
                      <a:endParaRPr sz="1200" u="none" cap="none" strike="noStrike">
                        <a:latin typeface="Arial"/>
                        <a:ea typeface="Arial"/>
                        <a:cs typeface="Arial"/>
                        <a:sym typeface="Arial"/>
                      </a:endParaRPr>
                    </a:p>
                    <a:p>
                      <a:pPr indent="0" lvl="0" marL="0" marR="0" rtl="0" algn="ctr">
                        <a:lnSpc>
                          <a:spcPct val="100000"/>
                        </a:lnSpc>
                        <a:spcBef>
                          <a:spcPts val="70"/>
                        </a:spcBef>
                        <a:spcAft>
                          <a:spcPts val="0"/>
                        </a:spcAft>
                        <a:buClr>
                          <a:srgbClr val="000000"/>
                        </a:buClr>
                        <a:buSzPts val="700"/>
                        <a:buFont typeface="Arial"/>
                        <a:buNone/>
                      </a:pPr>
                      <a:r>
                        <a:rPr b="0" lang="en-US" sz="700" u="none" cap="none" strike="noStrike">
                          <a:solidFill>
                            <a:srgbClr val="231F20"/>
                          </a:solidFill>
                          <a:latin typeface="Arial"/>
                          <a:ea typeface="Arial"/>
                          <a:cs typeface="Arial"/>
                          <a:sym typeface="Arial"/>
                        </a:rPr>
                        <a:t>(11.73ton)</a:t>
                      </a:r>
                      <a:endParaRPr sz="700" u="none" cap="none" strike="noStrike">
                        <a:latin typeface="Arial"/>
                        <a:ea typeface="Arial"/>
                        <a:cs typeface="Arial"/>
                        <a:sym typeface="Arial"/>
                      </a:endParaRPr>
                    </a:p>
                  </a:txBody>
                  <a:tcPr marT="895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C9EBFC"/>
                    </a:solidFill>
                  </a:tcPr>
                </a:tc>
                <a:tc>
                  <a:txBody>
                    <a:bodyPr/>
                    <a:lstStyle/>
                    <a:p>
                      <a:pPr indent="0" lvl="0" marL="107950" marR="0" rtl="0" algn="l">
                        <a:lnSpc>
                          <a:spcPct val="100000"/>
                        </a:lnSpc>
                        <a:spcBef>
                          <a:spcPts val="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Mainly discharged as flue gas;</a:t>
                      </a:r>
                      <a:endParaRPr sz="800" u="none" cap="none" strike="noStrike">
                        <a:latin typeface="Arial"/>
                        <a:ea typeface="Arial"/>
                        <a:cs typeface="Arial"/>
                        <a:sym typeface="Arial"/>
                      </a:endParaRPr>
                    </a:p>
                    <a:p>
                      <a:pPr indent="0" lvl="0" marL="107950" marR="0" rtl="0" algn="l">
                        <a:lnSpc>
                          <a:spcPct val="100000"/>
                        </a:lnSpc>
                        <a:spcBef>
                          <a:spcPts val="14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a very small amount will be carbide.</a:t>
                      </a:r>
                      <a:endParaRPr sz="800" u="none" cap="none" strike="noStrike">
                        <a:latin typeface="Arial"/>
                        <a:ea typeface="Arial"/>
                        <a:cs typeface="Arial"/>
                        <a:sym typeface="Arial"/>
                      </a:endParaRPr>
                    </a:p>
                  </a:txBody>
                  <a:tcPr marT="121275"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07950">
                <a:tc gridSpan="2">
                  <a:txBody>
                    <a:bodyPr/>
                    <a:lstStyle/>
                    <a:p>
                      <a:pPr indent="0" lvl="0" marL="0" marR="3048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508000">
                <a:tc gridSpan="2">
                  <a:txBody>
                    <a:bodyPr/>
                    <a:lstStyle/>
                    <a:p>
                      <a:pPr indent="0" lvl="0" marL="0" marR="30480" rtl="0" algn="l">
                        <a:lnSpc>
                          <a:spcPct val="100000"/>
                        </a:lnSpc>
                        <a:spcBef>
                          <a:spcPts val="0"/>
                        </a:spcBef>
                        <a:spcAft>
                          <a:spcPts val="0"/>
                        </a:spcAft>
                        <a:buClr>
                          <a:srgbClr val="000000"/>
                        </a:buClr>
                        <a:buSzPts val="1250"/>
                        <a:buFont typeface="Arial"/>
                        <a:buNone/>
                      </a:pPr>
                      <a:r>
                        <a:t/>
                      </a:r>
                      <a:endParaRPr sz="1250" u="none" cap="none" strike="noStrike">
                        <a:latin typeface="Times New Roman"/>
                        <a:ea typeface="Times New Roman"/>
                        <a:cs typeface="Times New Roman"/>
                        <a:sym typeface="Times New Roman"/>
                      </a:endParaRPr>
                    </a:p>
                    <a:p>
                      <a:pPr indent="0" lvl="0" marL="193040" marR="30480" rtl="0" algn="l">
                        <a:lnSpc>
                          <a:spcPct val="1000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Carbide</a:t>
                      </a:r>
                      <a:endParaRPr sz="900" u="none" cap="none" strike="noStrike">
                        <a:latin typeface="Arial"/>
                        <a:ea typeface="Arial"/>
                        <a:cs typeface="Arial"/>
                        <a:sym typeface="Arial"/>
                      </a:endParaRPr>
                    </a:p>
                  </a:txBody>
                  <a:tcPr marT="625"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17780" marR="0" rtl="0" algn="ctr">
                        <a:lnSpc>
                          <a:spcPct val="100000"/>
                        </a:lnSpc>
                        <a:spcBef>
                          <a:spcPts val="5"/>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5 </a:t>
                      </a:r>
                      <a:r>
                        <a:rPr b="0" lang="en-US" sz="900" u="none" cap="none" strike="noStrike">
                          <a:solidFill>
                            <a:srgbClr val="231F20"/>
                          </a:solidFill>
                          <a:latin typeface="Arial"/>
                          <a:ea typeface="Arial"/>
                          <a:cs typeface="Arial"/>
                          <a:sym typeface="Arial"/>
                        </a:rPr>
                        <a:t>%</a:t>
                      </a:r>
                      <a:endParaRPr sz="900" u="none" cap="none" strike="noStrike">
                        <a:latin typeface="Arial"/>
                        <a:ea typeface="Arial"/>
                        <a:cs typeface="Arial"/>
                        <a:sym typeface="Arial"/>
                      </a:endParaRPr>
                    </a:p>
                  </a:txBody>
                  <a:tcPr marT="5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149225" marR="0" rtl="0" algn="l">
                        <a:lnSpc>
                          <a:spcPct val="100000"/>
                        </a:lnSpc>
                        <a:spcBef>
                          <a:spcPts val="0"/>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5.1m</a:t>
                      </a:r>
                      <a:r>
                        <a:rPr b="0" baseline="30000" lang="en-US" sz="1050" u="none" cap="none" strike="noStrike">
                          <a:solidFill>
                            <a:srgbClr val="231F20"/>
                          </a:solidFill>
                          <a:latin typeface="Arial"/>
                          <a:ea typeface="Arial"/>
                          <a:cs typeface="Arial"/>
                          <a:sym typeface="Arial"/>
                        </a:rPr>
                        <a:t>3</a:t>
                      </a:r>
                      <a:endParaRPr baseline="30000" sz="1050" u="none" cap="none" strike="noStrike">
                        <a:latin typeface="Arial"/>
                        <a:ea typeface="Arial"/>
                        <a:cs typeface="Arial"/>
                        <a:sym typeface="Arial"/>
                      </a:endParaRPr>
                    </a:p>
                    <a:p>
                      <a:pPr indent="0" lvl="0" marL="167640" marR="0" rtl="0" algn="l">
                        <a:lnSpc>
                          <a:spcPct val="100000"/>
                        </a:lnSpc>
                        <a:spcBef>
                          <a:spcPts val="70"/>
                        </a:spcBef>
                        <a:spcAft>
                          <a:spcPts val="0"/>
                        </a:spcAft>
                        <a:buClr>
                          <a:srgbClr val="000000"/>
                        </a:buClr>
                        <a:buSzPts val="700"/>
                        <a:buFont typeface="Arial"/>
                        <a:buNone/>
                      </a:pPr>
                      <a:r>
                        <a:rPr b="0" lang="en-US" sz="700" u="none" cap="none" strike="noStrike">
                          <a:solidFill>
                            <a:srgbClr val="231F20"/>
                          </a:solidFill>
                          <a:latin typeface="Arial"/>
                          <a:ea typeface="Arial"/>
                          <a:cs typeface="Arial"/>
                          <a:sym typeface="Arial"/>
                        </a:rPr>
                        <a:t>(5.1ton)</a:t>
                      </a:r>
                      <a:endParaRPr sz="700" u="none" cap="none" strike="noStrike">
                        <a:latin typeface="Arial"/>
                        <a:ea typeface="Arial"/>
                        <a:cs typeface="Arial"/>
                        <a:sym typeface="Arial"/>
                      </a:endParaRPr>
                    </a:p>
                  </a:txBody>
                  <a:tcPr marT="895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107950" marR="639445" rtl="0" algn="l">
                        <a:lnSpc>
                          <a:spcPct val="114599"/>
                        </a:lnSpc>
                        <a:spcBef>
                          <a:spcPts val="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Produce high-calorie powder coal mixed with heavy oil</a:t>
                      </a:r>
                      <a:endParaRPr sz="800" u="none" cap="none" strike="noStrike">
                        <a:latin typeface="Arial"/>
                        <a:ea typeface="Arial"/>
                        <a:cs typeface="Arial"/>
                        <a:sym typeface="Arial"/>
                      </a:endParaRPr>
                    </a:p>
                  </a:txBody>
                  <a:tcPr marT="10350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07950">
                <a:tc gridSpan="2">
                  <a:txBody>
                    <a:bodyPr/>
                    <a:lstStyle/>
                    <a:p>
                      <a:pPr indent="0" lvl="0" marL="0" marR="3048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596900">
                <a:tc gridSpan="2">
                  <a:txBody>
                    <a:bodyPr/>
                    <a:lstStyle/>
                    <a:p>
                      <a:pPr indent="0" lvl="0" marL="0" marR="30480" rtl="0" algn="l">
                        <a:lnSpc>
                          <a:spcPct val="100000"/>
                        </a:lnSpc>
                        <a:spcBef>
                          <a:spcPts val="0"/>
                        </a:spcBef>
                        <a:spcAft>
                          <a:spcPts val="0"/>
                        </a:spcAft>
                        <a:buClr>
                          <a:srgbClr val="000000"/>
                        </a:buClr>
                        <a:buSzPts val="1550"/>
                        <a:buFont typeface="Arial"/>
                        <a:buNone/>
                      </a:pPr>
                      <a:r>
                        <a:t/>
                      </a:r>
                      <a:endParaRPr sz="1550" u="none" cap="none" strike="noStrike">
                        <a:latin typeface="Times New Roman"/>
                        <a:ea typeface="Times New Roman"/>
                        <a:cs typeface="Times New Roman"/>
                        <a:sym typeface="Times New Roman"/>
                      </a:endParaRPr>
                    </a:p>
                    <a:p>
                      <a:pPr indent="0" lvl="0" marL="255270" marR="30480" rtl="0" algn="l">
                        <a:lnSpc>
                          <a:spcPct val="1000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water</a:t>
                      </a:r>
                      <a:endParaRPr sz="900" u="none" cap="none" strike="noStrike">
                        <a:latin typeface="Arial"/>
                        <a:ea typeface="Arial"/>
                        <a:cs typeface="Arial"/>
                        <a:sym typeface="Arial"/>
                      </a:endParaRPr>
                    </a:p>
                  </a:txBody>
                  <a:tcPr marT="1275"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1350"/>
                        <a:buFont typeface="Arial"/>
                        <a:buNone/>
                      </a:pPr>
                      <a:r>
                        <a:t/>
                      </a:r>
                      <a:endParaRPr sz="1350" u="none" cap="none" strike="noStrike">
                        <a:latin typeface="Times New Roman"/>
                        <a:ea typeface="Times New Roman"/>
                        <a:cs typeface="Times New Roman"/>
                        <a:sym typeface="Times New Roman"/>
                      </a:endParaRPr>
                    </a:p>
                    <a:p>
                      <a:pPr indent="0" lvl="0" marL="17780" marR="0" rtl="0" algn="ctr">
                        <a:lnSpc>
                          <a:spcPct val="100000"/>
                        </a:lnSpc>
                        <a:spcBef>
                          <a:spcPts val="5"/>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5 </a:t>
                      </a:r>
                      <a:r>
                        <a:rPr b="0" lang="en-US" sz="900" u="none" cap="none" strike="noStrike">
                          <a:solidFill>
                            <a:srgbClr val="231F20"/>
                          </a:solidFill>
                          <a:latin typeface="Arial"/>
                          <a:ea typeface="Arial"/>
                          <a:cs typeface="Arial"/>
                          <a:sym typeface="Arial"/>
                        </a:rPr>
                        <a:t>%</a:t>
                      </a:r>
                      <a:endParaRPr sz="900" u="none" cap="none" strike="noStrike">
                        <a:latin typeface="Arial"/>
                        <a:ea typeface="Arial"/>
                        <a:cs typeface="Arial"/>
                        <a:sym typeface="Arial"/>
                      </a:endParaRPr>
                    </a:p>
                  </a:txBody>
                  <a:tcPr marT="635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5,100ℓ</a:t>
                      </a:r>
                      <a:endParaRPr sz="1200" u="none" cap="none" strike="noStrike">
                        <a:latin typeface="Arial"/>
                        <a:ea typeface="Arial"/>
                        <a:cs typeface="Arial"/>
                        <a:sym typeface="Arial"/>
                      </a:endParaRPr>
                    </a:p>
                    <a:p>
                      <a:pPr indent="0" lvl="0" marL="0" marR="0" rtl="0" algn="ctr">
                        <a:lnSpc>
                          <a:spcPct val="100000"/>
                        </a:lnSpc>
                        <a:spcBef>
                          <a:spcPts val="70"/>
                        </a:spcBef>
                        <a:spcAft>
                          <a:spcPts val="0"/>
                        </a:spcAft>
                        <a:buClr>
                          <a:srgbClr val="000000"/>
                        </a:buClr>
                        <a:buSzPts val="700"/>
                        <a:buFont typeface="Arial"/>
                        <a:buNone/>
                      </a:pPr>
                      <a:r>
                        <a:rPr b="0" lang="en-US" sz="700" u="none" cap="none" strike="noStrike">
                          <a:solidFill>
                            <a:srgbClr val="231F20"/>
                          </a:solidFill>
                          <a:latin typeface="Arial"/>
                          <a:ea typeface="Arial"/>
                          <a:cs typeface="Arial"/>
                          <a:sym typeface="Arial"/>
                        </a:rPr>
                        <a:t>(5.1ton)</a:t>
                      </a:r>
                      <a:endParaRPr sz="700" u="none" cap="none" strike="noStrike">
                        <a:latin typeface="Arial"/>
                        <a:ea typeface="Arial"/>
                        <a:cs typeface="Arial"/>
                        <a:sym typeface="Arial"/>
                      </a:endParaRPr>
                    </a:p>
                  </a:txBody>
                  <a:tcPr marT="13397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Reuse in steam boiler.</a:t>
                      </a:r>
                      <a:endParaRPr sz="800" u="none" cap="none" strike="noStrike">
                        <a:latin typeface="Arial"/>
                        <a:ea typeface="Arial"/>
                        <a:cs typeface="Arial"/>
                        <a:sym typeface="Arial"/>
                      </a:endParaRPr>
                    </a:p>
                    <a:p>
                      <a:pPr indent="0" lvl="0" marL="71755" marR="791210" rtl="0" algn="l">
                        <a:lnSpc>
                          <a:spcPct val="114599"/>
                        </a:lnSpc>
                        <a:spcBef>
                          <a:spcPts val="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Residual water is utilized as in house water or drain to sewage.</a:t>
                      </a:r>
                      <a:endParaRPr sz="800" u="none" cap="none" strike="noStrike">
                        <a:latin typeface="Arial"/>
                        <a:ea typeface="Arial"/>
                        <a:cs typeface="Arial"/>
                        <a:sym typeface="Arial"/>
                      </a:endParaRPr>
                    </a:p>
                  </a:txBody>
                  <a:tcPr marT="95875"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107950">
                <a:tc gridSpan="2">
                  <a:txBody>
                    <a:bodyPr/>
                    <a:lstStyle/>
                    <a:p>
                      <a:pPr indent="0" lvl="0" marL="0" marR="3048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508000">
                <a:tc gridSpan="2">
                  <a:txBody>
                    <a:bodyPr/>
                    <a:lstStyle/>
                    <a:p>
                      <a:pPr indent="12700" lvl="0" marL="91440" marR="138430" rtl="0" algn="l">
                        <a:lnSpc>
                          <a:spcPct val="1111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Metals and glasses etc.</a:t>
                      </a:r>
                      <a:endParaRPr sz="900" u="none" cap="none" strike="noStrike">
                        <a:latin typeface="Arial"/>
                        <a:ea typeface="Arial"/>
                        <a:cs typeface="Arial"/>
                        <a:sym typeface="Arial"/>
                      </a:endParaRPr>
                    </a:p>
                  </a:txBody>
                  <a:tcPr marT="91450" marB="0" marR="0" marL="0">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17780" marR="0" rtl="0" algn="ctr">
                        <a:lnSpc>
                          <a:spcPct val="100000"/>
                        </a:lnSpc>
                        <a:spcBef>
                          <a:spcPts val="5"/>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2 </a:t>
                      </a:r>
                      <a:r>
                        <a:rPr b="0" lang="en-US" sz="900" u="none" cap="none" strike="noStrike">
                          <a:solidFill>
                            <a:srgbClr val="231F20"/>
                          </a:solidFill>
                          <a:latin typeface="Arial"/>
                          <a:ea typeface="Arial"/>
                          <a:cs typeface="Arial"/>
                          <a:sym typeface="Arial"/>
                        </a:rPr>
                        <a:t>%</a:t>
                      </a:r>
                      <a:endParaRPr sz="900" u="none" cap="none" strike="noStrike">
                        <a:latin typeface="Arial"/>
                        <a:ea typeface="Arial"/>
                        <a:cs typeface="Arial"/>
                        <a:sym typeface="Arial"/>
                      </a:endParaRPr>
                    </a:p>
                  </a:txBody>
                  <a:tcPr marT="5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106045" marR="0" rtl="0" algn="l">
                        <a:lnSpc>
                          <a:spcPct val="100000"/>
                        </a:lnSpc>
                        <a:spcBef>
                          <a:spcPts val="0"/>
                        </a:spcBef>
                        <a:spcAft>
                          <a:spcPts val="0"/>
                        </a:spcAft>
                        <a:buClr>
                          <a:srgbClr val="000000"/>
                        </a:buClr>
                        <a:buSzPts val="1200"/>
                        <a:buFont typeface="Arial"/>
                        <a:buNone/>
                      </a:pPr>
                      <a:r>
                        <a:rPr b="0" lang="en-US" sz="1200" u="none" cap="none" strike="noStrike">
                          <a:solidFill>
                            <a:srgbClr val="231F20"/>
                          </a:solidFill>
                          <a:latin typeface="Arial"/>
                          <a:ea typeface="Arial"/>
                          <a:cs typeface="Arial"/>
                          <a:sym typeface="Arial"/>
                        </a:rPr>
                        <a:t>2.04m</a:t>
                      </a:r>
                      <a:r>
                        <a:rPr b="0" baseline="30000" lang="en-US" sz="1050" u="none" cap="none" strike="noStrike">
                          <a:solidFill>
                            <a:srgbClr val="231F20"/>
                          </a:solidFill>
                          <a:latin typeface="Arial"/>
                          <a:ea typeface="Arial"/>
                          <a:cs typeface="Arial"/>
                          <a:sym typeface="Arial"/>
                        </a:rPr>
                        <a:t>3</a:t>
                      </a:r>
                      <a:endParaRPr baseline="30000" sz="1050" u="none" cap="none" strike="noStrike">
                        <a:latin typeface="Arial"/>
                        <a:ea typeface="Arial"/>
                        <a:cs typeface="Arial"/>
                        <a:sym typeface="Arial"/>
                      </a:endParaRPr>
                    </a:p>
                    <a:p>
                      <a:pPr indent="0" lvl="0" marL="139700" marR="0" rtl="0" algn="l">
                        <a:lnSpc>
                          <a:spcPct val="100000"/>
                        </a:lnSpc>
                        <a:spcBef>
                          <a:spcPts val="70"/>
                        </a:spcBef>
                        <a:spcAft>
                          <a:spcPts val="0"/>
                        </a:spcAft>
                        <a:buClr>
                          <a:srgbClr val="000000"/>
                        </a:buClr>
                        <a:buSzPts val="700"/>
                        <a:buFont typeface="Arial"/>
                        <a:buNone/>
                      </a:pPr>
                      <a:r>
                        <a:rPr b="0" lang="en-US" sz="700" u="none" cap="none" strike="noStrike">
                          <a:solidFill>
                            <a:srgbClr val="231F20"/>
                          </a:solidFill>
                          <a:latin typeface="Arial"/>
                          <a:ea typeface="Arial"/>
                          <a:cs typeface="Arial"/>
                          <a:sym typeface="Arial"/>
                        </a:rPr>
                        <a:t>(2.04ton)</a:t>
                      </a:r>
                      <a:endParaRPr sz="700" u="none" cap="none" strike="noStrike">
                        <a:latin typeface="Arial"/>
                        <a:ea typeface="Arial"/>
                        <a:cs typeface="Arial"/>
                        <a:sym typeface="Arial"/>
                      </a:endParaRPr>
                    </a:p>
                  </a:txBody>
                  <a:tcPr marT="895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71755" marR="492125" rtl="0" algn="l">
                        <a:lnSpc>
                          <a:spcPct val="135400"/>
                        </a:lnSpc>
                        <a:spcBef>
                          <a:spcPts val="0"/>
                        </a:spcBef>
                        <a:spcAft>
                          <a:spcPts val="0"/>
                        </a:spcAft>
                        <a:buClr>
                          <a:srgbClr val="000000"/>
                        </a:buClr>
                        <a:buSzPts val="800"/>
                        <a:buFont typeface="Arial"/>
                        <a:buNone/>
                      </a:pPr>
                      <a:r>
                        <a:rPr b="0" lang="en-US" sz="800" u="none" cap="none" strike="noStrike">
                          <a:solidFill>
                            <a:srgbClr val="231F20"/>
                          </a:solidFill>
                          <a:latin typeface="Arial"/>
                          <a:ea typeface="Arial"/>
                          <a:cs typeface="Arial"/>
                          <a:sym typeface="Arial"/>
                        </a:rPr>
                        <a:t>Metals and glasses = Recycled resources Debris sand, stone = Reclamation at site</a:t>
                      </a:r>
                      <a:endParaRPr sz="800" u="none" cap="none" strike="noStrike">
                        <a:latin typeface="Arial"/>
                        <a:ea typeface="Arial"/>
                        <a:cs typeface="Arial"/>
                        <a:sym typeface="Arial"/>
                      </a:endParaRPr>
                    </a:p>
                  </a:txBody>
                  <a:tcPr marT="65400" marB="0" marR="0" marL="0">
                    <a:lnL cap="flat" cmpd="sng" w="38100">
                      <a:solidFill>
                        <a:srgbClr val="FFFFFF"/>
                      </a:solidFill>
                      <a:prstDash val="solid"/>
                      <a:round/>
                      <a:headEnd len="sm" w="sm" type="none"/>
                      <a:tailEnd len="sm" w="sm" type="none"/>
                    </a:lnL>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bl>
          </a:graphicData>
        </a:graphic>
      </p:graphicFrame>
      <p:sp>
        <p:nvSpPr>
          <p:cNvPr id="2078" name="Google Shape;2078;p16"/>
          <p:cNvSpPr txBox="1"/>
          <p:nvPr/>
        </p:nvSpPr>
        <p:spPr>
          <a:xfrm rot="-5400000">
            <a:off x="5503885" y="2367472"/>
            <a:ext cx="99695" cy="163195"/>
          </a:xfrm>
          <a:prstGeom prst="rect">
            <a:avLst/>
          </a:prstGeom>
          <a:noFill/>
          <a:ln>
            <a:noFill/>
          </a:ln>
        </p:spPr>
        <p:txBody>
          <a:bodyPr anchorCtr="0" anchor="t" bIns="0" lIns="0" spcFirstLastPara="1" rIns="0" wrap="square" tIns="29825">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i l</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82" name="Shape 2082"/>
        <p:cNvGrpSpPr/>
        <p:nvPr/>
      </p:nvGrpSpPr>
      <p:grpSpPr>
        <a:xfrm>
          <a:off x="0" y="0"/>
          <a:ext cx="0" cy="0"/>
          <a:chOff x="0" y="0"/>
          <a:chExt cx="0" cy="0"/>
        </a:xfrm>
      </p:grpSpPr>
      <p:grpSp>
        <p:nvGrpSpPr>
          <p:cNvPr id="2083" name="Google Shape;2083;p17"/>
          <p:cNvGrpSpPr/>
          <p:nvPr/>
        </p:nvGrpSpPr>
        <p:grpSpPr>
          <a:xfrm>
            <a:off x="1577417" y="1514622"/>
            <a:ext cx="8482535" cy="4028519"/>
            <a:chOff x="1577417" y="1514622"/>
            <a:chExt cx="8482535" cy="4028519"/>
          </a:xfrm>
        </p:grpSpPr>
        <p:pic>
          <p:nvPicPr>
            <p:cNvPr id="2084" name="Google Shape;2084;p17"/>
            <p:cNvPicPr preferRelativeResize="0"/>
            <p:nvPr/>
          </p:nvPicPr>
          <p:blipFill rotWithShape="1">
            <a:blip r:embed="rId3">
              <a:alphaModFix/>
            </a:blip>
            <a:srcRect b="0" l="0" r="0" t="0"/>
            <a:stretch/>
          </p:blipFill>
          <p:spPr>
            <a:xfrm>
              <a:off x="1577417" y="1514622"/>
              <a:ext cx="8482535" cy="3948431"/>
            </a:xfrm>
            <a:prstGeom prst="rect">
              <a:avLst/>
            </a:prstGeom>
            <a:noFill/>
            <a:ln>
              <a:noFill/>
            </a:ln>
          </p:spPr>
        </p:pic>
        <p:sp>
          <p:nvSpPr>
            <p:cNvPr id="2085" name="Google Shape;2085;p17"/>
            <p:cNvSpPr/>
            <p:nvPr/>
          </p:nvSpPr>
          <p:spPr>
            <a:xfrm>
              <a:off x="1622722" y="3572102"/>
              <a:ext cx="1761489" cy="1971039"/>
            </a:xfrm>
            <a:custGeom>
              <a:rect b="b" l="l" r="r" t="t"/>
              <a:pathLst>
                <a:path extrusionOk="0" h="1971039" w="1761489">
                  <a:moveTo>
                    <a:pt x="1761299" y="0"/>
                  </a:moveTo>
                  <a:lnTo>
                    <a:pt x="0" y="0"/>
                  </a:lnTo>
                  <a:lnTo>
                    <a:pt x="4495" y="901"/>
                  </a:lnTo>
                  <a:lnTo>
                    <a:pt x="4495" y="319582"/>
                  </a:lnTo>
                  <a:lnTo>
                    <a:pt x="797394" y="319582"/>
                  </a:lnTo>
                  <a:lnTo>
                    <a:pt x="806386" y="1970506"/>
                  </a:lnTo>
                  <a:lnTo>
                    <a:pt x="1294485" y="1970506"/>
                  </a:lnTo>
                  <a:lnTo>
                    <a:pt x="1285481" y="319582"/>
                  </a:lnTo>
                  <a:lnTo>
                    <a:pt x="1761299" y="319582"/>
                  </a:lnTo>
                  <a:lnTo>
                    <a:pt x="1761299" y="0"/>
                  </a:lnTo>
                  <a:close/>
                </a:path>
              </a:pathLst>
            </a:custGeom>
            <a:solidFill>
              <a:srgbClr val="FFF1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86" name="Google Shape;2086;p17"/>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2087" name="Google Shape;2087;p17"/>
          <p:cNvGrpSpPr/>
          <p:nvPr/>
        </p:nvGrpSpPr>
        <p:grpSpPr>
          <a:xfrm>
            <a:off x="9273599" y="180301"/>
            <a:ext cx="1238885" cy="114904"/>
            <a:chOff x="9273599" y="180301"/>
            <a:chExt cx="1238885" cy="114904"/>
          </a:xfrm>
        </p:grpSpPr>
        <p:sp>
          <p:nvSpPr>
            <p:cNvPr id="2088" name="Google Shape;2088;p17"/>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89" name="Google Shape;2089;p17"/>
            <p:cNvPicPr preferRelativeResize="0"/>
            <p:nvPr/>
          </p:nvPicPr>
          <p:blipFill rotWithShape="1">
            <a:blip r:embed="rId4">
              <a:alphaModFix/>
            </a:blip>
            <a:srcRect b="0" l="0" r="0" t="0"/>
            <a:stretch/>
          </p:blipFill>
          <p:spPr>
            <a:xfrm>
              <a:off x="9305594" y="180305"/>
              <a:ext cx="97408" cy="81000"/>
            </a:xfrm>
            <a:prstGeom prst="rect">
              <a:avLst/>
            </a:prstGeom>
            <a:noFill/>
            <a:ln>
              <a:noFill/>
            </a:ln>
          </p:spPr>
        </p:pic>
        <p:sp>
          <p:nvSpPr>
            <p:cNvPr id="2090" name="Google Shape;2090;p17"/>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91" name="Google Shape;2091;p17"/>
            <p:cNvPicPr preferRelativeResize="0"/>
            <p:nvPr/>
          </p:nvPicPr>
          <p:blipFill rotWithShape="1">
            <a:blip r:embed="rId5">
              <a:alphaModFix/>
            </a:blip>
            <a:srcRect b="0" l="0" r="0" t="0"/>
            <a:stretch/>
          </p:blipFill>
          <p:spPr>
            <a:xfrm>
              <a:off x="9474179" y="180305"/>
              <a:ext cx="95719" cy="81000"/>
            </a:xfrm>
            <a:prstGeom prst="rect">
              <a:avLst/>
            </a:prstGeom>
            <a:noFill/>
            <a:ln>
              <a:noFill/>
            </a:ln>
          </p:spPr>
        </p:pic>
      </p:grpSp>
      <p:grpSp>
        <p:nvGrpSpPr>
          <p:cNvPr id="2092" name="Google Shape;2092;p17"/>
          <p:cNvGrpSpPr/>
          <p:nvPr/>
        </p:nvGrpSpPr>
        <p:grpSpPr>
          <a:xfrm>
            <a:off x="8639998" y="180300"/>
            <a:ext cx="573311" cy="81280"/>
            <a:chOff x="8639998" y="180300"/>
            <a:chExt cx="573311" cy="81280"/>
          </a:xfrm>
        </p:grpSpPr>
        <p:pic>
          <p:nvPicPr>
            <p:cNvPr id="2093" name="Google Shape;2093;p17"/>
            <p:cNvPicPr preferRelativeResize="0"/>
            <p:nvPr/>
          </p:nvPicPr>
          <p:blipFill rotWithShape="1">
            <a:blip r:embed="rId6">
              <a:alphaModFix/>
            </a:blip>
            <a:srcRect b="0" l="0" r="0" t="0"/>
            <a:stretch/>
          </p:blipFill>
          <p:spPr>
            <a:xfrm>
              <a:off x="8760571" y="180305"/>
              <a:ext cx="97396" cy="81000"/>
            </a:xfrm>
            <a:prstGeom prst="rect">
              <a:avLst/>
            </a:prstGeom>
            <a:noFill/>
            <a:ln>
              <a:noFill/>
            </a:ln>
          </p:spPr>
        </p:pic>
        <p:pic>
          <p:nvPicPr>
            <p:cNvPr id="2094" name="Google Shape;2094;p17"/>
            <p:cNvPicPr preferRelativeResize="0"/>
            <p:nvPr/>
          </p:nvPicPr>
          <p:blipFill rotWithShape="1">
            <a:blip r:embed="rId7">
              <a:alphaModFix/>
            </a:blip>
            <a:srcRect b="0" l="0" r="0" t="0"/>
            <a:stretch/>
          </p:blipFill>
          <p:spPr>
            <a:xfrm>
              <a:off x="8880355" y="180305"/>
              <a:ext cx="216256" cy="81000"/>
            </a:xfrm>
            <a:prstGeom prst="rect">
              <a:avLst/>
            </a:prstGeom>
            <a:noFill/>
            <a:ln>
              <a:noFill/>
            </a:ln>
          </p:spPr>
        </p:pic>
        <p:pic>
          <p:nvPicPr>
            <p:cNvPr id="2095" name="Google Shape;2095;p17"/>
            <p:cNvPicPr preferRelativeResize="0"/>
            <p:nvPr/>
          </p:nvPicPr>
          <p:blipFill rotWithShape="1">
            <a:blip r:embed="rId8">
              <a:alphaModFix/>
            </a:blip>
            <a:srcRect b="0" l="0" r="0" t="0"/>
            <a:stretch/>
          </p:blipFill>
          <p:spPr>
            <a:xfrm>
              <a:off x="9118352" y="180305"/>
              <a:ext cx="94957" cy="81000"/>
            </a:xfrm>
            <a:prstGeom prst="rect">
              <a:avLst/>
            </a:prstGeom>
            <a:noFill/>
            <a:ln>
              <a:noFill/>
            </a:ln>
          </p:spPr>
        </p:pic>
        <p:sp>
          <p:nvSpPr>
            <p:cNvPr id="2096" name="Google Shape;2096;p17"/>
            <p:cNvSpPr/>
            <p:nvPr/>
          </p:nvSpPr>
          <p:spPr>
            <a:xfrm>
              <a:off x="8639998"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97" name="Google Shape;2097;p17"/>
            <p:cNvPicPr preferRelativeResize="0"/>
            <p:nvPr/>
          </p:nvPicPr>
          <p:blipFill rotWithShape="1">
            <a:blip r:embed="rId9">
              <a:alphaModFix/>
            </a:blip>
            <a:srcRect b="0" l="0" r="0" t="0"/>
            <a:stretch/>
          </p:blipFill>
          <p:spPr>
            <a:xfrm>
              <a:off x="8640927" y="181229"/>
              <a:ext cx="18338" cy="36207"/>
            </a:xfrm>
            <a:prstGeom prst="rect">
              <a:avLst/>
            </a:prstGeom>
            <a:noFill/>
            <a:ln>
              <a:noFill/>
            </a:ln>
          </p:spPr>
        </p:pic>
        <p:sp>
          <p:nvSpPr>
            <p:cNvPr id="2098" name="Google Shape;2098;p17"/>
            <p:cNvSpPr/>
            <p:nvPr/>
          </p:nvSpPr>
          <p:spPr>
            <a:xfrm>
              <a:off x="8639998"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99" name="Google Shape;2099;p17"/>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17</a:t>
            </a:r>
            <a:endParaRPr b="0" i="0" sz="600" u="none" cap="none" strike="noStrike">
              <a:solidFill>
                <a:srgbClr val="000000"/>
              </a:solidFill>
              <a:latin typeface="Arial"/>
              <a:ea typeface="Arial"/>
              <a:cs typeface="Arial"/>
              <a:sym typeface="Arial"/>
            </a:endParaRPr>
          </a:p>
        </p:txBody>
      </p:sp>
      <p:graphicFrame>
        <p:nvGraphicFramePr>
          <p:cNvPr id="2100" name="Google Shape;2100;p17"/>
          <p:cNvGraphicFramePr/>
          <p:nvPr/>
        </p:nvGraphicFramePr>
        <p:xfrm>
          <a:off x="685802" y="3567600"/>
          <a:ext cx="3000000" cy="3000000"/>
        </p:xfrm>
        <a:graphic>
          <a:graphicData uri="http://schemas.openxmlformats.org/drawingml/2006/table">
            <a:tbl>
              <a:tblPr bandRow="1" firstRow="1">
                <a:noFill/>
                <a:tableStyleId>{3AFF3F20-5BB9-4406-8C45-891CA37ACD5E}</a:tableStyleId>
              </a:tblPr>
              <a:tblGrid>
                <a:gridCol w="150500"/>
                <a:gridCol w="788675"/>
                <a:gridCol w="227975"/>
                <a:gridCol w="555625"/>
                <a:gridCol w="511175"/>
                <a:gridCol w="458475"/>
                <a:gridCol w="94625"/>
                <a:gridCol w="539750"/>
              </a:tblGrid>
              <a:tr h="319400">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R cap="flat" cmpd="sng" w="9525">
                      <a:solidFill>
                        <a:srgbClr val="950D11"/>
                      </a:solidFill>
                      <a:prstDash val="solid"/>
                      <a:round/>
                      <a:headEnd len="sm" w="sm" type="none"/>
                      <a:tailEnd len="sm" w="sm" type="none"/>
                    </a:lnR>
                  </a:tcPr>
                </a:tc>
                <a:tc hMerge="1"/>
                <a:tc gridSpan="4">
                  <a:txBody>
                    <a:bodyPr/>
                    <a:lstStyle/>
                    <a:p>
                      <a:pPr indent="-125730" lvl="0" marL="481965" marR="349250" rtl="0" algn="l">
                        <a:lnSpc>
                          <a:spcPct val="100000"/>
                        </a:lnSpc>
                        <a:spcBef>
                          <a:spcPts val="0"/>
                        </a:spcBef>
                        <a:spcAft>
                          <a:spcPts val="0"/>
                        </a:spcAft>
                        <a:buClr>
                          <a:srgbClr val="000000"/>
                        </a:buClr>
                        <a:buSzPts val="900"/>
                        <a:buFont typeface="Arial"/>
                        <a:buNone/>
                      </a:pPr>
                      <a:r>
                        <a:rPr b="0" lang="en-US" sz="900" u="none" cap="none" strike="noStrike">
                          <a:solidFill>
                            <a:srgbClr val="231F20"/>
                          </a:solidFill>
                          <a:latin typeface="Arial"/>
                          <a:ea typeface="Arial"/>
                          <a:cs typeface="Arial"/>
                          <a:sym typeface="Arial"/>
                        </a:rPr>
                        <a:t>D ie s e l ( g a s ) oi l c om p on e n t</a:t>
                      </a:r>
                      <a:endParaRPr sz="900" u="none" cap="none" strike="noStrike">
                        <a:latin typeface="Arial"/>
                        <a:ea typeface="Arial"/>
                        <a:cs typeface="Arial"/>
                        <a:sym typeface="Arial"/>
                      </a:endParaRPr>
                    </a:p>
                  </a:txBody>
                  <a:tcPr marT="45725" marB="0" marR="0" marL="0">
                    <a:lnL cap="flat" cmpd="sng" w="9525">
                      <a:solidFill>
                        <a:srgbClr val="950D11"/>
                      </a:solidFill>
                      <a:prstDash val="solid"/>
                      <a:round/>
                      <a:headEnd len="sm" w="sm" type="none"/>
                      <a:tailEnd len="sm" w="sm" type="none"/>
                    </a:lnL>
                    <a:lnR cap="flat" cmpd="sng" w="9525">
                      <a:solidFill>
                        <a:srgbClr val="950D11"/>
                      </a:solidFill>
                      <a:prstDash val="solid"/>
                      <a:round/>
                      <a:headEnd len="sm" w="sm" type="none"/>
                      <a:tailEnd len="sm" w="sm" type="none"/>
                    </a:lnR>
                    <a:lnT cap="flat" cmpd="sng" w="9525">
                      <a:solidFill>
                        <a:srgbClr val="950D11"/>
                      </a:solidFill>
                      <a:prstDash val="solid"/>
                      <a:round/>
                      <a:headEnd len="sm" w="sm" type="none"/>
                      <a:tailEnd len="sm" w="sm" type="none"/>
                    </a:lnT>
                  </a:tcPr>
                </a:tc>
                <a:tc hMerge="1"/>
                <a:tc hMerge="1"/>
                <a:tc hMerge="1"/>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950D11"/>
                      </a:solidFill>
                      <a:prstDash val="solid"/>
                      <a:round/>
                      <a:headEnd len="sm" w="sm" type="none"/>
                      <a:tailEnd len="sm" w="sm" type="none"/>
                    </a:lnL>
                  </a:tcPr>
                </a:tc>
                <a:tc hMerge="1"/>
              </a:tr>
              <a:tr h="119375">
                <a:tc gridSpan="4">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Times New Roman"/>
                        <a:ea typeface="Times New Roman"/>
                        <a:cs typeface="Times New Roman"/>
                        <a:sym typeface="Times New Roman"/>
                      </a:endParaRPr>
                    </a:p>
                  </a:txBody>
                  <a:tcPr marT="0" marB="0" marR="0" marL="0">
                    <a:lnR cap="flat" cmpd="sng" w="19050">
                      <a:solidFill>
                        <a:srgbClr val="950D11"/>
                      </a:solidFill>
                      <a:prstDash val="solid"/>
                      <a:round/>
                      <a:headEnd len="sm" w="sm" type="none"/>
                      <a:tailEnd len="sm" w="sm" type="none"/>
                    </a:lnR>
                    <a:lnB cap="flat" cmpd="sng" w="9525">
                      <a:solidFill>
                        <a:srgbClr val="231F20"/>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950D11"/>
                      </a:solidFill>
                      <a:prstDash val="solid"/>
                      <a:round/>
                      <a:headEnd len="sm" w="sm" type="none"/>
                      <a:tailEnd len="sm" w="sm" type="none"/>
                    </a:lnT>
                    <a:lnB cap="flat" cmpd="sng" w="9525">
                      <a:solidFill>
                        <a:srgbClr val="231F20"/>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B cap="flat" cmpd="sng" w="9525">
                      <a:solidFill>
                        <a:srgbClr val="231F20"/>
                      </a:solidFill>
                      <a:prstDash val="solid"/>
                      <a:round/>
                      <a:headEnd len="sm" w="sm" type="none"/>
                      <a:tailEnd len="sm" w="sm" type="none"/>
                    </a:lnB>
                  </a:tcPr>
                </a:tc>
                <a:tc hMerge="1"/>
                <a:tc hMerge="1"/>
              </a:tr>
              <a:tr h="300350">
                <a:tc gridSpan="3">
                  <a:txBody>
                    <a:bodyPr/>
                    <a:lstStyle/>
                    <a:p>
                      <a:pPr indent="0" lvl="0" marL="0" marR="0" rtl="0" algn="ctr">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Diesel(gas) oil component</a:t>
                      </a:r>
                      <a:endParaRPr sz="700" u="none" cap="none" strike="noStrike">
                        <a:latin typeface="Arial"/>
                        <a:ea typeface="Arial"/>
                        <a:cs typeface="Arial"/>
                        <a:sym typeface="Arial"/>
                      </a:endParaRPr>
                    </a:p>
                    <a:p>
                      <a:pPr indent="0" lvl="0" marL="0" marR="0" rtl="0" algn="ctr">
                        <a:lnSpc>
                          <a:spcPct val="100000"/>
                        </a:lnSpc>
                        <a:spcBef>
                          <a:spcPts val="270"/>
                        </a:spcBef>
                        <a:spcAft>
                          <a:spcPts val="0"/>
                        </a:spcAft>
                        <a:buClr>
                          <a:srgbClr val="000000"/>
                        </a:buClr>
                        <a:buSzPts val="600"/>
                        <a:buFont typeface="Arial"/>
                        <a:buNone/>
                      </a:pPr>
                      <a:r>
                        <a:rPr lang="en-US" sz="600" u="none" cap="none" strike="noStrike">
                          <a:solidFill>
                            <a:srgbClr val="231F20"/>
                          </a:solidFill>
                          <a:latin typeface="Arial"/>
                          <a:ea typeface="Arial"/>
                          <a:cs typeface="Arial"/>
                          <a:sym typeface="Arial"/>
                        </a:rPr>
                        <a:t>(Flashpoint range)</a:t>
                      </a:r>
                      <a:endParaRPr sz="600" u="none" cap="none" strike="noStrike">
                        <a:latin typeface="Arial"/>
                        <a:ea typeface="Arial"/>
                        <a:cs typeface="Arial"/>
                        <a:sym typeface="Arial"/>
                      </a:endParaRPr>
                    </a:p>
                  </a:txBody>
                  <a:tcPr marT="317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hMerge="1"/>
                <a:tc>
                  <a:txBody>
                    <a:bodyPr/>
                    <a:lstStyle/>
                    <a:p>
                      <a:pPr indent="0" lvl="0" marL="0" marR="6985"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1st.</a:t>
                      </a:r>
                      <a:endParaRPr sz="800" u="none" cap="none" strike="noStrike">
                        <a:latin typeface="Arial"/>
                        <a:ea typeface="Arial"/>
                        <a:cs typeface="Arial"/>
                        <a:sym typeface="Arial"/>
                      </a:endParaRPr>
                    </a:p>
                    <a:p>
                      <a:pPr indent="0" lvl="0" marL="0" marR="6985" rtl="0" algn="ctr">
                        <a:lnSpc>
                          <a:spcPct val="100000"/>
                        </a:lnSpc>
                        <a:spcBef>
                          <a:spcPts val="155"/>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21°</a:t>
                      </a:r>
                      <a:r>
                        <a:rPr baseline="30000" lang="en-US" sz="900" u="none" cap="none" strike="noStrike">
                          <a:solidFill>
                            <a:srgbClr val="231F20"/>
                          </a:solidFill>
                          <a:latin typeface="Arial"/>
                          <a:ea typeface="Arial"/>
                          <a:cs typeface="Arial"/>
                          <a:sym typeface="Arial"/>
                        </a:rPr>
                        <a:t>under</a:t>
                      </a:r>
                      <a:endParaRPr baseline="30000" sz="900" u="none" cap="none" strike="noStrike">
                        <a:latin typeface="Arial"/>
                        <a:ea typeface="Arial"/>
                        <a:cs typeface="Arial"/>
                        <a:sym typeface="Arial"/>
                      </a:endParaRPr>
                    </a:p>
                  </a:txBody>
                  <a:tcPr marT="23500" marB="0" marR="0" marL="0">
                    <a:lnL cap="flat" cmpd="sng" w="9525">
                      <a:solidFill>
                        <a:srgbClr val="231F20"/>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15557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2nd.</a:t>
                      </a:r>
                      <a:endParaRPr sz="800" u="none" cap="none" strike="noStrike">
                        <a:latin typeface="Arial"/>
                        <a:ea typeface="Arial"/>
                        <a:cs typeface="Arial"/>
                        <a:sym typeface="Arial"/>
                      </a:endParaRPr>
                    </a:p>
                    <a:p>
                      <a:pPr indent="0" lvl="0" marL="120014" marR="0" rtl="0" algn="l">
                        <a:lnSpc>
                          <a:spcPct val="100000"/>
                        </a:lnSpc>
                        <a:spcBef>
                          <a:spcPts val="155"/>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21-70°</a:t>
                      </a:r>
                      <a:endParaRPr sz="700" u="none" cap="none" strike="noStrike">
                        <a:latin typeface="Arial"/>
                        <a:ea typeface="Arial"/>
                        <a:cs typeface="Arial"/>
                        <a:sym typeface="Arial"/>
                      </a:endParaRPr>
                    </a:p>
                  </a:txBody>
                  <a:tcPr marT="2350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gridSpan="2">
                  <a:txBody>
                    <a:bodyPr/>
                    <a:lstStyle/>
                    <a:p>
                      <a:pPr indent="0" lvl="0" marL="19748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3rd.</a:t>
                      </a:r>
                      <a:endParaRPr sz="800" u="none" cap="none" strike="noStrike">
                        <a:latin typeface="Arial"/>
                        <a:ea typeface="Arial"/>
                        <a:cs typeface="Arial"/>
                        <a:sym typeface="Arial"/>
                      </a:endParaRPr>
                    </a:p>
                    <a:p>
                      <a:pPr indent="0" lvl="0" marL="144780" marR="0" rtl="0" algn="l">
                        <a:lnSpc>
                          <a:spcPct val="100000"/>
                        </a:lnSpc>
                        <a:spcBef>
                          <a:spcPts val="105"/>
                        </a:spcBef>
                        <a:spcAft>
                          <a:spcPts val="0"/>
                        </a:spcAft>
                        <a:buClr>
                          <a:srgbClr val="000000"/>
                        </a:buClr>
                        <a:buSzPts val="900"/>
                        <a:buFont typeface="Arial"/>
                        <a:buNone/>
                      </a:pPr>
                      <a:r>
                        <a:rPr baseline="30000" lang="en-US" sz="900" u="none" cap="none" strike="noStrike">
                          <a:solidFill>
                            <a:srgbClr val="231F20"/>
                          </a:solidFill>
                          <a:latin typeface="Arial"/>
                          <a:ea typeface="Arial"/>
                          <a:cs typeface="Arial"/>
                          <a:sym typeface="Arial"/>
                        </a:rPr>
                        <a:t>70-200</a:t>
                      </a:r>
                      <a:r>
                        <a:rPr lang="en-US" sz="700" u="none" cap="none" strike="noStrike">
                          <a:solidFill>
                            <a:srgbClr val="231F20"/>
                          </a:solidFill>
                          <a:latin typeface="Arial"/>
                          <a:ea typeface="Arial"/>
                          <a:cs typeface="Arial"/>
                          <a:sym typeface="Arial"/>
                        </a:rPr>
                        <a:t>°</a:t>
                      </a:r>
                      <a:endParaRPr sz="700" u="none" cap="none" strike="noStrike">
                        <a:latin typeface="Arial"/>
                        <a:ea typeface="Arial"/>
                        <a:cs typeface="Arial"/>
                        <a:sym typeface="Arial"/>
                      </a:endParaRPr>
                    </a:p>
                  </a:txBody>
                  <a:tcPr marT="29850" marB="0" marR="0" marL="0">
                    <a:lnL cap="flat" cmpd="sng" w="19050">
                      <a:solidFill>
                        <a:srgbClr val="950D11"/>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4tj.</a:t>
                      </a:r>
                      <a:endParaRPr sz="800" u="none" cap="none" strike="noStrike">
                        <a:latin typeface="Arial"/>
                        <a:ea typeface="Arial"/>
                        <a:cs typeface="Arial"/>
                        <a:sym typeface="Arial"/>
                      </a:endParaRPr>
                    </a:p>
                    <a:p>
                      <a:pPr indent="0" lvl="0" marL="43815" marR="0" rtl="0" algn="ctr">
                        <a:lnSpc>
                          <a:spcPct val="100000"/>
                        </a:lnSpc>
                        <a:spcBef>
                          <a:spcPts val="105"/>
                        </a:spcBef>
                        <a:spcAft>
                          <a:spcPts val="0"/>
                        </a:spcAft>
                        <a:buClr>
                          <a:srgbClr val="000000"/>
                        </a:buClr>
                        <a:buSzPts val="900"/>
                        <a:buFont typeface="Arial"/>
                        <a:buNone/>
                      </a:pPr>
                      <a:r>
                        <a:rPr baseline="30000" lang="en-US" sz="900" u="none" cap="none" strike="noStrike">
                          <a:solidFill>
                            <a:srgbClr val="231F20"/>
                          </a:solidFill>
                          <a:latin typeface="Arial"/>
                          <a:ea typeface="Arial"/>
                          <a:cs typeface="Arial"/>
                          <a:sym typeface="Arial"/>
                        </a:rPr>
                        <a:t>200-250</a:t>
                      </a:r>
                      <a:r>
                        <a:rPr lang="en-US" sz="700" u="none" cap="none" strike="noStrike">
                          <a:solidFill>
                            <a:srgbClr val="231F20"/>
                          </a:solidFill>
                          <a:latin typeface="Arial"/>
                          <a:ea typeface="Arial"/>
                          <a:cs typeface="Arial"/>
                          <a:sym typeface="Arial"/>
                        </a:rPr>
                        <a:t>°</a:t>
                      </a:r>
                      <a:endParaRPr sz="700" u="none" cap="none" strike="noStrike">
                        <a:latin typeface="Arial"/>
                        <a:ea typeface="Arial"/>
                        <a:cs typeface="Arial"/>
                        <a:sym typeface="Arial"/>
                      </a:endParaRPr>
                    </a:p>
                  </a:txBody>
                  <a:tcPr marT="2985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09550">
                <a:tc>
                  <a:txBody>
                    <a:bodyPr/>
                    <a:lstStyle/>
                    <a:p>
                      <a:pPr indent="0" lvl="0" marL="50165"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1</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Flashpoint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4953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46°</a:t>
                      </a:r>
                      <a:endParaRPr sz="800" u="none" cap="none" strike="noStrike">
                        <a:latin typeface="Arial"/>
                        <a:ea typeface="Arial"/>
                        <a:cs typeface="Arial"/>
                        <a:sym typeface="Arial"/>
                      </a:endParaRPr>
                    </a:p>
                  </a:txBody>
                  <a:tcPr marT="4190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09550">
                <a:tc>
                  <a:txBody>
                    <a:bodyPr/>
                    <a:lstStyle/>
                    <a:p>
                      <a:pPr indent="0" lvl="0" marL="50800"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2</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Dynamic viscosity</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2.28</a:t>
                      </a:r>
                      <a:endParaRPr sz="800" u="none" cap="none" strike="noStrike">
                        <a:latin typeface="Arial"/>
                        <a:ea typeface="Arial"/>
                        <a:cs typeface="Arial"/>
                        <a:sym typeface="Arial"/>
                      </a:endParaRPr>
                    </a:p>
                  </a:txBody>
                  <a:tcPr marT="4190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09550">
                <a:tc>
                  <a:txBody>
                    <a:bodyPr/>
                    <a:lstStyle/>
                    <a:p>
                      <a:pPr indent="0" lvl="0" marL="50800"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3</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Pour point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4953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- 4°</a:t>
                      </a:r>
                      <a:endParaRPr sz="800" u="none" cap="none" strike="noStrike">
                        <a:latin typeface="Arial"/>
                        <a:ea typeface="Arial"/>
                        <a:cs typeface="Arial"/>
                        <a:sym typeface="Arial"/>
                      </a:endParaRPr>
                    </a:p>
                  </a:txBody>
                  <a:tcPr marT="4190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09550">
                <a:tc>
                  <a:txBody>
                    <a:bodyPr/>
                    <a:lstStyle/>
                    <a:p>
                      <a:pPr indent="0" lvl="0" marL="50800"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4</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Pour point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a:txBody>
                    <a:bodyPr/>
                    <a:lstStyle/>
                    <a:p>
                      <a:pPr indent="0" lvl="0" marL="0" marR="6985"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4953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- 22°</a:t>
                      </a:r>
                      <a:endParaRPr sz="800" u="none" cap="none" strike="noStrike">
                        <a:latin typeface="Arial"/>
                        <a:ea typeface="Arial"/>
                        <a:cs typeface="Arial"/>
                        <a:sym typeface="Arial"/>
                      </a:endParaRPr>
                    </a:p>
                  </a:txBody>
                  <a:tcPr marT="4190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09550">
                <a:tc>
                  <a:txBody>
                    <a:bodyPr/>
                    <a:lstStyle/>
                    <a:p>
                      <a:pPr indent="0" lvl="0" marL="50800"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5</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Residual carbon content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0.31</a:t>
                      </a:r>
                      <a:endParaRPr sz="800" u="none" cap="none" strike="noStrike">
                        <a:latin typeface="Arial"/>
                        <a:ea typeface="Arial"/>
                        <a:cs typeface="Arial"/>
                        <a:sym typeface="Arial"/>
                      </a:endParaRPr>
                    </a:p>
                  </a:txBody>
                  <a:tcPr marT="4190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r>
              <a:tr h="209550">
                <a:tc>
                  <a:txBody>
                    <a:bodyPr/>
                    <a:lstStyle/>
                    <a:p>
                      <a:pPr indent="0" lvl="0" marL="50800"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6</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Ash Content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950D11"/>
                      </a:solidFill>
                      <a:prstDash val="solid"/>
                      <a:round/>
                      <a:headEnd len="sm" w="sm" type="none"/>
                      <a:tailEnd len="sm" w="sm" type="none"/>
                    </a:lnB>
                    <a:solidFill>
                      <a:srgbClr val="FFFDE7"/>
                    </a:solidFill>
                  </a:tcPr>
                </a:tc>
                <a:tc hMerge="1"/>
                <a:tc>
                  <a:txBody>
                    <a:bodyPr/>
                    <a:lstStyle/>
                    <a:p>
                      <a:pPr indent="0" lvl="0" marL="61594"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0.05 </a:t>
                      </a:r>
                      <a:r>
                        <a:rPr baseline="30000" lang="en-US" sz="900" u="none" cap="none" strike="noStrike">
                          <a:solidFill>
                            <a:srgbClr val="231F20"/>
                          </a:solidFill>
                          <a:latin typeface="Arial"/>
                          <a:ea typeface="Arial"/>
                          <a:cs typeface="Arial"/>
                          <a:sym typeface="Arial"/>
                        </a:rPr>
                        <a:t>under</a:t>
                      </a:r>
                      <a:endParaRPr baseline="30000" sz="9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950D1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0.006</a:t>
                      </a:r>
                      <a:endParaRPr sz="800" u="none" cap="none" strike="noStrike">
                        <a:latin typeface="Arial"/>
                        <a:ea typeface="Arial"/>
                        <a:cs typeface="Arial"/>
                        <a:sym typeface="Arial"/>
                      </a:endParaRPr>
                    </a:p>
                  </a:txBody>
                  <a:tcPr marT="41900" marB="0" marR="0" marL="0">
                    <a:lnL cap="flat" cmpd="sng" w="19050">
                      <a:solidFill>
                        <a:srgbClr val="950D11"/>
                      </a:solidFill>
                      <a:prstDash val="solid"/>
                      <a:round/>
                      <a:headEnd len="sm" w="sm" type="none"/>
                      <a:tailEnd len="sm" w="sm" type="none"/>
                    </a:lnL>
                    <a:lnR cap="flat" cmpd="sng" w="19050">
                      <a:solidFill>
                        <a:srgbClr val="950D11"/>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950D11"/>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19050">
                      <a:solidFill>
                        <a:srgbClr val="950D11"/>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950D11"/>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950D11"/>
                      </a:solidFill>
                      <a:prstDash val="solid"/>
                      <a:round/>
                      <a:headEnd len="sm" w="sm" type="none"/>
                      <a:tailEnd len="sm" w="sm" type="none"/>
                    </a:lnB>
                  </a:tcPr>
                </a:tc>
              </a:tr>
              <a:tr h="209550">
                <a:tc>
                  <a:txBody>
                    <a:bodyPr/>
                    <a:lstStyle/>
                    <a:p>
                      <a:pPr indent="0" lvl="0" marL="50800"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7</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Total chlorine content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950D11"/>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gridSpan="5">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100 </a:t>
                      </a:r>
                      <a:r>
                        <a:rPr baseline="30000" lang="en-US" sz="900" u="none" cap="none" strike="noStrike">
                          <a:solidFill>
                            <a:srgbClr val="231F20"/>
                          </a:solidFill>
                          <a:latin typeface="Arial"/>
                          <a:ea typeface="Arial"/>
                          <a:cs typeface="Arial"/>
                          <a:sym typeface="Arial"/>
                        </a:rPr>
                        <a:t>under</a:t>
                      </a:r>
                      <a:endParaRPr baseline="30000" sz="9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950D11"/>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hMerge="1"/>
                <a:tc hMerge="1"/>
                <a:tc hMerge="1"/>
              </a:tr>
              <a:tr h="209550">
                <a:tc>
                  <a:txBody>
                    <a:bodyPr/>
                    <a:lstStyle/>
                    <a:p>
                      <a:pPr indent="0" lvl="0" marL="50800"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8</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Sulfur content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gridSpan="5">
                  <a:txBody>
                    <a:bodyPr/>
                    <a:lstStyle/>
                    <a:p>
                      <a:pPr indent="0" lvl="0" marL="89852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0.2 </a:t>
                      </a:r>
                      <a:r>
                        <a:rPr baseline="30000" lang="en-US" sz="900" u="none" cap="none" strike="noStrike">
                          <a:solidFill>
                            <a:srgbClr val="231F20"/>
                          </a:solidFill>
                          <a:latin typeface="Arial"/>
                          <a:ea typeface="Arial"/>
                          <a:cs typeface="Arial"/>
                          <a:sym typeface="Arial"/>
                        </a:rPr>
                        <a:t>under</a:t>
                      </a:r>
                      <a:endParaRPr baseline="30000" sz="9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hMerge="1"/>
                <a:tc hMerge="1"/>
                <a:tc hMerge="1"/>
              </a:tr>
              <a:tr h="209550">
                <a:tc>
                  <a:txBody>
                    <a:bodyPr/>
                    <a:lstStyle/>
                    <a:p>
                      <a:pPr indent="0" lvl="0" marL="50165"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9</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Nitrogen content</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gridSpan="5">
                  <a:txBody>
                    <a:bodyPr/>
                    <a:lstStyle/>
                    <a:p>
                      <a:pPr indent="0" lvl="0" marL="89852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0.2 </a:t>
                      </a:r>
                      <a:r>
                        <a:rPr baseline="30000" lang="en-US" sz="900" u="none" cap="none" strike="noStrike">
                          <a:solidFill>
                            <a:srgbClr val="231F20"/>
                          </a:solidFill>
                          <a:latin typeface="Arial"/>
                          <a:ea typeface="Arial"/>
                          <a:cs typeface="Arial"/>
                          <a:sym typeface="Arial"/>
                        </a:rPr>
                        <a:t>under</a:t>
                      </a:r>
                      <a:endParaRPr baseline="30000" sz="9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hMerge="1"/>
                <a:tc hMerge="1"/>
                <a:tc hMerge="1"/>
              </a:tr>
              <a:tr h="209550">
                <a:tc>
                  <a:txBody>
                    <a:bodyPr/>
                    <a:lstStyle/>
                    <a:p>
                      <a:pPr indent="0" lvl="0" marL="26034"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10</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moisture</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gridSpan="5">
                  <a:txBody>
                    <a:bodyPr/>
                    <a:lstStyle/>
                    <a:p>
                      <a:pPr indent="0" lvl="0" marL="452119"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Does not contain free water</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hMerge="1"/>
                <a:tc hMerge="1"/>
                <a:tc hMerge="1"/>
              </a:tr>
              <a:tr h="209550">
                <a:tc>
                  <a:txBody>
                    <a:bodyPr/>
                    <a:lstStyle/>
                    <a:p>
                      <a:pPr indent="0" lvl="0" marL="26034" marR="0" rtl="0" algn="l">
                        <a:lnSpc>
                          <a:spcPct val="100000"/>
                        </a:lnSpc>
                        <a:spcBef>
                          <a:spcPts val="0"/>
                        </a:spcBef>
                        <a:spcAft>
                          <a:spcPts val="0"/>
                        </a:spcAft>
                        <a:buClr>
                          <a:srgbClr val="000000"/>
                        </a:buClr>
                        <a:buSzPts val="700"/>
                        <a:buFont typeface="Arial"/>
                        <a:buNone/>
                      </a:pPr>
                      <a:r>
                        <a:rPr lang="en-US" sz="700" u="none" cap="none" strike="noStrike">
                          <a:solidFill>
                            <a:srgbClr val="231F20"/>
                          </a:solidFill>
                          <a:latin typeface="Arial"/>
                          <a:ea typeface="Arial"/>
                          <a:cs typeface="Arial"/>
                          <a:sym typeface="Arial"/>
                        </a:rPr>
                        <a:t>11</a:t>
                      </a:r>
                      <a:endParaRPr sz="700" u="none" cap="none" strike="noStrike">
                        <a:latin typeface="Arial"/>
                        <a:ea typeface="Arial"/>
                        <a:cs typeface="Arial"/>
                        <a:sym typeface="Arial"/>
                      </a:endParaRPr>
                    </a:p>
                  </a:txBody>
                  <a:tcPr marT="49525"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gridSpan="2">
                  <a:txBody>
                    <a:bodyPr/>
                    <a:lstStyle/>
                    <a:p>
                      <a:pPr indent="0" lvl="0" marL="71755" marR="0" rtl="0" algn="l">
                        <a:lnSpc>
                          <a:spcPct val="100000"/>
                        </a:lnSpc>
                        <a:spcBef>
                          <a:spcPts val="0"/>
                        </a:spcBef>
                        <a:spcAft>
                          <a:spcPts val="0"/>
                        </a:spcAft>
                        <a:buClr>
                          <a:srgbClr val="000000"/>
                        </a:buClr>
                        <a:buSzPts val="800"/>
                        <a:buFont typeface="Arial"/>
                        <a:buNone/>
                      </a:pPr>
                      <a:r>
                        <a:rPr lang="en-US" sz="800" u="none" cap="none" strike="noStrike">
                          <a:solidFill>
                            <a:srgbClr val="231F20"/>
                          </a:solidFill>
                          <a:latin typeface="Arial"/>
                          <a:ea typeface="Arial"/>
                          <a:cs typeface="Arial"/>
                          <a:sym typeface="Arial"/>
                        </a:rPr>
                        <a:t>Cetane index</a:t>
                      </a:r>
                      <a:endParaRPr sz="800" u="none" cap="none" strike="noStrike">
                        <a:latin typeface="Arial"/>
                        <a:ea typeface="Arial"/>
                        <a:cs typeface="Arial"/>
                        <a:sym typeface="Arial"/>
                      </a:endParaRPr>
                    </a:p>
                  </a:txBody>
                  <a:tcPr marT="4190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solidFill>
                      <a:srgbClr val="FFFDE7"/>
                    </a:solidFill>
                  </a:tcPr>
                </a:tc>
                <a:tc hMerge="1"/>
                <a:tc gridSpan="5">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Times New Roman"/>
                        <a:ea typeface="Times New Roman"/>
                        <a:cs typeface="Times New Roman"/>
                        <a:sym typeface="Times New Roman"/>
                      </a:endParaRPr>
                    </a:p>
                  </a:txBody>
                  <a:tcPr marT="0" marB="0" marR="0" marL="0">
                    <a:lnL cap="flat" cmpd="sng" w="9525">
                      <a:solidFill>
                        <a:srgbClr val="231F20"/>
                      </a:solidFill>
                      <a:prstDash val="solid"/>
                      <a:round/>
                      <a:headEnd len="sm" w="sm" type="none"/>
                      <a:tailEnd len="sm" w="sm" type="none"/>
                    </a:lnL>
                    <a:lnR cap="flat" cmpd="sng" w="9525">
                      <a:solidFill>
                        <a:srgbClr val="231F20"/>
                      </a:solidFill>
                      <a:prstDash val="solid"/>
                      <a:round/>
                      <a:headEnd len="sm" w="sm" type="none"/>
                      <a:tailEnd len="sm" w="sm" type="none"/>
                    </a:lnR>
                    <a:lnT cap="flat" cmpd="sng" w="9525">
                      <a:solidFill>
                        <a:srgbClr val="231F20"/>
                      </a:solidFill>
                      <a:prstDash val="solid"/>
                      <a:round/>
                      <a:headEnd len="sm" w="sm" type="none"/>
                      <a:tailEnd len="sm" w="sm" type="none"/>
                    </a:lnT>
                    <a:lnB cap="flat" cmpd="sng" w="9525">
                      <a:solidFill>
                        <a:srgbClr val="231F20"/>
                      </a:solidFill>
                      <a:prstDash val="solid"/>
                      <a:round/>
                      <a:headEnd len="sm" w="sm" type="none"/>
                      <a:tailEnd len="sm" w="sm" type="none"/>
                    </a:lnB>
                  </a:tcPr>
                </a:tc>
                <a:tc hMerge="1"/>
                <a:tc hMerge="1"/>
                <a:tc hMerge="1"/>
                <a:tc hMerge="1"/>
              </a:tr>
            </a:tbl>
          </a:graphicData>
        </a:graphic>
      </p:graphicFrame>
      <p:sp>
        <p:nvSpPr>
          <p:cNvPr id="2101" name="Google Shape;2101;p17"/>
          <p:cNvSpPr txBox="1"/>
          <p:nvPr/>
        </p:nvSpPr>
        <p:spPr>
          <a:xfrm>
            <a:off x="4375057" y="5765963"/>
            <a:ext cx="2846705" cy="802005"/>
          </a:xfrm>
          <a:prstGeom prst="rect">
            <a:avLst/>
          </a:prstGeom>
          <a:noFill/>
          <a:ln>
            <a:noFill/>
          </a:ln>
        </p:spPr>
        <p:txBody>
          <a:bodyPr anchorCtr="0" anchor="t" bIns="0" lIns="0" spcFirstLastPara="1" rIns="0" wrap="square" tIns="12700">
            <a:spAutoFit/>
          </a:bodyPr>
          <a:lstStyle/>
          <a:p>
            <a:pPr indent="0" lvl="0" marL="426719"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About Recycled Fuel</a:t>
            </a:r>
            <a:endParaRPr b="0" i="0" sz="800" u="none" cap="none" strike="noStrike">
              <a:solidFill>
                <a:srgbClr val="000000"/>
              </a:solidFill>
              <a:latin typeface="Arial"/>
              <a:ea typeface="Arial"/>
              <a:cs typeface="Arial"/>
              <a:sym typeface="Arial"/>
            </a:endParaRPr>
          </a:p>
          <a:p>
            <a:pPr indent="0" lvl="0" marL="12700" marR="5080" rtl="0" algn="just">
              <a:lnSpc>
                <a:spcPct val="125000"/>
              </a:lnSpc>
              <a:spcBef>
                <a:spcPts val="350"/>
              </a:spcBef>
              <a:spcAft>
                <a:spcPts val="0"/>
              </a:spcAft>
              <a:buClr>
                <a:srgbClr val="000000"/>
              </a:buClr>
              <a:buSzPts val="800"/>
              <a:buFont typeface="Arial"/>
              <a:buNone/>
            </a:pPr>
            <a:r>
              <a:rPr b="0" i="0" lang="en-US" sz="800" u="none" cap="none" strike="noStrike">
                <a:solidFill>
                  <a:srgbClr val="565658"/>
                </a:solidFill>
                <a:latin typeface="Arial"/>
                <a:ea typeface="Arial"/>
                <a:cs typeface="Arial"/>
                <a:sym typeface="Arial"/>
              </a:rPr>
              <a:t>The recovery fuel oil component varies depending on the content of the resin waste to feed. To recover the appropriate component value of fuel oil, it is necessary to control system settings such as overheat temperature and time.</a:t>
            </a:r>
            <a:endParaRPr b="0" i="0" sz="800" u="none" cap="none" strike="noStrike">
              <a:solidFill>
                <a:srgbClr val="000000"/>
              </a:solidFill>
              <a:latin typeface="Arial"/>
              <a:ea typeface="Arial"/>
              <a:cs typeface="Arial"/>
              <a:sym typeface="Arial"/>
            </a:endParaRPr>
          </a:p>
        </p:txBody>
      </p:sp>
      <p:pic>
        <p:nvPicPr>
          <p:cNvPr id="2102" name="Google Shape;2102;p17"/>
          <p:cNvPicPr preferRelativeResize="0"/>
          <p:nvPr/>
        </p:nvPicPr>
        <p:blipFill rotWithShape="1">
          <a:blip r:embed="rId10">
            <a:alphaModFix/>
          </a:blip>
          <a:srcRect b="0" l="0" r="0" t="0"/>
          <a:stretch/>
        </p:blipFill>
        <p:spPr>
          <a:xfrm>
            <a:off x="4468803" y="5696214"/>
            <a:ext cx="251993" cy="224523"/>
          </a:xfrm>
          <a:prstGeom prst="rect">
            <a:avLst/>
          </a:prstGeom>
          <a:noFill/>
          <a:ln>
            <a:noFill/>
          </a:ln>
        </p:spPr>
      </p:pic>
      <p:sp>
        <p:nvSpPr>
          <p:cNvPr id="2103" name="Google Shape;2103;p17"/>
          <p:cNvSpPr/>
          <p:nvPr/>
        </p:nvSpPr>
        <p:spPr>
          <a:xfrm>
            <a:off x="733799" y="1291506"/>
            <a:ext cx="3295650" cy="0"/>
          </a:xfrm>
          <a:custGeom>
            <a:rect b="b" l="l" r="r" t="t"/>
            <a:pathLst>
              <a:path extrusionOk="0" h="120000" w="3295650">
                <a:moveTo>
                  <a:pt x="0" y="0"/>
                </a:moveTo>
                <a:lnTo>
                  <a:pt x="329558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04" name="Google Shape;2104;p17"/>
          <p:cNvGrpSpPr/>
          <p:nvPr/>
        </p:nvGrpSpPr>
        <p:grpSpPr>
          <a:xfrm>
            <a:off x="2524521" y="3421801"/>
            <a:ext cx="89535" cy="106405"/>
            <a:chOff x="2524521" y="3421801"/>
            <a:chExt cx="89535" cy="106405"/>
          </a:xfrm>
        </p:grpSpPr>
        <p:sp>
          <p:nvSpPr>
            <p:cNvPr id="2105" name="Google Shape;2105;p17"/>
            <p:cNvSpPr/>
            <p:nvPr/>
          </p:nvSpPr>
          <p:spPr>
            <a:xfrm>
              <a:off x="2569199" y="3421801"/>
              <a:ext cx="0" cy="66040"/>
            </a:xfrm>
            <a:custGeom>
              <a:rect b="b" l="l" r="r" t="t"/>
              <a:pathLst>
                <a:path extrusionOk="0" h="66039" w="120000">
                  <a:moveTo>
                    <a:pt x="0" y="0"/>
                  </a:moveTo>
                  <a:lnTo>
                    <a:pt x="0" y="65989"/>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6" name="Google Shape;2106;p17"/>
            <p:cNvSpPr/>
            <p:nvPr/>
          </p:nvSpPr>
          <p:spPr>
            <a:xfrm>
              <a:off x="2524521" y="3479946"/>
              <a:ext cx="89535" cy="48260"/>
            </a:xfrm>
            <a:custGeom>
              <a:rect b="b" l="l" r="r" t="t"/>
              <a:pathLst>
                <a:path extrusionOk="0" h="48260" w="89535">
                  <a:moveTo>
                    <a:pt x="89357" y="0"/>
                  </a:moveTo>
                  <a:lnTo>
                    <a:pt x="0" y="0"/>
                  </a:lnTo>
                  <a:lnTo>
                    <a:pt x="44678" y="48056"/>
                  </a:lnTo>
                  <a:lnTo>
                    <a:pt x="89357"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07" name="Google Shape;2107;p17"/>
          <p:cNvSpPr/>
          <p:nvPr/>
        </p:nvSpPr>
        <p:spPr>
          <a:xfrm>
            <a:off x="579005" y="855002"/>
            <a:ext cx="73025" cy="631825"/>
          </a:xfrm>
          <a:custGeom>
            <a:rect b="b" l="l" r="r" t="t"/>
            <a:pathLst>
              <a:path extrusionOk="0" h="631825" w="73025">
                <a:moveTo>
                  <a:pt x="72948" y="0"/>
                </a:moveTo>
                <a:lnTo>
                  <a:pt x="0" y="0"/>
                </a:lnTo>
                <a:lnTo>
                  <a:pt x="0" y="631799"/>
                </a:lnTo>
                <a:lnTo>
                  <a:pt x="72948" y="631799"/>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17"/>
          <p:cNvSpPr txBox="1"/>
          <p:nvPr/>
        </p:nvSpPr>
        <p:spPr>
          <a:xfrm>
            <a:off x="7424732" y="5765929"/>
            <a:ext cx="1570355" cy="8001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Field report</a:t>
            </a:r>
            <a:endParaRPr b="0" i="0" sz="800" u="none" cap="none" strike="noStrike">
              <a:solidFill>
                <a:srgbClr val="000000"/>
              </a:solidFill>
              <a:latin typeface="Arial"/>
              <a:ea typeface="Arial"/>
              <a:cs typeface="Arial"/>
              <a:sym typeface="Arial"/>
            </a:endParaRPr>
          </a:p>
          <a:p>
            <a:pPr indent="0" lvl="0" marL="12700" marR="5080" rtl="0" algn="just">
              <a:lnSpc>
                <a:spcPct val="125000"/>
              </a:lnSpc>
              <a:spcBef>
                <a:spcPts val="350"/>
              </a:spcBef>
              <a:spcAft>
                <a:spcPts val="0"/>
              </a:spcAft>
              <a:buClr>
                <a:srgbClr val="000000"/>
              </a:buClr>
              <a:buSzPts val="800"/>
              <a:buFont typeface="Arial"/>
              <a:buNone/>
            </a:pPr>
            <a:r>
              <a:rPr b="0" i="0" lang="en-US" sz="800" u="none" cap="none" strike="noStrike">
                <a:solidFill>
                  <a:srgbClr val="565658"/>
                </a:solidFill>
                <a:latin typeface="Arial"/>
                <a:ea typeface="Arial"/>
                <a:cs typeface="Arial"/>
                <a:sym typeface="Arial"/>
              </a:rPr>
              <a:t>At a processing plant in China (Shandong Qufu), the recovered diesel oil is used as forklift fuel.</a:t>
            </a:r>
            <a:endParaRPr b="0" i="0" sz="800" u="none" cap="none" strike="noStrike">
              <a:solidFill>
                <a:srgbClr val="000000"/>
              </a:solidFill>
              <a:latin typeface="Arial"/>
              <a:ea typeface="Arial"/>
              <a:cs typeface="Arial"/>
              <a:sym typeface="Arial"/>
            </a:endParaRPr>
          </a:p>
          <a:p>
            <a:pPr indent="0" lvl="0" marL="12700" marR="0" rtl="0" algn="l">
              <a:lnSpc>
                <a:spcPct val="100000"/>
              </a:lnSpc>
              <a:spcBef>
                <a:spcPts val="465"/>
              </a:spcBef>
              <a:spcAft>
                <a:spcPts val="0"/>
              </a:spcAft>
              <a:buClr>
                <a:srgbClr val="000000"/>
              </a:buClr>
              <a:buSzPts val="600"/>
              <a:buFont typeface="Arial"/>
              <a:buNone/>
            </a:pPr>
            <a:r>
              <a:rPr b="0" i="0" lang="en-US" sz="600" u="none" cap="none" strike="noStrike">
                <a:solidFill>
                  <a:srgbClr val="565658"/>
                </a:solidFill>
                <a:latin typeface="Arial"/>
                <a:ea typeface="Arial"/>
                <a:cs typeface="Arial"/>
                <a:sym typeface="Arial"/>
              </a:rPr>
              <a:t>&lt;Drum batch type 5 tons&gt;</a:t>
            </a:r>
            <a:endParaRPr b="0" i="0" sz="600" u="none" cap="none" strike="noStrike">
              <a:solidFill>
                <a:srgbClr val="000000"/>
              </a:solidFill>
              <a:latin typeface="Arial"/>
              <a:ea typeface="Arial"/>
              <a:cs typeface="Arial"/>
              <a:sym typeface="Arial"/>
            </a:endParaRPr>
          </a:p>
        </p:txBody>
      </p:sp>
      <p:sp>
        <p:nvSpPr>
          <p:cNvPr id="2109" name="Google Shape;2109;p17"/>
          <p:cNvSpPr txBox="1"/>
          <p:nvPr/>
        </p:nvSpPr>
        <p:spPr>
          <a:xfrm>
            <a:off x="1579803" y="1612811"/>
            <a:ext cx="1856739" cy="1715770"/>
          </a:xfrm>
          <a:prstGeom prst="rect">
            <a:avLst/>
          </a:prstGeom>
          <a:noFill/>
          <a:ln cap="flat" cmpd="sng" w="9525">
            <a:solidFill>
              <a:srgbClr val="231F20"/>
            </a:solidFill>
            <a:prstDash val="solid"/>
            <a:round/>
            <a:headEnd len="sm" w="sm" type="none"/>
            <a:tailEnd len="sm" w="sm" type="none"/>
          </a:ln>
        </p:spPr>
        <p:txBody>
          <a:bodyPr anchorCtr="0" anchor="t" bIns="0" lIns="0" spcFirstLastPara="1" rIns="0" wrap="square" tIns="54600">
            <a:spAutoFit/>
          </a:bodyPr>
          <a:lstStyle/>
          <a:p>
            <a:pPr indent="0" lvl="0" marL="542925" marR="0" rtl="0" algn="l">
              <a:lnSpc>
                <a:spcPct val="100000"/>
              </a:lnSpc>
              <a:spcBef>
                <a:spcPts val="0"/>
              </a:spcBef>
              <a:spcAft>
                <a:spcPts val="0"/>
              </a:spcAft>
              <a:buClr>
                <a:srgbClr val="000000"/>
              </a:buClr>
              <a:buSzPts val="3750"/>
              <a:buFont typeface="Arial"/>
              <a:buNone/>
            </a:pPr>
            <a:r>
              <a:rPr b="1" i="0" lang="en-US" sz="3750" u="none" cap="none" strike="noStrike">
                <a:solidFill>
                  <a:srgbClr val="F58020"/>
                </a:solidFill>
                <a:latin typeface="Cambria"/>
                <a:ea typeface="Cambria"/>
                <a:cs typeface="Cambria"/>
                <a:sym typeface="Cambria"/>
              </a:rPr>
              <a:t>90</a:t>
            </a:r>
            <a:r>
              <a:rPr b="1" baseline="30000" i="0" lang="en-US" sz="2775" u="none" cap="none" strike="noStrike">
                <a:solidFill>
                  <a:srgbClr val="F58020"/>
                </a:solidFill>
                <a:latin typeface="Cambria"/>
                <a:ea typeface="Cambria"/>
                <a:cs typeface="Cambria"/>
                <a:sym typeface="Cambria"/>
              </a:rPr>
              <a:t>%</a:t>
            </a:r>
            <a:endParaRPr b="0" baseline="30000" i="0" sz="2775" u="none" cap="none" strike="noStrike">
              <a:solidFill>
                <a:srgbClr val="000000"/>
              </a:solidFill>
              <a:latin typeface="Cambria"/>
              <a:ea typeface="Cambria"/>
              <a:cs typeface="Cambria"/>
              <a:sym typeface="Cambria"/>
            </a:endParaRPr>
          </a:p>
          <a:p>
            <a:pPr indent="0" lvl="0" marL="544195" marR="0" rtl="0" algn="l">
              <a:lnSpc>
                <a:spcPct val="100000"/>
              </a:lnSpc>
              <a:spcBef>
                <a:spcPts val="50"/>
              </a:spcBef>
              <a:spcAft>
                <a:spcPts val="0"/>
              </a:spcAft>
              <a:buClr>
                <a:srgbClr val="000000"/>
              </a:buClr>
              <a:buSzPts val="750"/>
              <a:buFont typeface="Arial"/>
              <a:buNone/>
            </a:pPr>
            <a:r>
              <a:rPr b="1" i="0" lang="en-US" sz="750" u="none" cap="none" strike="noStrike">
                <a:solidFill>
                  <a:srgbClr val="FFFFFF"/>
                </a:solidFill>
                <a:latin typeface="Arial"/>
                <a:ea typeface="Arial"/>
                <a:cs typeface="Arial"/>
                <a:sym typeface="Arial"/>
              </a:rPr>
              <a:t>Resin content rate</a:t>
            </a:r>
            <a:endParaRPr b="0" i="0" sz="75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57785" marR="44450" rtl="0" algn="l">
              <a:lnSpc>
                <a:spcPct val="1107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Sample input          </a:t>
            </a:r>
            <a:r>
              <a:rPr b="0" i="0" lang="en-US" sz="800" u="none" cap="none" strike="noStrike">
                <a:solidFill>
                  <a:srgbClr val="231F20"/>
                </a:solidFill>
                <a:latin typeface="Arial"/>
                <a:ea typeface="Arial"/>
                <a:cs typeface="Arial"/>
                <a:sym typeface="Arial"/>
              </a:rPr>
              <a:t>Resin content rate of 90% (unwashed) Poly-based and PVC-based vinyl mixed other, bound iron wire, adherence, etc.</a:t>
            </a:r>
            <a:endParaRPr b="0" i="0" sz="800" u="none" cap="none" strike="noStrike">
              <a:solidFill>
                <a:srgbClr val="000000"/>
              </a:solidFill>
              <a:latin typeface="Arial"/>
              <a:ea typeface="Arial"/>
              <a:cs typeface="Arial"/>
              <a:sym typeface="Arial"/>
            </a:endParaRPr>
          </a:p>
          <a:p>
            <a:pPr indent="0" lvl="0" marL="57785" marR="0" rtl="0" algn="l">
              <a:lnSpc>
                <a:spcPct val="100000"/>
              </a:lnSpc>
              <a:spcBef>
                <a:spcPts val="434"/>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 PVC: 15% Poly: 80% etc</a:t>
            </a:r>
            <a:endParaRPr b="0" i="0" sz="700" u="none" cap="none" strike="noStrike">
              <a:solidFill>
                <a:srgbClr val="000000"/>
              </a:solidFill>
              <a:latin typeface="Arial"/>
              <a:ea typeface="Arial"/>
              <a:cs typeface="Arial"/>
              <a:sym typeface="Arial"/>
            </a:endParaRPr>
          </a:p>
        </p:txBody>
      </p:sp>
      <p:sp>
        <p:nvSpPr>
          <p:cNvPr id="2110" name="Google Shape;2110;p17"/>
          <p:cNvSpPr txBox="1"/>
          <p:nvPr/>
        </p:nvSpPr>
        <p:spPr>
          <a:xfrm>
            <a:off x="721099" y="894090"/>
            <a:ext cx="2247265" cy="351155"/>
          </a:xfrm>
          <a:prstGeom prst="rect">
            <a:avLst/>
          </a:prstGeom>
          <a:noFill/>
          <a:ln>
            <a:noFill/>
          </a:ln>
        </p:spPr>
        <p:txBody>
          <a:bodyPr anchorCtr="0" anchor="t" bIns="0" lIns="0" spcFirstLastPara="1" rIns="0" wrap="square" tIns="12700">
            <a:spAutoFit/>
          </a:bodyPr>
          <a:lstStyle/>
          <a:p>
            <a:pPr indent="0" lvl="0" marL="12700" marR="0" rtl="0" algn="l">
              <a:lnSpc>
                <a:spcPct val="115555"/>
              </a:lnSpc>
              <a:spcBef>
                <a:spcPts val="0"/>
              </a:spcBef>
              <a:spcAft>
                <a:spcPts val="0"/>
              </a:spcAft>
              <a:buClr>
                <a:srgbClr val="000000"/>
              </a:buClr>
              <a:buSzPts val="900"/>
              <a:buFont typeface="Arial"/>
              <a:buNone/>
            </a:pPr>
            <a:r>
              <a:rPr b="0" i="0" lang="en-US" sz="900" u="none" cap="none" strike="noStrike">
                <a:solidFill>
                  <a:srgbClr val="616264"/>
                </a:solidFill>
                <a:latin typeface="Arial"/>
                <a:ea typeface="Arial"/>
                <a:cs typeface="Arial"/>
                <a:sym typeface="Arial"/>
              </a:rPr>
              <a:t>New generation Resource Recovery Facility</a:t>
            </a:r>
            <a:endParaRPr b="0" i="0" sz="900" u="none" cap="none" strike="noStrike">
              <a:solidFill>
                <a:srgbClr val="000000"/>
              </a:solidFill>
              <a:latin typeface="Arial"/>
              <a:ea typeface="Arial"/>
              <a:cs typeface="Arial"/>
              <a:sym typeface="Arial"/>
            </a:endParaRPr>
          </a:p>
          <a:p>
            <a:pPr indent="0" lvl="0" marL="12700" marR="0" rtl="0" algn="l">
              <a:lnSpc>
                <a:spcPct val="116923"/>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Quality of recovery fuel</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14" name="Shape 2114"/>
        <p:cNvGrpSpPr/>
        <p:nvPr/>
      </p:nvGrpSpPr>
      <p:grpSpPr>
        <a:xfrm>
          <a:off x="0" y="0"/>
          <a:ext cx="0" cy="0"/>
          <a:chOff x="0" y="0"/>
          <a:chExt cx="0" cy="0"/>
        </a:xfrm>
      </p:grpSpPr>
      <p:grpSp>
        <p:nvGrpSpPr>
          <p:cNvPr id="2115" name="Google Shape;2115;p18"/>
          <p:cNvGrpSpPr/>
          <p:nvPr/>
        </p:nvGrpSpPr>
        <p:grpSpPr>
          <a:xfrm>
            <a:off x="3690913" y="1027855"/>
            <a:ext cx="6366209" cy="5606090"/>
            <a:chOff x="3690913" y="1027855"/>
            <a:chExt cx="6366209" cy="5606090"/>
          </a:xfrm>
        </p:grpSpPr>
        <p:pic>
          <p:nvPicPr>
            <p:cNvPr id="2116" name="Google Shape;2116;p18"/>
            <p:cNvPicPr preferRelativeResize="0"/>
            <p:nvPr/>
          </p:nvPicPr>
          <p:blipFill rotWithShape="1">
            <a:blip r:embed="rId3">
              <a:alphaModFix/>
            </a:blip>
            <a:srcRect b="0" l="0" r="0" t="0"/>
            <a:stretch/>
          </p:blipFill>
          <p:spPr>
            <a:xfrm>
              <a:off x="3724249" y="1053493"/>
              <a:ext cx="6332873" cy="5580452"/>
            </a:xfrm>
            <a:prstGeom prst="rect">
              <a:avLst/>
            </a:prstGeom>
            <a:noFill/>
            <a:ln>
              <a:noFill/>
            </a:ln>
          </p:spPr>
        </p:pic>
        <p:sp>
          <p:nvSpPr>
            <p:cNvPr id="2117" name="Google Shape;2117;p18"/>
            <p:cNvSpPr/>
            <p:nvPr/>
          </p:nvSpPr>
          <p:spPr>
            <a:xfrm>
              <a:off x="5850949" y="1027855"/>
              <a:ext cx="882015" cy="1658620"/>
            </a:xfrm>
            <a:custGeom>
              <a:rect b="b" l="l" r="r" t="t"/>
              <a:pathLst>
                <a:path extrusionOk="0" h="1658620" w="882015">
                  <a:moveTo>
                    <a:pt x="845502" y="804862"/>
                  </a:moveTo>
                  <a:lnTo>
                    <a:pt x="35991" y="804862"/>
                  </a:lnTo>
                  <a:lnTo>
                    <a:pt x="21983" y="802033"/>
                  </a:lnTo>
                  <a:lnTo>
                    <a:pt x="10542" y="794318"/>
                  </a:lnTo>
                  <a:lnTo>
                    <a:pt x="2828" y="782874"/>
                  </a:lnTo>
                  <a:lnTo>
                    <a:pt x="0" y="768858"/>
                  </a:lnTo>
                  <a:lnTo>
                    <a:pt x="0" y="36004"/>
                  </a:lnTo>
                  <a:lnTo>
                    <a:pt x="2828" y="21993"/>
                  </a:lnTo>
                  <a:lnTo>
                    <a:pt x="10542" y="10548"/>
                  </a:lnTo>
                  <a:lnTo>
                    <a:pt x="21983" y="2830"/>
                  </a:lnTo>
                  <a:lnTo>
                    <a:pt x="35991" y="0"/>
                  </a:lnTo>
                  <a:lnTo>
                    <a:pt x="845502" y="0"/>
                  </a:lnTo>
                  <a:lnTo>
                    <a:pt x="859513" y="2830"/>
                  </a:lnTo>
                  <a:lnTo>
                    <a:pt x="870958" y="10548"/>
                  </a:lnTo>
                  <a:lnTo>
                    <a:pt x="878676" y="21993"/>
                  </a:lnTo>
                  <a:lnTo>
                    <a:pt x="881506" y="36004"/>
                  </a:lnTo>
                  <a:lnTo>
                    <a:pt x="881506" y="768858"/>
                  </a:lnTo>
                  <a:lnTo>
                    <a:pt x="878676" y="782874"/>
                  </a:lnTo>
                  <a:lnTo>
                    <a:pt x="870958" y="794318"/>
                  </a:lnTo>
                  <a:lnTo>
                    <a:pt x="859513" y="802033"/>
                  </a:lnTo>
                  <a:lnTo>
                    <a:pt x="845502" y="804862"/>
                  </a:lnTo>
                  <a:close/>
                </a:path>
                <a:path extrusionOk="0" h="1658620" w="882015">
                  <a:moveTo>
                    <a:pt x="845502" y="1658454"/>
                  </a:moveTo>
                  <a:lnTo>
                    <a:pt x="35991" y="1658454"/>
                  </a:lnTo>
                  <a:lnTo>
                    <a:pt x="21983" y="1655625"/>
                  </a:lnTo>
                  <a:lnTo>
                    <a:pt x="10542" y="1647910"/>
                  </a:lnTo>
                  <a:lnTo>
                    <a:pt x="2828" y="1636466"/>
                  </a:lnTo>
                  <a:lnTo>
                    <a:pt x="0" y="1622450"/>
                  </a:lnTo>
                  <a:lnTo>
                    <a:pt x="0" y="889596"/>
                  </a:lnTo>
                  <a:lnTo>
                    <a:pt x="2828" y="875586"/>
                  </a:lnTo>
                  <a:lnTo>
                    <a:pt x="10542" y="864141"/>
                  </a:lnTo>
                  <a:lnTo>
                    <a:pt x="21983" y="856423"/>
                  </a:lnTo>
                  <a:lnTo>
                    <a:pt x="35991" y="853592"/>
                  </a:lnTo>
                  <a:lnTo>
                    <a:pt x="845502" y="853592"/>
                  </a:lnTo>
                  <a:lnTo>
                    <a:pt x="859513" y="856423"/>
                  </a:lnTo>
                  <a:lnTo>
                    <a:pt x="870958" y="864141"/>
                  </a:lnTo>
                  <a:lnTo>
                    <a:pt x="878676" y="875586"/>
                  </a:lnTo>
                  <a:lnTo>
                    <a:pt x="881506" y="889596"/>
                  </a:lnTo>
                  <a:lnTo>
                    <a:pt x="881506" y="1622450"/>
                  </a:lnTo>
                  <a:lnTo>
                    <a:pt x="878676" y="1636466"/>
                  </a:lnTo>
                  <a:lnTo>
                    <a:pt x="870958" y="1647910"/>
                  </a:lnTo>
                  <a:lnTo>
                    <a:pt x="859513" y="1655625"/>
                  </a:lnTo>
                  <a:lnTo>
                    <a:pt x="845502" y="1658454"/>
                  </a:lnTo>
                  <a:close/>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p18"/>
            <p:cNvSpPr/>
            <p:nvPr/>
          </p:nvSpPr>
          <p:spPr>
            <a:xfrm>
              <a:off x="3690913" y="1027856"/>
              <a:ext cx="2087245" cy="1658620"/>
            </a:xfrm>
            <a:custGeom>
              <a:rect b="b" l="l" r="r" t="t"/>
              <a:pathLst>
                <a:path extrusionOk="0" h="1658620" w="2087245">
                  <a:moveTo>
                    <a:pt x="36004" y="1658454"/>
                  </a:moveTo>
                  <a:lnTo>
                    <a:pt x="1847468" y="1658454"/>
                  </a:lnTo>
                  <a:lnTo>
                    <a:pt x="1861485" y="1655625"/>
                  </a:lnTo>
                  <a:lnTo>
                    <a:pt x="1872929" y="1647910"/>
                  </a:lnTo>
                  <a:lnTo>
                    <a:pt x="1880644" y="1636466"/>
                  </a:lnTo>
                  <a:lnTo>
                    <a:pt x="1883473" y="1622450"/>
                  </a:lnTo>
                  <a:lnTo>
                    <a:pt x="1883473" y="36004"/>
                  </a:lnTo>
                  <a:lnTo>
                    <a:pt x="1880644" y="21988"/>
                  </a:lnTo>
                  <a:lnTo>
                    <a:pt x="1872929" y="10544"/>
                  </a:lnTo>
                  <a:lnTo>
                    <a:pt x="1861485" y="2828"/>
                  </a:lnTo>
                  <a:lnTo>
                    <a:pt x="1847468" y="0"/>
                  </a:lnTo>
                  <a:lnTo>
                    <a:pt x="36004" y="0"/>
                  </a:lnTo>
                  <a:lnTo>
                    <a:pt x="21988" y="2828"/>
                  </a:lnTo>
                  <a:lnTo>
                    <a:pt x="10544" y="10544"/>
                  </a:lnTo>
                  <a:lnTo>
                    <a:pt x="2828" y="21988"/>
                  </a:lnTo>
                  <a:lnTo>
                    <a:pt x="0" y="36004"/>
                  </a:lnTo>
                  <a:lnTo>
                    <a:pt x="0" y="1622450"/>
                  </a:lnTo>
                  <a:lnTo>
                    <a:pt x="2828" y="1636466"/>
                  </a:lnTo>
                  <a:lnTo>
                    <a:pt x="10544" y="1647910"/>
                  </a:lnTo>
                  <a:lnTo>
                    <a:pt x="21988" y="1655625"/>
                  </a:lnTo>
                  <a:lnTo>
                    <a:pt x="36004" y="1658454"/>
                  </a:lnTo>
                  <a:close/>
                </a:path>
                <a:path extrusionOk="0" h="1658620" w="2087245">
                  <a:moveTo>
                    <a:pt x="1883473" y="829233"/>
                  </a:moveTo>
                  <a:lnTo>
                    <a:pt x="2010473" y="829233"/>
                  </a:lnTo>
                </a:path>
                <a:path extrusionOk="0" h="1658620" w="2087245">
                  <a:moveTo>
                    <a:pt x="2087117" y="402437"/>
                  </a:moveTo>
                  <a:lnTo>
                    <a:pt x="2010473" y="402437"/>
                  </a:lnTo>
                  <a:lnTo>
                    <a:pt x="2010473" y="1256030"/>
                  </a:lnTo>
                  <a:lnTo>
                    <a:pt x="2087117" y="1256030"/>
                  </a:lnTo>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18"/>
            <p:cNvSpPr/>
            <p:nvPr/>
          </p:nvSpPr>
          <p:spPr>
            <a:xfrm>
              <a:off x="5763209" y="1379638"/>
              <a:ext cx="88265" cy="955040"/>
            </a:xfrm>
            <a:custGeom>
              <a:rect b="b" l="l" r="r" t="t"/>
              <a:pathLst>
                <a:path extrusionOk="0" h="955039" w="88264">
                  <a:moveTo>
                    <a:pt x="87731" y="904252"/>
                  </a:moveTo>
                  <a:lnTo>
                    <a:pt x="0" y="853592"/>
                  </a:lnTo>
                  <a:lnTo>
                    <a:pt x="0" y="954913"/>
                  </a:lnTo>
                  <a:lnTo>
                    <a:pt x="87731" y="904252"/>
                  </a:lnTo>
                  <a:close/>
                </a:path>
                <a:path extrusionOk="0" h="955039" w="88264">
                  <a:moveTo>
                    <a:pt x="87731" y="50660"/>
                  </a:moveTo>
                  <a:lnTo>
                    <a:pt x="0" y="0"/>
                  </a:lnTo>
                  <a:lnTo>
                    <a:pt x="0" y="101320"/>
                  </a:lnTo>
                  <a:lnTo>
                    <a:pt x="87731" y="5066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20" name="Google Shape;2120;p18"/>
          <p:cNvSpPr txBox="1"/>
          <p:nvPr/>
        </p:nvSpPr>
        <p:spPr>
          <a:xfrm>
            <a:off x="257299" y="7267585"/>
            <a:ext cx="357505"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6D6E71"/>
                </a:solidFill>
                <a:latin typeface="Arial"/>
                <a:ea typeface="Arial"/>
                <a:cs typeface="Arial"/>
                <a:sym typeface="Arial"/>
              </a:rPr>
              <a:t>Page 18</a:t>
            </a:r>
            <a:endParaRPr b="0" i="0" sz="600" u="none" cap="none" strike="noStrike">
              <a:solidFill>
                <a:srgbClr val="000000"/>
              </a:solidFill>
              <a:latin typeface="Arial"/>
              <a:ea typeface="Arial"/>
              <a:cs typeface="Arial"/>
              <a:sym typeface="Arial"/>
            </a:endParaRPr>
          </a:p>
        </p:txBody>
      </p:sp>
      <p:sp>
        <p:nvSpPr>
          <p:cNvPr id="2121" name="Google Shape;2121;p18"/>
          <p:cNvSpPr txBox="1"/>
          <p:nvPr/>
        </p:nvSpPr>
        <p:spPr>
          <a:xfrm>
            <a:off x="788299" y="7290625"/>
            <a:ext cx="1518920" cy="800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50"/>
              <a:buFont typeface="Arial"/>
              <a:buNone/>
            </a:pPr>
            <a:r>
              <a:rPr b="0" i="0" lang="en-US" sz="350" u="none" cap="none" strike="noStrike">
                <a:solidFill>
                  <a:srgbClr val="696A6D"/>
                </a:solidFill>
                <a:latin typeface="Arial"/>
                <a:ea typeface="Arial"/>
                <a:cs typeface="Arial"/>
                <a:sym typeface="Arial"/>
              </a:rPr>
              <a:t>※ </a:t>
            </a:r>
            <a:r>
              <a:rPr b="0" i="0" lang="en-US" sz="350" u="none" cap="none" strike="noStrike">
                <a:solidFill>
                  <a:srgbClr val="808285"/>
                </a:solidFill>
                <a:latin typeface="Arial"/>
                <a:ea typeface="Arial"/>
                <a:cs typeface="Arial"/>
                <a:sym typeface="Arial"/>
              </a:rPr>
              <a:t>Copyright Oneworld Ccorprration. + ART, All r ights reser ved.</a:t>
            </a:r>
            <a:endParaRPr b="0" i="0" sz="350" u="none" cap="none" strike="noStrike">
              <a:solidFill>
                <a:srgbClr val="000000"/>
              </a:solidFill>
              <a:latin typeface="Arial"/>
              <a:ea typeface="Arial"/>
              <a:cs typeface="Arial"/>
              <a:sym typeface="Arial"/>
            </a:endParaRPr>
          </a:p>
        </p:txBody>
      </p:sp>
      <p:sp>
        <p:nvSpPr>
          <p:cNvPr id="2122" name="Google Shape;2122;p18"/>
          <p:cNvSpPr txBox="1"/>
          <p:nvPr/>
        </p:nvSpPr>
        <p:spPr>
          <a:xfrm>
            <a:off x="869014" y="3538009"/>
            <a:ext cx="2579370" cy="1459230"/>
          </a:xfrm>
          <a:prstGeom prst="rect">
            <a:avLst/>
          </a:prstGeom>
          <a:noFill/>
          <a:ln>
            <a:noFill/>
          </a:ln>
        </p:spPr>
        <p:txBody>
          <a:bodyPr anchorCtr="0" anchor="t" bIns="0" lIns="0" spcFirstLastPara="1" rIns="0" wrap="square" tIns="12050">
            <a:spAutoFit/>
          </a:bodyPr>
          <a:lstStyle/>
          <a:p>
            <a:pPr indent="0" lvl="0" marL="12700" marR="5080" rtl="0" algn="just">
              <a:lnSpc>
                <a:spcPct val="1493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OneWorld analyzes carbonization volume reduction and analytic survey of fuel oil recovery rate and other recovery items other than fuel oil (aromatics, etc.) for the waste trouble you with a reasonable fee. Also, based on these analyses, we can propose a basic planning system based on the processing volume required</a:t>
            </a:r>
            <a:endParaRPr b="0" i="0" sz="900" u="none" cap="none" strike="noStrike">
              <a:solidFill>
                <a:srgbClr val="000000"/>
              </a:solidFill>
              <a:latin typeface="Arial"/>
              <a:ea typeface="Arial"/>
              <a:cs typeface="Arial"/>
              <a:sym typeface="Arial"/>
            </a:endParaRPr>
          </a:p>
        </p:txBody>
      </p:sp>
      <p:sp>
        <p:nvSpPr>
          <p:cNvPr id="2123" name="Google Shape;2123;p18"/>
          <p:cNvSpPr txBox="1"/>
          <p:nvPr/>
        </p:nvSpPr>
        <p:spPr>
          <a:xfrm>
            <a:off x="874801" y="3201581"/>
            <a:ext cx="2550160" cy="307975"/>
          </a:xfrm>
          <a:prstGeom prst="rect">
            <a:avLst/>
          </a:prstGeom>
          <a:solidFill>
            <a:srgbClr val="D3D2D4"/>
          </a:solidFill>
          <a:ln cap="flat" cmpd="sng" w="9525">
            <a:solidFill>
              <a:srgbClr val="231F20"/>
            </a:solidFill>
            <a:prstDash val="solid"/>
            <a:round/>
            <a:headEnd len="sm" w="sm" type="none"/>
            <a:tailEnd len="sm" w="sm" type="none"/>
          </a:ln>
        </p:spPr>
        <p:txBody>
          <a:bodyPr anchorCtr="0" anchor="t" bIns="0" lIns="0" spcFirstLastPara="1" rIns="0" wrap="square" tIns="71750">
            <a:spAutoFit/>
          </a:bodyPr>
          <a:lstStyle/>
          <a:p>
            <a:pPr indent="0" lvl="0" marL="85725" marR="0" rtl="0" algn="l">
              <a:lnSpc>
                <a:spcPct val="100000"/>
              </a:lnSpc>
              <a:spcBef>
                <a:spcPts val="0"/>
              </a:spcBef>
              <a:spcAft>
                <a:spcPts val="0"/>
              </a:spcAft>
              <a:buClr>
                <a:srgbClr val="000000"/>
              </a:buClr>
              <a:buSzPts val="1000"/>
              <a:buFont typeface="Arial"/>
              <a:buNone/>
            </a:pPr>
            <a:r>
              <a:rPr b="0" i="0" lang="en-US" sz="1000" u="none" cap="none" strike="noStrike">
                <a:solidFill>
                  <a:srgbClr val="231F20"/>
                </a:solidFill>
                <a:latin typeface="Arial"/>
                <a:ea typeface="Arial"/>
                <a:cs typeface="Arial"/>
                <a:sym typeface="Arial"/>
              </a:rPr>
              <a:t>Request for preliminary analysis of waste</a:t>
            </a:r>
            <a:endParaRPr b="0" i="0" sz="1000" u="none" cap="none" strike="noStrike">
              <a:solidFill>
                <a:srgbClr val="000000"/>
              </a:solidFill>
              <a:latin typeface="Arial"/>
              <a:ea typeface="Arial"/>
              <a:cs typeface="Arial"/>
              <a:sym typeface="Arial"/>
            </a:endParaRPr>
          </a:p>
        </p:txBody>
      </p:sp>
      <p:sp>
        <p:nvSpPr>
          <p:cNvPr id="2124" name="Google Shape;2124;p18"/>
          <p:cNvSpPr txBox="1"/>
          <p:nvPr/>
        </p:nvSpPr>
        <p:spPr>
          <a:xfrm>
            <a:off x="6061197" y="1686666"/>
            <a:ext cx="461009"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Mineral oil</a:t>
            </a:r>
            <a:endParaRPr b="0" i="0" sz="700" u="none" cap="none" strike="noStrike">
              <a:solidFill>
                <a:srgbClr val="000000"/>
              </a:solidFill>
              <a:latin typeface="Arial"/>
              <a:ea typeface="Arial"/>
              <a:cs typeface="Arial"/>
              <a:sym typeface="Arial"/>
            </a:endParaRPr>
          </a:p>
        </p:txBody>
      </p:sp>
      <p:sp>
        <p:nvSpPr>
          <p:cNvPr id="2125" name="Google Shape;2125;p18"/>
          <p:cNvSpPr/>
          <p:nvPr/>
        </p:nvSpPr>
        <p:spPr>
          <a:xfrm>
            <a:off x="5892101" y="2529916"/>
            <a:ext cx="799465" cy="134620"/>
          </a:xfrm>
          <a:custGeom>
            <a:rect b="b" l="l" r="r" t="t"/>
            <a:pathLst>
              <a:path extrusionOk="0" h="134619" w="799465">
                <a:moveTo>
                  <a:pt x="0" y="134378"/>
                </a:moveTo>
                <a:lnTo>
                  <a:pt x="799198" y="134378"/>
                </a:lnTo>
                <a:lnTo>
                  <a:pt x="799198" y="0"/>
                </a:lnTo>
                <a:lnTo>
                  <a:pt x="0" y="0"/>
                </a:lnTo>
                <a:lnTo>
                  <a:pt x="0" y="13437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18"/>
          <p:cNvSpPr txBox="1"/>
          <p:nvPr/>
        </p:nvSpPr>
        <p:spPr>
          <a:xfrm>
            <a:off x="5862570" y="2531713"/>
            <a:ext cx="827405" cy="125095"/>
          </a:xfrm>
          <a:prstGeom prst="rect">
            <a:avLst/>
          </a:prstGeom>
          <a:solidFill>
            <a:srgbClr val="FFFFFF"/>
          </a:solidFill>
          <a:ln>
            <a:noFill/>
          </a:ln>
        </p:spPr>
        <p:txBody>
          <a:bodyPr anchorCtr="0" anchor="t" bIns="0" lIns="0" spcFirstLastPara="1" rIns="0" wrap="square" tIns="10150">
            <a:spAutoFit/>
          </a:bodyPr>
          <a:lstStyle/>
          <a:p>
            <a:pPr indent="0" lvl="0" marL="56514"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Charcoal (carbide)</a:t>
            </a:r>
            <a:endParaRPr b="0" i="0" sz="700" u="none" cap="none" strike="noStrike">
              <a:solidFill>
                <a:srgbClr val="000000"/>
              </a:solidFill>
              <a:latin typeface="Arial"/>
              <a:ea typeface="Arial"/>
              <a:cs typeface="Arial"/>
              <a:sym typeface="Arial"/>
            </a:endParaRPr>
          </a:p>
        </p:txBody>
      </p:sp>
      <p:sp>
        <p:nvSpPr>
          <p:cNvPr id="2127" name="Google Shape;2127;p18"/>
          <p:cNvSpPr txBox="1"/>
          <p:nvPr/>
        </p:nvSpPr>
        <p:spPr>
          <a:xfrm>
            <a:off x="3724579" y="2409860"/>
            <a:ext cx="885825" cy="254000"/>
          </a:xfrm>
          <a:prstGeom prst="rect">
            <a:avLst/>
          </a:prstGeom>
          <a:noFill/>
          <a:ln>
            <a:noFill/>
          </a:ln>
        </p:spPr>
        <p:txBody>
          <a:bodyPr anchorCtr="0" anchor="t" bIns="0" lIns="0" spcFirstLastPara="1" rIns="0" wrap="square" tIns="12700">
            <a:spAutoFit/>
          </a:bodyPr>
          <a:lstStyle/>
          <a:p>
            <a:pPr indent="-190500" lvl="0" marL="202565" marR="5080" rtl="0" algn="l">
              <a:lnSpc>
                <a:spcPct val="1071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Garbage waste paper scrap wood 85% 〜 95%</a:t>
            </a:r>
            <a:endParaRPr b="0" i="0" sz="700" u="none" cap="none" strike="noStrike">
              <a:solidFill>
                <a:srgbClr val="000000"/>
              </a:solidFill>
              <a:latin typeface="Arial"/>
              <a:ea typeface="Arial"/>
              <a:cs typeface="Arial"/>
              <a:sym typeface="Arial"/>
            </a:endParaRPr>
          </a:p>
        </p:txBody>
      </p:sp>
      <p:sp>
        <p:nvSpPr>
          <p:cNvPr id="2128" name="Google Shape;2128;p18"/>
          <p:cNvSpPr txBox="1"/>
          <p:nvPr/>
        </p:nvSpPr>
        <p:spPr>
          <a:xfrm>
            <a:off x="4847720" y="2409809"/>
            <a:ext cx="487680" cy="254635"/>
          </a:xfrm>
          <a:prstGeom prst="rect">
            <a:avLst/>
          </a:prstGeom>
          <a:noFill/>
          <a:ln>
            <a:noFill/>
          </a:ln>
        </p:spPr>
        <p:txBody>
          <a:bodyPr anchorCtr="0" anchor="t" bIns="0" lIns="0" spcFirstLastPara="1" rIns="0" wrap="square" tIns="12700">
            <a:spAutoFit/>
          </a:bodyPr>
          <a:lstStyle/>
          <a:p>
            <a:pPr indent="-15240" lvl="0" marL="27305"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scrap wood 15% 〜 5%</a:t>
            </a:r>
            <a:endParaRPr b="0" i="0" sz="700" u="none" cap="none" strike="noStrike">
              <a:solidFill>
                <a:srgbClr val="000000"/>
              </a:solidFill>
              <a:latin typeface="Arial"/>
              <a:ea typeface="Arial"/>
              <a:cs typeface="Arial"/>
              <a:sym typeface="Arial"/>
            </a:endParaRPr>
          </a:p>
        </p:txBody>
      </p:sp>
      <p:sp>
        <p:nvSpPr>
          <p:cNvPr id="2129" name="Google Shape;2129;p18"/>
          <p:cNvSpPr txBox="1"/>
          <p:nvPr/>
        </p:nvSpPr>
        <p:spPr>
          <a:xfrm>
            <a:off x="3658697" y="856135"/>
            <a:ext cx="121475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General household waste</a:t>
            </a:r>
            <a:endParaRPr b="0" i="0" sz="800" u="none" cap="none" strike="noStrike">
              <a:solidFill>
                <a:srgbClr val="000000"/>
              </a:solidFill>
              <a:latin typeface="Arial"/>
              <a:ea typeface="Arial"/>
              <a:cs typeface="Arial"/>
              <a:sym typeface="Arial"/>
            </a:endParaRPr>
          </a:p>
        </p:txBody>
      </p:sp>
      <p:sp>
        <p:nvSpPr>
          <p:cNvPr id="2130" name="Google Shape;2130;p18"/>
          <p:cNvSpPr txBox="1"/>
          <p:nvPr/>
        </p:nvSpPr>
        <p:spPr>
          <a:xfrm>
            <a:off x="869014" y="1124058"/>
            <a:ext cx="2571115" cy="1657985"/>
          </a:xfrm>
          <a:prstGeom prst="rect">
            <a:avLst/>
          </a:prstGeom>
          <a:noFill/>
          <a:ln>
            <a:noFill/>
          </a:ln>
        </p:spPr>
        <p:txBody>
          <a:bodyPr anchorCtr="0" anchor="t" bIns="0" lIns="0" spcFirstLastPara="1" rIns="0" wrap="square" tIns="12700">
            <a:spAutoFit/>
          </a:bodyPr>
          <a:lstStyle/>
          <a:p>
            <a:pPr indent="0" lvl="0" marL="12700" marR="5080" rtl="0" algn="just">
              <a:lnSpc>
                <a:spcPct val="125000"/>
              </a:lnSpc>
              <a:spcBef>
                <a:spcPts val="0"/>
              </a:spcBef>
              <a:spcAft>
                <a:spcPts val="0"/>
              </a:spcAft>
              <a:buClr>
                <a:srgbClr val="000000"/>
              </a:buClr>
              <a:buSzPts val="1000"/>
              <a:buFont typeface="Arial"/>
              <a:buNone/>
            </a:pPr>
            <a:r>
              <a:rPr b="0" i="0" lang="en-US" sz="1000" u="none" cap="none" strike="noStrike">
                <a:solidFill>
                  <a:srgbClr val="231F20"/>
                </a:solidFill>
                <a:latin typeface="Arial"/>
                <a:ea typeface="Arial"/>
                <a:cs typeface="Arial"/>
                <a:sym typeface="Arial"/>
              </a:rPr>
              <a:t>Not disposable Wastes can treat with zero fuel consumption.</a:t>
            </a:r>
            <a:endParaRPr b="0" i="0" sz="1000" u="none" cap="none" strike="noStrike">
              <a:solidFill>
                <a:srgbClr val="000000"/>
              </a:solidFill>
              <a:latin typeface="Arial"/>
              <a:ea typeface="Arial"/>
              <a:cs typeface="Arial"/>
              <a:sym typeface="Arial"/>
            </a:endParaRPr>
          </a:p>
          <a:p>
            <a:pPr indent="0" lvl="0" marL="12700" marR="5080" rtl="0" algn="just">
              <a:lnSpc>
                <a:spcPct val="125000"/>
              </a:lnSpc>
              <a:spcBef>
                <a:spcPts val="850"/>
              </a:spcBef>
              <a:spcAft>
                <a:spcPts val="0"/>
              </a:spcAft>
              <a:buClr>
                <a:srgbClr val="000000"/>
              </a:buClr>
              <a:buSzPts val="1000"/>
              <a:buFont typeface="Arial"/>
              <a:buNone/>
            </a:pPr>
            <a:r>
              <a:rPr b="0" i="0" lang="en-US" sz="1000" u="none" cap="none" strike="noStrike">
                <a:solidFill>
                  <a:srgbClr val="231F20"/>
                </a:solidFill>
                <a:latin typeface="Arial"/>
                <a:ea typeface="Arial"/>
                <a:cs typeface="Arial"/>
                <a:sym typeface="Arial"/>
              </a:rPr>
              <a:t>The right pictures are for reference only. Waste treatment laws and regulation are differ de- pending on the country or region. Also, the recovery rate and the recovery material com- ponent may change depending on the waste. Please contact us for a suitable system.</a:t>
            </a:r>
            <a:endParaRPr b="0" i="0" sz="1000" u="none" cap="none" strike="noStrike">
              <a:solidFill>
                <a:srgbClr val="000000"/>
              </a:solidFill>
              <a:latin typeface="Arial"/>
              <a:ea typeface="Arial"/>
              <a:cs typeface="Arial"/>
              <a:sym typeface="Arial"/>
            </a:endParaRPr>
          </a:p>
        </p:txBody>
      </p:sp>
      <p:grpSp>
        <p:nvGrpSpPr>
          <p:cNvPr id="2131" name="Google Shape;2131;p18"/>
          <p:cNvGrpSpPr/>
          <p:nvPr/>
        </p:nvGrpSpPr>
        <p:grpSpPr>
          <a:xfrm>
            <a:off x="7003918" y="1024656"/>
            <a:ext cx="3042050" cy="1658621"/>
            <a:chOff x="7003918" y="1024656"/>
            <a:chExt cx="3042050" cy="1658621"/>
          </a:xfrm>
        </p:grpSpPr>
        <p:sp>
          <p:nvSpPr>
            <p:cNvPr id="2132" name="Google Shape;2132;p18"/>
            <p:cNvSpPr/>
            <p:nvPr/>
          </p:nvSpPr>
          <p:spPr>
            <a:xfrm>
              <a:off x="9163953" y="1024656"/>
              <a:ext cx="882015" cy="1658620"/>
            </a:xfrm>
            <a:custGeom>
              <a:rect b="b" l="l" r="r" t="t"/>
              <a:pathLst>
                <a:path extrusionOk="0" h="1658620" w="882015">
                  <a:moveTo>
                    <a:pt x="845502" y="804862"/>
                  </a:moveTo>
                  <a:lnTo>
                    <a:pt x="35991" y="804862"/>
                  </a:lnTo>
                  <a:lnTo>
                    <a:pt x="21983" y="802033"/>
                  </a:lnTo>
                  <a:lnTo>
                    <a:pt x="10542" y="794318"/>
                  </a:lnTo>
                  <a:lnTo>
                    <a:pt x="2828" y="782874"/>
                  </a:lnTo>
                  <a:lnTo>
                    <a:pt x="0" y="768857"/>
                  </a:lnTo>
                  <a:lnTo>
                    <a:pt x="0" y="36004"/>
                  </a:lnTo>
                  <a:lnTo>
                    <a:pt x="2828" y="21993"/>
                  </a:lnTo>
                  <a:lnTo>
                    <a:pt x="10542" y="10548"/>
                  </a:lnTo>
                  <a:lnTo>
                    <a:pt x="21983" y="2830"/>
                  </a:lnTo>
                  <a:lnTo>
                    <a:pt x="35991" y="0"/>
                  </a:lnTo>
                  <a:lnTo>
                    <a:pt x="845502" y="0"/>
                  </a:lnTo>
                  <a:lnTo>
                    <a:pt x="859513" y="2830"/>
                  </a:lnTo>
                  <a:lnTo>
                    <a:pt x="870958" y="10548"/>
                  </a:lnTo>
                  <a:lnTo>
                    <a:pt x="878676" y="21993"/>
                  </a:lnTo>
                  <a:lnTo>
                    <a:pt x="881507" y="36004"/>
                  </a:lnTo>
                  <a:lnTo>
                    <a:pt x="881507" y="768857"/>
                  </a:lnTo>
                  <a:lnTo>
                    <a:pt x="878676" y="782874"/>
                  </a:lnTo>
                  <a:lnTo>
                    <a:pt x="870958" y="794318"/>
                  </a:lnTo>
                  <a:lnTo>
                    <a:pt x="859513" y="802033"/>
                  </a:lnTo>
                  <a:lnTo>
                    <a:pt x="845502" y="804862"/>
                  </a:lnTo>
                  <a:close/>
                </a:path>
                <a:path extrusionOk="0" h="1658620" w="882015">
                  <a:moveTo>
                    <a:pt x="845502" y="1658454"/>
                  </a:moveTo>
                  <a:lnTo>
                    <a:pt x="35991" y="1658454"/>
                  </a:lnTo>
                  <a:lnTo>
                    <a:pt x="21983" y="1655625"/>
                  </a:lnTo>
                  <a:lnTo>
                    <a:pt x="10542" y="1647910"/>
                  </a:lnTo>
                  <a:lnTo>
                    <a:pt x="2828" y="1636466"/>
                  </a:lnTo>
                  <a:lnTo>
                    <a:pt x="0" y="1622450"/>
                  </a:lnTo>
                  <a:lnTo>
                    <a:pt x="0" y="889596"/>
                  </a:lnTo>
                  <a:lnTo>
                    <a:pt x="2828" y="875586"/>
                  </a:lnTo>
                  <a:lnTo>
                    <a:pt x="10542" y="864141"/>
                  </a:lnTo>
                  <a:lnTo>
                    <a:pt x="21983" y="856423"/>
                  </a:lnTo>
                  <a:lnTo>
                    <a:pt x="35991" y="853592"/>
                  </a:lnTo>
                  <a:lnTo>
                    <a:pt x="845502" y="853592"/>
                  </a:lnTo>
                  <a:lnTo>
                    <a:pt x="859513" y="856423"/>
                  </a:lnTo>
                  <a:lnTo>
                    <a:pt x="870958" y="864141"/>
                  </a:lnTo>
                  <a:lnTo>
                    <a:pt x="878676" y="875586"/>
                  </a:lnTo>
                  <a:lnTo>
                    <a:pt x="881507" y="889596"/>
                  </a:lnTo>
                  <a:lnTo>
                    <a:pt x="881507" y="1622450"/>
                  </a:lnTo>
                  <a:lnTo>
                    <a:pt x="878676" y="1636466"/>
                  </a:lnTo>
                  <a:lnTo>
                    <a:pt x="870958" y="1647910"/>
                  </a:lnTo>
                  <a:lnTo>
                    <a:pt x="859513" y="1655625"/>
                  </a:lnTo>
                  <a:lnTo>
                    <a:pt x="845502" y="1658454"/>
                  </a:lnTo>
                  <a:close/>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p18"/>
            <p:cNvSpPr/>
            <p:nvPr/>
          </p:nvSpPr>
          <p:spPr>
            <a:xfrm>
              <a:off x="7003918" y="1024657"/>
              <a:ext cx="2087245" cy="1658620"/>
            </a:xfrm>
            <a:custGeom>
              <a:rect b="b" l="l" r="r" t="t"/>
              <a:pathLst>
                <a:path extrusionOk="0" h="1658620" w="2087245">
                  <a:moveTo>
                    <a:pt x="36004" y="1658454"/>
                  </a:moveTo>
                  <a:lnTo>
                    <a:pt x="1847469" y="1658454"/>
                  </a:lnTo>
                  <a:lnTo>
                    <a:pt x="1861485" y="1655625"/>
                  </a:lnTo>
                  <a:lnTo>
                    <a:pt x="1872929" y="1647910"/>
                  </a:lnTo>
                  <a:lnTo>
                    <a:pt x="1880644" y="1636466"/>
                  </a:lnTo>
                  <a:lnTo>
                    <a:pt x="1883473" y="1622450"/>
                  </a:lnTo>
                  <a:lnTo>
                    <a:pt x="1883473" y="36004"/>
                  </a:lnTo>
                  <a:lnTo>
                    <a:pt x="1880644" y="21988"/>
                  </a:lnTo>
                  <a:lnTo>
                    <a:pt x="1872929" y="10544"/>
                  </a:lnTo>
                  <a:lnTo>
                    <a:pt x="1861485" y="2828"/>
                  </a:lnTo>
                  <a:lnTo>
                    <a:pt x="1847469" y="0"/>
                  </a:lnTo>
                  <a:lnTo>
                    <a:pt x="36004" y="0"/>
                  </a:lnTo>
                  <a:lnTo>
                    <a:pt x="21988" y="2828"/>
                  </a:lnTo>
                  <a:lnTo>
                    <a:pt x="10544" y="10544"/>
                  </a:lnTo>
                  <a:lnTo>
                    <a:pt x="2828" y="21988"/>
                  </a:lnTo>
                  <a:lnTo>
                    <a:pt x="0" y="36004"/>
                  </a:lnTo>
                  <a:lnTo>
                    <a:pt x="0" y="1622450"/>
                  </a:lnTo>
                  <a:lnTo>
                    <a:pt x="2828" y="1636466"/>
                  </a:lnTo>
                  <a:lnTo>
                    <a:pt x="10544" y="1647910"/>
                  </a:lnTo>
                  <a:lnTo>
                    <a:pt x="21988" y="1655625"/>
                  </a:lnTo>
                  <a:lnTo>
                    <a:pt x="36004" y="1658454"/>
                  </a:lnTo>
                  <a:close/>
                </a:path>
                <a:path extrusionOk="0" h="1658620" w="2087245">
                  <a:moveTo>
                    <a:pt x="1883473" y="829233"/>
                  </a:moveTo>
                  <a:lnTo>
                    <a:pt x="2010473" y="829233"/>
                  </a:lnTo>
                </a:path>
                <a:path extrusionOk="0" h="1658620" w="2087245">
                  <a:moveTo>
                    <a:pt x="2087118" y="402437"/>
                  </a:moveTo>
                  <a:lnTo>
                    <a:pt x="2010473" y="402437"/>
                  </a:lnTo>
                  <a:lnTo>
                    <a:pt x="2010473" y="1256030"/>
                  </a:lnTo>
                  <a:lnTo>
                    <a:pt x="2087118" y="1256030"/>
                  </a:lnTo>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18"/>
            <p:cNvSpPr/>
            <p:nvPr/>
          </p:nvSpPr>
          <p:spPr>
            <a:xfrm>
              <a:off x="9076208" y="1376438"/>
              <a:ext cx="88265" cy="955040"/>
            </a:xfrm>
            <a:custGeom>
              <a:rect b="b" l="l" r="r" t="t"/>
              <a:pathLst>
                <a:path extrusionOk="0" h="955039" w="88265">
                  <a:moveTo>
                    <a:pt x="87731" y="904252"/>
                  </a:moveTo>
                  <a:lnTo>
                    <a:pt x="0" y="853592"/>
                  </a:lnTo>
                  <a:lnTo>
                    <a:pt x="0" y="954913"/>
                  </a:lnTo>
                  <a:lnTo>
                    <a:pt x="87731" y="904252"/>
                  </a:lnTo>
                  <a:close/>
                </a:path>
                <a:path extrusionOk="0" h="955039" w="88265">
                  <a:moveTo>
                    <a:pt x="87731" y="50660"/>
                  </a:moveTo>
                  <a:lnTo>
                    <a:pt x="0" y="0"/>
                  </a:lnTo>
                  <a:lnTo>
                    <a:pt x="0" y="101320"/>
                  </a:lnTo>
                  <a:lnTo>
                    <a:pt x="87731" y="5066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5" name="Google Shape;2135;p18"/>
          <p:cNvSpPr txBox="1"/>
          <p:nvPr/>
        </p:nvSpPr>
        <p:spPr>
          <a:xfrm>
            <a:off x="9387371" y="1683467"/>
            <a:ext cx="461009"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Mineral oil</a:t>
            </a:r>
            <a:endParaRPr b="0" i="0" sz="700" u="none" cap="none" strike="noStrike">
              <a:solidFill>
                <a:srgbClr val="000000"/>
              </a:solidFill>
              <a:latin typeface="Arial"/>
              <a:ea typeface="Arial"/>
              <a:cs typeface="Arial"/>
              <a:sym typeface="Arial"/>
            </a:endParaRPr>
          </a:p>
        </p:txBody>
      </p:sp>
      <p:sp>
        <p:nvSpPr>
          <p:cNvPr id="2136" name="Google Shape;2136;p18"/>
          <p:cNvSpPr txBox="1"/>
          <p:nvPr/>
        </p:nvSpPr>
        <p:spPr>
          <a:xfrm>
            <a:off x="7252171" y="2406669"/>
            <a:ext cx="507365" cy="254635"/>
          </a:xfrm>
          <a:prstGeom prst="rect">
            <a:avLst/>
          </a:prstGeom>
          <a:noFill/>
          <a:ln>
            <a:noFill/>
          </a:ln>
        </p:spPr>
        <p:txBody>
          <a:bodyPr anchorCtr="0" anchor="t" bIns="0" lIns="0" spcFirstLastPara="1" rIns="0" wrap="square" tIns="12700">
            <a:spAutoFit/>
          </a:bodyPr>
          <a:lstStyle/>
          <a:p>
            <a:pPr indent="36830" lvl="0" marL="12700"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Vinyl resin 80% 〜 65%</a:t>
            </a:r>
            <a:endParaRPr b="0" i="0" sz="700" u="none" cap="none" strike="noStrike">
              <a:solidFill>
                <a:srgbClr val="000000"/>
              </a:solidFill>
              <a:latin typeface="Arial"/>
              <a:ea typeface="Arial"/>
              <a:cs typeface="Arial"/>
              <a:sym typeface="Arial"/>
            </a:endParaRPr>
          </a:p>
        </p:txBody>
      </p:sp>
      <p:sp>
        <p:nvSpPr>
          <p:cNvPr id="2137" name="Google Shape;2137;p18"/>
          <p:cNvSpPr txBox="1"/>
          <p:nvPr/>
        </p:nvSpPr>
        <p:spPr>
          <a:xfrm>
            <a:off x="8148016" y="2406669"/>
            <a:ext cx="513080" cy="254635"/>
          </a:xfrm>
          <a:prstGeom prst="rect">
            <a:avLst/>
          </a:prstGeom>
          <a:noFill/>
          <a:ln>
            <a:noFill/>
          </a:ln>
        </p:spPr>
        <p:txBody>
          <a:bodyPr anchorCtr="0" anchor="t" bIns="0" lIns="0" spcFirstLastPara="1" rIns="0" wrap="square" tIns="12700">
            <a:spAutoFit/>
          </a:bodyPr>
          <a:lstStyle/>
          <a:p>
            <a:pPr indent="-635" lvl="0" marL="12700"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Copper wire 35% 〜 20%</a:t>
            </a:r>
            <a:endParaRPr b="0" i="0" sz="700" u="none" cap="none" strike="noStrike">
              <a:solidFill>
                <a:srgbClr val="000000"/>
              </a:solidFill>
              <a:latin typeface="Arial"/>
              <a:ea typeface="Arial"/>
              <a:cs typeface="Arial"/>
              <a:sym typeface="Arial"/>
            </a:endParaRPr>
          </a:p>
        </p:txBody>
      </p:sp>
      <p:sp>
        <p:nvSpPr>
          <p:cNvPr id="2138" name="Google Shape;2138;p18"/>
          <p:cNvSpPr txBox="1"/>
          <p:nvPr/>
        </p:nvSpPr>
        <p:spPr>
          <a:xfrm>
            <a:off x="6971700" y="852934"/>
            <a:ext cx="77279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Wire cord waste</a:t>
            </a:r>
            <a:endParaRPr b="0" i="0" sz="800" u="none" cap="none" strike="noStrike">
              <a:solidFill>
                <a:srgbClr val="000000"/>
              </a:solidFill>
              <a:latin typeface="Arial"/>
              <a:ea typeface="Arial"/>
              <a:cs typeface="Arial"/>
              <a:sym typeface="Arial"/>
            </a:endParaRPr>
          </a:p>
        </p:txBody>
      </p:sp>
      <p:grpSp>
        <p:nvGrpSpPr>
          <p:cNvPr id="2139" name="Google Shape;2139;p18"/>
          <p:cNvGrpSpPr/>
          <p:nvPr/>
        </p:nvGrpSpPr>
        <p:grpSpPr>
          <a:xfrm>
            <a:off x="3704083" y="2988138"/>
            <a:ext cx="3042051" cy="1658621"/>
            <a:chOff x="3704083" y="2988138"/>
            <a:chExt cx="3042051" cy="1658621"/>
          </a:xfrm>
        </p:grpSpPr>
        <p:sp>
          <p:nvSpPr>
            <p:cNvPr id="2140" name="Google Shape;2140;p18"/>
            <p:cNvSpPr/>
            <p:nvPr/>
          </p:nvSpPr>
          <p:spPr>
            <a:xfrm>
              <a:off x="5864119" y="2988138"/>
              <a:ext cx="882015" cy="1658620"/>
            </a:xfrm>
            <a:custGeom>
              <a:rect b="b" l="l" r="r" t="t"/>
              <a:pathLst>
                <a:path extrusionOk="0" h="1658620" w="882015">
                  <a:moveTo>
                    <a:pt x="845502" y="804862"/>
                  </a:moveTo>
                  <a:lnTo>
                    <a:pt x="35991" y="804862"/>
                  </a:lnTo>
                  <a:lnTo>
                    <a:pt x="21983" y="802033"/>
                  </a:lnTo>
                  <a:lnTo>
                    <a:pt x="10542" y="794318"/>
                  </a:lnTo>
                  <a:lnTo>
                    <a:pt x="2828" y="782874"/>
                  </a:lnTo>
                  <a:lnTo>
                    <a:pt x="0" y="768858"/>
                  </a:lnTo>
                  <a:lnTo>
                    <a:pt x="0" y="36004"/>
                  </a:lnTo>
                  <a:lnTo>
                    <a:pt x="2828" y="21993"/>
                  </a:lnTo>
                  <a:lnTo>
                    <a:pt x="10542" y="10548"/>
                  </a:lnTo>
                  <a:lnTo>
                    <a:pt x="21983" y="2830"/>
                  </a:lnTo>
                  <a:lnTo>
                    <a:pt x="35991" y="0"/>
                  </a:lnTo>
                  <a:lnTo>
                    <a:pt x="845502" y="0"/>
                  </a:lnTo>
                  <a:lnTo>
                    <a:pt x="859513" y="2830"/>
                  </a:lnTo>
                  <a:lnTo>
                    <a:pt x="870958" y="10548"/>
                  </a:lnTo>
                  <a:lnTo>
                    <a:pt x="878676" y="21993"/>
                  </a:lnTo>
                  <a:lnTo>
                    <a:pt x="881506" y="36004"/>
                  </a:lnTo>
                  <a:lnTo>
                    <a:pt x="881506" y="768858"/>
                  </a:lnTo>
                  <a:lnTo>
                    <a:pt x="878676" y="782874"/>
                  </a:lnTo>
                  <a:lnTo>
                    <a:pt x="870958" y="794318"/>
                  </a:lnTo>
                  <a:lnTo>
                    <a:pt x="859513" y="802033"/>
                  </a:lnTo>
                  <a:lnTo>
                    <a:pt x="845502" y="804862"/>
                  </a:lnTo>
                  <a:close/>
                </a:path>
                <a:path extrusionOk="0" h="1658620" w="882015">
                  <a:moveTo>
                    <a:pt x="845502" y="1658454"/>
                  </a:moveTo>
                  <a:lnTo>
                    <a:pt x="35991" y="1658454"/>
                  </a:lnTo>
                  <a:lnTo>
                    <a:pt x="21983" y="1655625"/>
                  </a:lnTo>
                  <a:lnTo>
                    <a:pt x="10542" y="1647910"/>
                  </a:lnTo>
                  <a:lnTo>
                    <a:pt x="2828" y="1636466"/>
                  </a:lnTo>
                  <a:lnTo>
                    <a:pt x="0" y="1622450"/>
                  </a:lnTo>
                  <a:lnTo>
                    <a:pt x="0" y="889596"/>
                  </a:lnTo>
                  <a:lnTo>
                    <a:pt x="2828" y="875586"/>
                  </a:lnTo>
                  <a:lnTo>
                    <a:pt x="10542" y="864141"/>
                  </a:lnTo>
                  <a:lnTo>
                    <a:pt x="21983" y="856423"/>
                  </a:lnTo>
                  <a:lnTo>
                    <a:pt x="35991" y="853592"/>
                  </a:lnTo>
                  <a:lnTo>
                    <a:pt x="845502" y="853592"/>
                  </a:lnTo>
                  <a:lnTo>
                    <a:pt x="859513" y="856423"/>
                  </a:lnTo>
                  <a:lnTo>
                    <a:pt x="870958" y="864141"/>
                  </a:lnTo>
                  <a:lnTo>
                    <a:pt x="878676" y="875586"/>
                  </a:lnTo>
                  <a:lnTo>
                    <a:pt x="881506" y="889596"/>
                  </a:lnTo>
                  <a:lnTo>
                    <a:pt x="881506" y="1622450"/>
                  </a:lnTo>
                  <a:lnTo>
                    <a:pt x="878676" y="1636466"/>
                  </a:lnTo>
                  <a:lnTo>
                    <a:pt x="870958" y="1647910"/>
                  </a:lnTo>
                  <a:lnTo>
                    <a:pt x="859513" y="1655625"/>
                  </a:lnTo>
                  <a:lnTo>
                    <a:pt x="845502" y="1658454"/>
                  </a:lnTo>
                  <a:close/>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p18"/>
            <p:cNvSpPr/>
            <p:nvPr/>
          </p:nvSpPr>
          <p:spPr>
            <a:xfrm>
              <a:off x="3704083" y="2988139"/>
              <a:ext cx="2087245" cy="1658620"/>
            </a:xfrm>
            <a:custGeom>
              <a:rect b="b" l="l" r="r" t="t"/>
              <a:pathLst>
                <a:path extrusionOk="0" h="1658620" w="2087245">
                  <a:moveTo>
                    <a:pt x="36004" y="1658454"/>
                  </a:moveTo>
                  <a:lnTo>
                    <a:pt x="1847468" y="1658454"/>
                  </a:lnTo>
                  <a:lnTo>
                    <a:pt x="1861485" y="1655625"/>
                  </a:lnTo>
                  <a:lnTo>
                    <a:pt x="1872929" y="1647910"/>
                  </a:lnTo>
                  <a:lnTo>
                    <a:pt x="1880644" y="1636466"/>
                  </a:lnTo>
                  <a:lnTo>
                    <a:pt x="1883473" y="1622450"/>
                  </a:lnTo>
                  <a:lnTo>
                    <a:pt x="1883473" y="36004"/>
                  </a:lnTo>
                  <a:lnTo>
                    <a:pt x="1880644" y="21988"/>
                  </a:lnTo>
                  <a:lnTo>
                    <a:pt x="1872929" y="10544"/>
                  </a:lnTo>
                  <a:lnTo>
                    <a:pt x="1861485" y="2828"/>
                  </a:lnTo>
                  <a:lnTo>
                    <a:pt x="1847468" y="0"/>
                  </a:lnTo>
                  <a:lnTo>
                    <a:pt x="36004" y="0"/>
                  </a:lnTo>
                  <a:lnTo>
                    <a:pt x="21988" y="2828"/>
                  </a:lnTo>
                  <a:lnTo>
                    <a:pt x="10544" y="10544"/>
                  </a:lnTo>
                  <a:lnTo>
                    <a:pt x="2828" y="21988"/>
                  </a:lnTo>
                  <a:lnTo>
                    <a:pt x="0" y="36004"/>
                  </a:lnTo>
                  <a:lnTo>
                    <a:pt x="0" y="1622450"/>
                  </a:lnTo>
                  <a:lnTo>
                    <a:pt x="2828" y="1636466"/>
                  </a:lnTo>
                  <a:lnTo>
                    <a:pt x="10544" y="1647910"/>
                  </a:lnTo>
                  <a:lnTo>
                    <a:pt x="21988" y="1655625"/>
                  </a:lnTo>
                  <a:lnTo>
                    <a:pt x="36004" y="1658454"/>
                  </a:lnTo>
                  <a:close/>
                </a:path>
                <a:path extrusionOk="0" h="1658620" w="2087245">
                  <a:moveTo>
                    <a:pt x="1883473" y="829233"/>
                  </a:moveTo>
                  <a:lnTo>
                    <a:pt x="2010473" y="829233"/>
                  </a:lnTo>
                </a:path>
                <a:path extrusionOk="0" h="1658620" w="2087245">
                  <a:moveTo>
                    <a:pt x="2087117" y="402437"/>
                  </a:moveTo>
                  <a:lnTo>
                    <a:pt x="2010473" y="402437"/>
                  </a:lnTo>
                  <a:lnTo>
                    <a:pt x="2010473" y="1256030"/>
                  </a:lnTo>
                  <a:lnTo>
                    <a:pt x="2087117" y="1256030"/>
                  </a:lnTo>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p18"/>
            <p:cNvSpPr/>
            <p:nvPr/>
          </p:nvSpPr>
          <p:spPr>
            <a:xfrm>
              <a:off x="5776379" y="3339921"/>
              <a:ext cx="88265" cy="955040"/>
            </a:xfrm>
            <a:custGeom>
              <a:rect b="b" l="l" r="r" t="t"/>
              <a:pathLst>
                <a:path extrusionOk="0" h="955039" w="88264">
                  <a:moveTo>
                    <a:pt x="87731" y="904252"/>
                  </a:moveTo>
                  <a:lnTo>
                    <a:pt x="0" y="853592"/>
                  </a:lnTo>
                  <a:lnTo>
                    <a:pt x="0" y="954913"/>
                  </a:lnTo>
                  <a:lnTo>
                    <a:pt x="87731" y="904252"/>
                  </a:lnTo>
                  <a:close/>
                </a:path>
                <a:path extrusionOk="0" h="955039" w="88264">
                  <a:moveTo>
                    <a:pt x="87731" y="50660"/>
                  </a:moveTo>
                  <a:lnTo>
                    <a:pt x="0" y="0"/>
                  </a:lnTo>
                  <a:lnTo>
                    <a:pt x="0" y="101320"/>
                  </a:lnTo>
                  <a:lnTo>
                    <a:pt x="87731" y="5066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3" name="Google Shape;2143;p18"/>
          <p:cNvSpPr txBox="1"/>
          <p:nvPr/>
        </p:nvSpPr>
        <p:spPr>
          <a:xfrm>
            <a:off x="5906043" y="3646948"/>
            <a:ext cx="79438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Animal drainage &amp; oil</a:t>
            </a:r>
            <a:endParaRPr b="0" i="0" sz="700" u="none" cap="none" strike="noStrike">
              <a:solidFill>
                <a:srgbClr val="000000"/>
              </a:solidFill>
              <a:latin typeface="Arial"/>
              <a:ea typeface="Arial"/>
              <a:cs typeface="Arial"/>
              <a:sym typeface="Arial"/>
            </a:endParaRPr>
          </a:p>
        </p:txBody>
      </p:sp>
      <p:sp>
        <p:nvSpPr>
          <p:cNvPr id="2144" name="Google Shape;2144;p18"/>
          <p:cNvSpPr txBox="1"/>
          <p:nvPr/>
        </p:nvSpPr>
        <p:spPr>
          <a:xfrm>
            <a:off x="3822088" y="4370142"/>
            <a:ext cx="741680" cy="254000"/>
          </a:xfrm>
          <a:prstGeom prst="rect">
            <a:avLst/>
          </a:prstGeom>
          <a:noFill/>
          <a:ln>
            <a:noFill/>
          </a:ln>
        </p:spPr>
        <p:txBody>
          <a:bodyPr anchorCtr="0" anchor="t" bIns="0" lIns="0" spcFirstLastPara="1" rIns="0" wrap="square" tIns="12700">
            <a:spAutoFit/>
          </a:bodyPr>
          <a:lstStyle/>
          <a:p>
            <a:pPr indent="-117475" lvl="0" marL="129539" marR="5080" rtl="0" algn="l">
              <a:lnSpc>
                <a:spcPct val="1071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Raw meat, Internal 75% 〜 85%</a:t>
            </a:r>
            <a:endParaRPr b="0" i="0" sz="700" u="none" cap="none" strike="noStrike">
              <a:solidFill>
                <a:srgbClr val="000000"/>
              </a:solidFill>
              <a:latin typeface="Arial"/>
              <a:ea typeface="Arial"/>
              <a:cs typeface="Arial"/>
              <a:sym typeface="Arial"/>
            </a:endParaRPr>
          </a:p>
        </p:txBody>
      </p:sp>
      <p:sp>
        <p:nvSpPr>
          <p:cNvPr id="2145" name="Google Shape;2145;p18"/>
          <p:cNvSpPr txBox="1"/>
          <p:nvPr/>
        </p:nvSpPr>
        <p:spPr>
          <a:xfrm>
            <a:off x="4752889" y="4370091"/>
            <a:ext cx="703580" cy="254635"/>
          </a:xfrm>
          <a:prstGeom prst="rect">
            <a:avLst/>
          </a:prstGeom>
          <a:noFill/>
          <a:ln>
            <a:noFill/>
          </a:ln>
        </p:spPr>
        <p:txBody>
          <a:bodyPr anchorCtr="0" anchor="t" bIns="0" lIns="0" spcFirstLastPara="1" rIns="0" wrap="square" tIns="12700">
            <a:spAutoFit/>
          </a:bodyPr>
          <a:lstStyle/>
          <a:p>
            <a:pPr indent="-98425" lvl="0" marL="110489"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Bone, teeth, nails 25% 〜 15%</a:t>
            </a:r>
            <a:endParaRPr b="0" i="0" sz="700" u="none" cap="none" strike="noStrike">
              <a:solidFill>
                <a:srgbClr val="000000"/>
              </a:solidFill>
              <a:latin typeface="Arial"/>
              <a:ea typeface="Arial"/>
              <a:cs typeface="Arial"/>
              <a:sym typeface="Arial"/>
            </a:endParaRPr>
          </a:p>
        </p:txBody>
      </p:sp>
      <p:sp>
        <p:nvSpPr>
          <p:cNvPr id="2146" name="Google Shape;2146;p18"/>
          <p:cNvSpPr txBox="1"/>
          <p:nvPr/>
        </p:nvSpPr>
        <p:spPr>
          <a:xfrm>
            <a:off x="3671867" y="2816416"/>
            <a:ext cx="76263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Livestock waste</a:t>
            </a:r>
            <a:endParaRPr b="0" i="0" sz="800" u="none" cap="none" strike="noStrike">
              <a:solidFill>
                <a:srgbClr val="000000"/>
              </a:solidFill>
              <a:latin typeface="Arial"/>
              <a:ea typeface="Arial"/>
              <a:cs typeface="Arial"/>
              <a:sym typeface="Arial"/>
            </a:endParaRPr>
          </a:p>
        </p:txBody>
      </p:sp>
      <p:grpSp>
        <p:nvGrpSpPr>
          <p:cNvPr id="2147" name="Google Shape;2147;p18"/>
          <p:cNvGrpSpPr/>
          <p:nvPr/>
        </p:nvGrpSpPr>
        <p:grpSpPr>
          <a:xfrm>
            <a:off x="7017087" y="2984938"/>
            <a:ext cx="3042049" cy="1658621"/>
            <a:chOff x="7017087" y="2984938"/>
            <a:chExt cx="3042049" cy="1658621"/>
          </a:xfrm>
        </p:grpSpPr>
        <p:sp>
          <p:nvSpPr>
            <p:cNvPr id="2148" name="Google Shape;2148;p18"/>
            <p:cNvSpPr/>
            <p:nvPr/>
          </p:nvSpPr>
          <p:spPr>
            <a:xfrm>
              <a:off x="9335223" y="4486998"/>
              <a:ext cx="603250" cy="135255"/>
            </a:xfrm>
            <a:custGeom>
              <a:rect b="b" l="l" r="r" t="t"/>
              <a:pathLst>
                <a:path extrusionOk="0" h="135254" w="603250">
                  <a:moveTo>
                    <a:pt x="0" y="135000"/>
                  </a:moveTo>
                  <a:lnTo>
                    <a:pt x="602996" y="135000"/>
                  </a:lnTo>
                  <a:lnTo>
                    <a:pt x="602996" y="0"/>
                  </a:lnTo>
                  <a:lnTo>
                    <a:pt x="0" y="0"/>
                  </a:lnTo>
                  <a:lnTo>
                    <a:pt x="0" y="13500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18"/>
            <p:cNvSpPr/>
            <p:nvPr/>
          </p:nvSpPr>
          <p:spPr>
            <a:xfrm>
              <a:off x="9177121" y="2984938"/>
              <a:ext cx="882015" cy="1658620"/>
            </a:xfrm>
            <a:custGeom>
              <a:rect b="b" l="l" r="r" t="t"/>
              <a:pathLst>
                <a:path extrusionOk="0" h="1658620" w="882015">
                  <a:moveTo>
                    <a:pt x="845502" y="804862"/>
                  </a:moveTo>
                  <a:lnTo>
                    <a:pt x="35991" y="804862"/>
                  </a:lnTo>
                  <a:lnTo>
                    <a:pt x="21983" y="802033"/>
                  </a:lnTo>
                  <a:lnTo>
                    <a:pt x="10542" y="794318"/>
                  </a:lnTo>
                  <a:lnTo>
                    <a:pt x="2828" y="782874"/>
                  </a:lnTo>
                  <a:lnTo>
                    <a:pt x="0" y="768858"/>
                  </a:lnTo>
                  <a:lnTo>
                    <a:pt x="0" y="36004"/>
                  </a:lnTo>
                  <a:lnTo>
                    <a:pt x="2828" y="21993"/>
                  </a:lnTo>
                  <a:lnTo>
                    <a:pt x="10542" y="10548"/>
                  </a:lnTo>
                  <a:lnTo>
                    <a:pt x="21983" y="2830"/>
                  </a:lnTo>
                  <a:lnTo>
                    <a:pt x="35991" y="0"/>
                  </a:lnTo>
                  <a:lnTo>
                    <a:pt x="845502" y="0"/>
                  </a:lnTo>
                  <a:lnTo>
                    <a:pt x="859513" y="2830"/>
                  </a:lnTo>
                  <a:lnTo>
                    <a:pt x="870958" y="10548"/>
                  </a:lnTo>
                  <a:lnTo>
                    <a:pt x="878676" y="21993"/>
                  </a:lnTo>
                  <a:lnTo>
                    <a:pt x="881507" y="36004"/>
                  </a:lnTo>
                  <a:lnTo>
                    <a:pt x="881507" y="768858"/>
                  </a:lnTo>
                  <a:lnTo>
                    <a:pt x="878676" y="782874"/>
                  </a:lnTo>
                  <a:lnTo>
                    <a:pt x="870958" y="794318"/>
                  </a:lnTo>
                  <a:lnTo>
                    <a:pt x="859513" y="802033"/>
                  </a:lnTo>
                  <a:lnTo>
                    <a:pt x="845502" y="804862"/>
                  </a:lnTo>
                  <a:close/>
                </a:path>
                <a:path extrusionOk="0" h="1658620" w="882015">
                  <a:moveTo>
                    <a:pt x="845502" y="1658454"/>
                  </a:moveTo>
                  <a:lnTo>
                    <a:pt x="35991" y="1658454"/>
                  </a:lnTo>
                  <a:lnTo>
                    <a:pt x="21983" y="1655625"/>
                  </a:lnTo>
                  <a:lnTo>
                    <a:pt x="10542" y="1647910"/>
                  </a:lnTo>
                  <a:lnTo>
                    <a:pt x="2828" y="1636466"/>
                  </a:lnTo>
                  <a:lnTo>
                    <a:pt x="0" y="1622450"/>
                  </a:lnTo>
                  <a:lnTo>
                    <a:pt x="0" y="889596"/>
                  </a:lnTo>
                  <a:lnTo>
                    <a:pt x="2828" y="875586"/>
                  </a:lnTo>
                  <a:lnTo>
                    <a:pt x="10542" y="864141"/>
                  </a:lnTo>
                  <a:lnTo>
                    <a:pt x="21983" y="856423"/>
                  </a:lnTo>
                  <a:lnTo>
                    <a:pt x="35991" y="853592"/>
                  </a:lnTo>
                  <a:lnTo>
                    <a:pt x="845502" y="853592"/>
                  </a:lnTo>
                  <a:lnTo>
                    <a:pt x="859513" y="856423"/>
                  </a:lnTo>
                  <a:lnTo>
                    <a:pt x="870958" y="864141"/>
                  </a:lnTo>
                  <a:lnTo>
                    <a:pt x="878676" y="875586"/>
                  </a:lnTo>
                  <a:lnTo>
                    <a:pt x="881507" y="889596"/>
                  </a:lnTo>
                  <a:lnTo>
                    <a:pt x="881507" y="1622450"/>
                  </a:lnTo>
                  <a:lnTo>
                    <a:pt x="878676" y="1636466"/>
                  </a:lnTo>
                  <a:lnTo>
                    <a:pt x="870958" y="1647910"/>
                  </a:lnTo>
                  <a:lnTo>
                    <a:pt x="859513" y="1655625"/>
                  </a:lnTo>
                  <a:lnTo>
                    <a:pt x="845502" y="1658454"/>
                  </a:lnTo>
                  <a:close/>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18"/>
            <p:cNvSpPr/>
            <p:nvPr/>
          </p:nvSpPr>
          <p:spPr>
            <a:xfrm>
              <a:off x="7017087" y="2984939"/>
              <a:ext cx="2087245" cy="1658620"/>
            </a:xfrm>
            <a:custGeom>
              <a:rect b="b" l="l" r="r" t="t"/>
              <a:pathLst>
                <a:path extrusionOk="0" h="1658620" w="2087245">
                  <a:moveTo>
                    <a:pt x="36004" y="1658454"/>
                  </a:moveTo>
                  <a:lnTo>
                    <a:pt x="1847469" y="1658454"/>
                  </a:lnTo>
                  <a:lnTo>
                    <a:pt x="1861485" y="1655625"/>
                  </a:lnTo>
                  <a:lnTo>
                    <a:pt x="1872929" y="1647910"/>
                  </a:lnTo>
                  <a:lnTo>
                    <a:pt x="1880644" y="1636466"/>
                  </a:lnTo>
                  <a:lnTo>
                    <a:pt x="1883473" y="1622450"/>
                  </a:lnTo>
                  <a:lnTo>
                    <a:pt x="1883473" y="36004"/>
                  </a:lnTo>
                  <a:lnTo>
                    <a:pt x="1880644" y="21988"/>
                  </a:lnTo>
                  <a:lnTo>
                    <a:pt x="1872929" y="10544"/>
                  </a:lnTo>
                  <a:lnTo>
                    <a:pt x="1861485" y="2828"/>
                  </a:lnTo>
                  <a:lnTo>
                    <a:pt x="1847469" y="0"/>
                  </a:lnTo>
                  <a:lnTo>
                    <a:pt x="36004" y="0"/>
                  </a:lnTo>
                  <a:lnTo>
                    <a:pt x="21988" y="2828"/>
                  </a:lnTo>
                  <a:lnTo>
                    <a:pt x="10544" y="10544"/>
                  </a:lnTo>
                  <a:lnTo>
                    <a:pt x="2828" y="21988"/>
                  </a:lnTo>
                  <a:lnTo>
                    <a:pt x="0" y="36004"/>
                  </a:lnTo>
                  <a:lnTo>
                    <a:pt x="0" y="1622450"/>
                  </a:lnTo>
                  <a:lnTo>
                    <a:pt x="2828" y="1636466"/>
                  </a:lnTo>
                  <a:lnTo>
                    <a:pt x="10544" y="1647910"/>
                  </a:lnTo>
                  <a:lnTo>
                    <a:pt x="21988" y="1655625"/>
                  </a:lnTo>
                  <a:lnTo>
                    <a:pt x="36004" y="1658454"/>
                  </a:lnTo>
                  <a:close/>
                </a:path>
                <a:path extrusionOk="0" h="1658620" w="2087245">
                  <a:moveTo>
                    <a:pt x="1883473" y="829233"/>
                  </a:moveTo>
                  <a:lnTo>
                    <a:pt x="2010473" y="829233"/>
                  </a:lnTo>
                </a:path>
                <a:path extrusionOk="0" h="1658620" w="2087245">
                  <a:moveTo>
                    <a:pt x="2087118" y="402437"/>
                  </a:moveTo>
                  <a:lnTo>
                    <a:pt x="2010473" y="402437"/>
                  </a:lnTo>
                  <a:lnTo>
                    <a:pt x="2010473" y="1256030"/>
                  </a:lnTo>
                  <a:lnTo>
                    <a:pt x="2087118" y="1256030"/>
                  </a:lnTo>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18"/>
            <p:cNvSpPr/>
            <p:nvPr/>
          </p:nvSpPr>
          <p:spPr>
            <a:xfrm>
              <a:off x="9089377" y="3336721"/>
              <a:ext cx="88265" cy="955040"/>
            </a:xfrm>
            <a:custGeom>
              <a:rect b="b" l="l" r="r" t="t"/>
              <a:pathLst>
                <a:path extrusionOk="0" h="955039" w="88265">
                  <a:moveTo>
                    <a:pt x="87731" y="904252"/>
                  </a:moveTo>
                  <a:lnTo>
                    <a:pt x="0" y="853592"/>
                  </a:lnTo>
                  <a:lnTo>
                    <a:pt x="0" y="954913"/>
                  </a:lnTo>
                  <a:lnTo>
                    <a:pt x="87731" y="904252"/>
                  </a:lnTo>
                  <a:close/>
                </a:path>
                <a:path extrusionOk="0" h="955039" w="88265">
                  <a:moveTo>
                    <a:pt x="87731" y="50660"/>
                  </a:moveTo>
                  <a:lnTo>
                    <a:pt x="0" y="0"/>
                  </a:lnTo>
                  <a:lnTo>
                    <a:pt x="0" y="101320"/>
                  </a:lnTo>
                  <a:lnTo>
                    <a:pt x="87731" y="5066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52" name="Google Shape;2152;p18"/>
          <p:cNvSpPr txBox="1"/>
          <p:nvPr/>
        </p:nvSpPr>
        <p:spPr>
          <a:xfrm>
            <a:off x="9387371" y="3643749"/>
            <a:ext cx="461009"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Mineral oil</a:t>
            </a:r>
            <a:endParaRPr b="0" i="0" sz="700" u="none" cap="none" strike="noStrike">
              <a:solidFill>
                <a:srgbClr val="000000"/>
              </a:solidFill>
              <a:latin typeface="Arial"/>
              <a:ea typeface="Arial"/>
              <a:cs typeface="Arial"/>
              <a:sym typeface="Arial"/>
            </a:endParaRPr>
          </a:p>
        </p:txBody>
      </p:sp>
      <p:sp>
        <p:nvSpPr>
          <p:cNvPr id="2153" name="Google Shape;2153;p18"/>
          <p:cNvSpPr txBox="1"/>
          <p:nvPr/>
        </p:nvSpPr>
        <p:spPr>
          <a:xfrm>
            <a:off x="9335223" y="4486998"/>
            <a:ext cx="603250" cy="135255"/>
          </a:xfrm>
          <a:prstGeom prst="rect">
            <a:avLst/>
          </a:prstGeom>
          <a:solidFill>
            <a:srgbClr val="FFFFFF"/>
          </a:solidFill>
          <a:ln>
            <a:noFill/>
          </a:ln>
        </p:spPr>
        <p:txBody>
          <a:bodyPr anchorCtr="0" anchor="t" bIns="0" lIns="0" spcFirstLastPara="1" rIns="0" wrap="square" tIns="16500">
            <a:spAutoFit/>
          </a:bodyPr>
          <a:lstStyle/>
          <a:p>
            <a:pPr indent="0" lvl="0" marL="53975"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Alumimum</a:t>
            </a:r>
            <a:endParaRPr b="0" i="0" sz="700" u="none" cap="none" strike="noStrike">
              <a:solidFill>
                <a:srgbClr val="000000"/>
              </a:solidFill>
              <a:latin typeface="Arial"/>
              <a:ea typeface="Arial"/>
              <a:cs typeface="Arial"/>
              <a:sym typeface="Arial"/>
            </a:endParaRPr>
          </a:p>
        </p:txBody>
      </p:sp>
      <p:sp>
        <p:nvSpPr>
          <p:cNvPr id="2154" name="Google Shape;2154;p18"/>
          <p:cNvSpPr txBox="1"/>
          <p:nvPr/>
        </p:nvSpPr>
        <p:spPr>
          <a:xfrm>
            <a:off x="7209143" y="4366862"/>
            <a:ext cx="619760" cy="254635"/>
          </a:xfrm>
          <a:prstGeom prst="rect">
            <a:avLst/>
          </a:prstGeom>
          <a:noFill/>
          <a:ln>
            <a:noFill/>
          </a:ln>
        </p:spPr>
        <p:txBody>
          <a:bodyPr anchorCtr="0" anchor="t" bIns="0" lIns="0" spcFirstLastPara="1" rIns="0" wrap="square" tIns="12700">
            <a:spAutoFit/>
          </a:bodyPr>
          <a:lstStyle/>
          <a:p>
            <a:pPr indent="-56515" lvl="0" marL="68580"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Aluminum / PE 35% 〜 25%</a:t>
            </a:r>
            <a:endParaRPr b="0" i="0" sz="700" u="none" cap="none" strike="noStrike">
              <a:solidFill>
                <a:srgbClr val="000000"/>
              </a:solidFill>
              <a:latin typeface="Arial"/>
              <a:ea typeface="Arial"/>
              <a:cs typeface="Arial"/>
              <a:sym typeface="Arial"/>
            </a:endParaRPr>
          </a:p>
        </p:txBody>
      </p:sp>
      <p:sp>
        <p:nvSpPr>
          <p:cNvPr id="2155" name="Google Shape;2155;p18"/>
          <p:cNvSpPr txBox="1"/>
          <p:nvPr/>
        </p:nvSpPr>
        <p:spPr>
          <a:xfrm>
            <a:off x="8164018" y="4366862"/>
            <a:ext cx="507365" cy="254635"/>
          </a:xfrm>
          <a:prstGeom prst="rect">
            <a:avLst/>
          </a:prstGeom>
          <a:noFill/>
          <a:ln>
            <a:noFill/>
          </a:ln>
        </p:spPr>
        <p:txBody>
          <a:bodyPr anchorCtr="0" anchor="t" bIns="0" lIns="0" spcFirstLastPara="1" rIns="0" wrap="square" tIns="12700">
            <a:spAutoFit/>
          </a:bodyPr>
          <a:lstStyle/>
          <a:p>
            <a:pPr indent="12065" lvl="0" marL="12700"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Resin series 75% 〜 65%</a:t>
            </a:r>
            <a:endParaRPr b="0" i="0" sz="700" u="none" cap="none" strike="noStrike">
              <a:solidFill>
                <a:srgbClr val="000000"/>
              </a:solidFill>
              <a:latin typeface="Arial"/>
              <a:ea typeface="Arial"/>
              <a:cs typeface="Arial"/>
              <a:sym typeface="Arial"/>
            </a:endParaRPr>
          </a:p>
        </p:txBody>
      </p:sp>
      <p:sp>
        <p:nvSpPr>
          <p:cNvPr id="2156" name="Google Shape;2156;p18"/>
          <p:cNvSpPr txBox="1"/>
          <p:nvPr/>
        </p:nvSpPr>
        <p:spPr>
          <a:xfrm>
            <a:off x="6984872" y="2813216"/>
            <a:ext cx="113284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Deposition films wastes</a:t>
            </a:r>
            <a:endParaRPr b="0" i="0" sz="800" u="none" cap="none" strike="noStrike">
              <a:solidFill>
                <a:srgbClr val="000000"/>
              </a:solidFill>
              <a:latin typeface="Arial"/>
              <a:ea typeface="Arial"/>
              <a:cs typeface="Arial"/>
              <a:sym typeface="Arial"/>
            </a:endParaRPr>
          </a:p>
        </p:txBody>
      </p:sp>
      <p:grpSp>
        <p:nvGrpSpPr>
          <p:cNvPr id="2157" name="Google Shape;2157;p18"/>
          <p:cNvGrpSpPr/>
          <p:nvPr/>
        </p:nvGrpSpPr>
        <p:grpSpPr>
          <a:xfrm>
            <a:off x="3704083" y="4968138"/>
            <a:ext cx="3042051" cy="1658621"/>
            <a:chOff x="3704083" y="4968138"/>
            <a:chExt cx="3042051" cy="1658621"/>
          </a:xfrm>
        </p:grpSpPr>
        <p:sp>
          <p:nvSpPr>
            <p:cNvPr id="2158" name="Google Shape;2158;p18"/>
            <p:cNvSpPr/>
            <p:nvPr/>
          </p:nvSpPr>
          <p:spPr>
            <a:xfrm>
              <a:off x="5864119" y="4968138"/>
              <a:ext cx="882015" cy="1658620"/>
            </a:xfrm>
            <a:custGeom>
              <a:rect b="b" l="l" r="r" t="t"/>
              <a:pathLst>
                <a:path extrusionOk="0" h="1658620" w="882015">
                  <a:moveTo>
                    <a:pt x="845502" y="804862"/>
                  </a:moveTo>
                  <a:lnTo>
                    <a:pt x="35991" y="804862"/>
                  </a:lnTo>
                  <a:lnTo>
                    <a:pt x="21983" y="802033"/>
                  </a:lnTo>
                  <a:lnTo>
                    <a:pt x="10542" y="794318"/>
                  </a:lnTo>
                  <a:lnTo>
                    <a:pt x="2828" y="782874"/>
                  </a:lnTo>
                  <a:lnTo>
                    <a:pt x="0" y="768858"/>
                  </a:lnTo>
                  <a:lnTo>
                    <a:pt x="0" y="36004"/>
                  </a:lnTo>
                  <a:lnTo>
                    <a:pt x="2828" y="21993"/>
                  </a:lnTo>
                  <a:lnTo>
                    <a:pt x="10542" y="10548"/>
                  </a:lnTo>
                  <a:lnTo>
                    <a:pt x="21983" y="2830"/>
                  </a:lnTo>
                  <a:lnTo>
                    <a:pt x="35991" y="0"/>
                  </a:lnTo>
                  <a:lnTo>
                    <a:pt x="845502" y="0"/>
                  </a:lnTo>
                  <a:lnTo>
                    <a:pt x="859513" y="2830"/>
                  </a:lnTo>
                  <a:lnTo>
                    <a:pt x="870958" y="10548"/>
                  </a:lnTo>
                  <a:lnTo>
                    <a:pt x="878676" y="21993"/>
                  </a:lnTo>
                  <a:lnTo>
                    <a:pt x="881506" y="36004"/>
                  </a:lnTo>
                  <a:lnTo>
                    <a:pt x="881506" y="768858"/>
                  </a:lnTo>
                  <a:lnTo>
                    <a:pt x="878676" y="782874"/>
                  </a:lnTo>
                  <a:lnTo>
                    <a:pt x="870958" y="794318"/>
                  </a:lnTo>
                  <a:lnTo>
                    <a:pt x="859513" y="802033"/>
                  </a:lnTo>
                  <a:lnTo>
                    <a:pt x="845502" y="804862"/>
                  </a:lnTo>
                  <a:close/>
                </a:path>
                <a:path extrusionOk="0" h="1658620" w="882015">
                  <a:moveTo>
                    <a:pt x="845502" y="1658454"/>
                  </a:moveTo>
                  <a:lnTo>
                    <a:pt x="35991" y="1658454"/>
                  </a:lnTo>
                  <a:lnTo>
                    <a:pt x="21983" y="1655625"/>
                  </a:lnTo>
                  <a:lnTo>
                    <a:pt x="10542" y="1647910"/>
                  </a:lnTo>
                  <a:lnTo>
                    <a:pt x="2828" y="1636466"/>
                  </a:lnTo>
                  <a:lnTo>
                    <a:pt x="0" y="1622450"/>
                  </a:lnTo>
                  <a:lnTo>
                    <a:pt x="0" y="889596"/>
                  </a:lnTo>
                  <a:lnTo>
                    <a:pt x="2828" y="875586"/>
                  </a:lnTo>
                  <a:lnTo>
                    <a:pt x="10542" y="864141"/>
                  </a:lnTo>
                  <a:lnTo>
                    <a:pt x="21983" y="856423"/>
                  </a:lnTo>
                  <a:lnTo>
                    <a:pt x="35991" y="853592"/>
                  </a:lnTo>
                  <a:lnTo>
                    <a:pt x="845502" y="853592"/>
                  </a:lnTo>
                  <a:lnTo>
                    <a:pt x="859513" y="856423"/>
                  </a:lnTo>
                  <a:lnTo>
                    <a:pt x="870958" y="864141"/>
                  </a:lnTo>
                  <a:lnTo>
                    <a:pt x="878676" y="875586"/>
                  </a:lnTo>
                  <a:lnTo>
                    <a:pt x="881506" y="889596"/>
                  </a:lnTo>
                  <a:lnTo>
                    <a:pt x="881506" y="1622450"/>
                  </a:lnTo>
                  <a:lnTo>
                    <a:pt x="878676" y="1636466"/>
                  </a:lnTo>
                  <a:lnTo>
                    <a:pt x="870958" y="1647910"/>
                  </a:lnTo>
                  <a:lnTo>
                    <a:pt x="859513" y="1655625"/>
                  </a:lnTo>
                  <a:lnTo>
                    <a:pt x="845502" y="1658454"/>
                  </a:lnTo>
                  <a:close/>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p18"/>
            <p:cNvSpPr/>
            <p:nvPr/>
          </p:nvSpPr>
          <p:spPr>
            <a:xfrm>
              <a:off x="3704083" y="4968139"/>
              <a:ext cx="2087245" cy="1658620"/>
            </a:xfrm>
            <a:custGeom>
              <a:rect b="b" l="l" r="r" t="t"/>
              <a:pathLst>
                <a:path extrusionOk="0" h="1658620" w="2087245">
                  <a:moveTo>
                    <a:pt x="36004" y="1658454"/>
                  </a:moveTo>
                  <a:lnTo>
                    <a:pt x="1847468" y="1658454"/>
                  </a:lnTo>
                  <a:lnTo>
                    <a:pt x="1861485" y="1655625"/>
                  </a:lnTo>
                  <a:lnTo>
                    <a:pt x="1872929" y="1647910"/>
                  </a:lnTo>
                  <a:lnTo>
                    <a:pt x="1880644" y="1636466"/>
                  </a:lnTo>
                  <a:lnTo>
                    <a:pt x="1883473" y="1622450"/>
                  </a:lnTo>
                  <a:lnTo>
                    <a:pt x="1883473" y="36004"/>
                  </a:lnTo>
                  <a:lnTo>
                    <a:pt x="1880644" y="21988"/>
                  </a:lnTo>
                  <a:lnTo>
                    <a:pt x="1872929" y="10544"/>
                  </a:lnTo>
                  <a:lnTo>
                    <a:pt x="1861485" y="2828"/>
                  </a:lnTo>
                  <a:lnTo>
                    <a:pt x="1847468" y="0"/>
                  </a:lnTo>
                  <a:lnTo>
                    <a:pt x="36004" y="0"/>
                  </a:lnTo>
                  <a:lnTo>
                    <a:pt x="21988" y="2828"/>
                  </a:lnTo>
                  <a:lnTo>
                    <a:pt x="10544" y="10544"/>
                  </a:lnTo>
                  <a:lnTo>
                    <a:pt x="2828" y="21988"/>
                  </a:lnTo>
                  <a:lnTo>
                    <a:pt x="0" y="36004"/>
                  </a:lnTo>
                  <a:lnTo>
                    <a:pt x="0" y="1622450"/>
                  </a:lnTo>
                  <a:lnTo>
                    <a:pt x="2828" y="1636466"/>
                  </a:lnTo>
                  <a:lnTo>
                    <a:pt x="10544" y="1647910"/>
                  </a:lnTo>
                  <a:lnTo>
                    <a:pt x="21988" y="1655625"/>
                  </a:lnTo>
                  <a:lnTo>
                    <a:pt x="36004" y="1658454"/>
                  </a:lnTo>
                  <a:close/>
                </a:path>
                <a:path extrusionOk="0" h="1658620" w="2087245">
                  <a:moveTo>
                    <a:pt x="1883473" y="829233"/>
                  </a:moveTo>
                  <a:lnTo>
                    <a:pt x="2010473" y="829233"/>
                  </a:lnTo>
                </a:path>
                <a:path extrusionOk="0" h="1658620" w="2087245">
                  <a:moveTo>
                    <a:pt x="2087117" y="402437"/>
                  </a:moveTo>
                  <a:lnTo>
                    <a:pt x="2010473" y="402437"/>
                  </a:lnTo>
                  <a:lnTo>
                    <a:pt x="2010473" y="1256030"/>
                  </a:lnTo>
                  <a:lnTo>
                    <a:pt x="2087117" y="1256030"/>
                  </a:lnTo>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p18"/>
            <p:cNvSpPr/>
            <p:nvPr/>
          </p:nvSpPr>
          <p:spPr>
            <a:xfrm>
              <a:off x="5776379" y="5319915"/>
              <a:ext cx="88265" cy="955040"/>
            </a:xfrm>
            <a:custGeom>
              <a:rect b="b" l="l" r="r" t="t"/>
              <a:pathLst>
                <a:path extrusionOk="0" h="955039" w="88264">
                  <a:moveTo>
                    <a:pt x="87731" y="904252"/>
                  </a:moveTo>
                  <a:lnTo>
                    <a:pt x="0" y="853592"/>
                  </a:lnTo>
                  <a:lnTo>
                    <a:pt x="0" y="954913"/>
                  </a:lnTo>
                  <a:lnTo>
                    <a:pt x="87731" y="904252"/>
                  </a:lnTo>
                  <a:close/>
                </a:path>
                <a:path extrusionOk="0" h="955039" w="88264">
                  <a:moveTo>
                    <a:pt x="87731" y="50660"/>
                  </a:moveTo>
                  <a:lnTo>
                    <a:pt x="0" y="0"/>
                  </a:lnTo>
                  <a:lnTo>
                    <a:pt x="0" y="101320"/>
                  </a:lnTo>
                  <a:lnTo>
                    <a:pt x="87731" y="5066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61" name="Google Shape;2161;p18"/>
          <p:cNvSpPr txBox="1"/>
          <p:nvPr/>
        </p:nvSpPr>
        <p:spPr>
          <a:xfrm>
            <a:off x="6061197" y="5626949"/>
            <a:ext cx="461009"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Mineral oil</a:t>
            </a:r>
            <a:endParaRPr b="0" i="0" sz="700" u="none" cap="none" strike="noStrike">
              <a:solidFill>
                <a:srgbClr val="000000"/>
              </a:solidFill>
              <a:latin typeface="Arial"/>
              <a:ea typeface="Arial"/>
              <a:cs typeface="Arial"/>
              <a:sym typeface="Arial"/>
            </a:endParaRPr>
          </a:p>
        </p:txBody>
      </p:sp>
      <p:sp>
        <p:nvSpPr>
          <p:cNvPr id="2162" name="Google Shape;2162;p18"/>
          <p:cNvSpPr txBox="1"/>
          <p:nvPr/>
        </p:nvSpPr>
        <p:spPr>
          <a:xfrm>
            <a:off x="3904571" y="6350151"/>
            <a:ext cx="525145" cy="254635"/>
          </a:xfrm>
          <a:prstGeom prst="rect">
            <a:avLst/>
          </a:prstGeom>
          <a:noFill/>
          <a:ln>
            <a:noFill/>
          </a:ln>
        </p:spPr>
        <p:txBody>
          <a:bodyPr anchorCtr="0" anchor="t" bIns="0" lIns="0" spcFirstLastPara="1" rIns="0" wrap="square" tIns="12700">
            <a:spAutoFit/>
          </a:bodyPr>
          <a:lstStyle/>
          <a:p>
            <a:pPr indent="-10160" lvl="0" marL="22225"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Fresh flowers 70% 〜 80%</a:t>
            </a:r>
            <a:endParaRPr b="0" i="0" sz="700" u="none" cap="none" strike="noStrike">
              <a:solidFill>
                <a:srgbClr val="000000"/>
              </a:solidFill>
              <a:latin typeface="Arial"/>
              <a:ea typeface="Arial"/>
              <a:cs typeface="Arial"/>
              <a:sym typeface="Arial"/>
            </a:endParaRPr>
          </a:p>
        </p:txBody>
      </p:sp>
      <p:sp>
        <p:nvSpPr>
          <p:cNvPr id="2163" name="Google Shape;2163;p18"/>
          <p:cNvSpPr txBox="1"/>
          <p:nvPr/>
        </p:nvSpPr>
        <p:spPr>
          <a:xfrm>
            <a:off x="4674712" y="6350151"/>
            <a:ext cx="822325" cy="254635"/>
          </a:xfrm>
          <a:prstGeom prst="rect">
            <a:avLst/>
          </a:prstGeom>
          <a:noFill/>
          <a:ln>
            <a:noFill/>
          </a:ln>
        </p:spPr>
        <p:txBody>
          <a:bodyPr anchorCtr="0" anchor="t" bIns="0" lIns="0" spcFirstLastPara="1" rIns="0" wrap="square" tIns="12700">
            <a:spAutoFit/>
          </a:bodyPr>
          <a:lstStyle/>
          <a:p>
            <a:pPr indent="-158115" lvl="0" marL="170180"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Packaging materials 30% 〜 20%</a:t>
            </a:r>
            <a:endParaRPr b="0" i="0" sz="700" u="none" cap="none" strike="noStrike">
              <a:solidFill>
                <a:srgbClr val="000000"/>
              </a:solidFill>
              <a:latin typeface="Arial"/>
              <a:ea typeface="Arial"/>
              <a:cs typeface="Arial"/>
              <a:sym typeface="Arial"/>
            </a:endParaRPr>
          </a:p>
        </p:txBody>
      </p:sp>
      <p:sp>
        <p:nvSpPr>
          <p:cNvPr id="2164" name="Google Shape;2164;p18"/>
          <p:cNvSpPr txBox="1"/>
          <p:nvPr/>
        </p:nvSpPr>
        <p:spPr>
          <a:xfrm>
            <a:off x="3671867" y="4796416"/>
            <a:ext cx="6858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Flower wastes</a:t>
            </a:r>
            <a:endParaRPr b="0" i="0" sz="800" u="none" cap="none" strike="noStrike">
              <a:solidFill>
                <a:srgbClr val="000000"/>
              </a:solidFill>
              <a:latin typeface="Arial"/>
              <a:ea typeface="Arial"/>
              <a:cs typeface="Arial"/>
              <a:sym typeface="Arial"/>
            </a:endParaRPr>
          </a:p>
        </p:txBody>
      </p:sp>
      <p:grpSp>
        <p:nvGrpSpPr>
          <p:cNvPr id="2165" name="Google Shape;2165;p18"/>
          <p:cNvGrpSpPr/>
          <p:nvPr/>
        </p:nvGrpSpPr>
        <p:grpSpPr>
          <a:xfrm>
            <a:off x="7017087" y="4964938"/>
            <a:ext cx="3042049" cy="1658621"/>
            <a:chOff x="7017087" y="4964938"/>
            <a:chExt cx="3042049" cy="1658621"/>
          </a:xfrm>
        </p:grpSpPr>
        <p:sp>
          <p:nvSpPr>
            <p:cNvPr id="2166" name="Google Shape;2166;p18"/>
            <p:cNvSpPr/>
            <p:nvPr/>
          </p:nvSpPr>
          <p:spPr>
            <a:xfrm>
              <a:off x="9177121" y="4964938"/>
              <a:ext cx="882015" cy="1658620"/>
            </a:xfrm>
            <a:custGeom>
              <a:rect b="b" l="l" r="r" t="t"/>
              <a:pathLst>
                <a:path extrusionOk="0" h="1658620" w="882015">
                  <a:moveTo>
                    <a:pt x="845502" y="804862"/>
                  </a:moveTo>
                  <a:lnTo>
                    <a:pt x="35991" y="804862"/>
                  </a:lnTo>
                  <a:lnTo>
                    <a:pt x="21983" y="802033"/>
                  </a:lnTo>
                  <a:lnTo>
                    <a:pt x="10542" y="794318"/>
                  </a:lnTo>
                  <a:lnTo>
                    <a:pt x="2828" y="782874"/>
                  </a:lnTo>
                  <a:lnTo>
                    <a:pt x="0" y="768858"/>
                  </a:lnTo>
                  <a:lnTo>
                    <a:pt x="0" y="36004"/>
                  </a:lnTo>
                  <a:lnTo>
                    <a:pt x="2828" y="21993"/>
                  </a:lnTo>
                  <a:lnTo>
                    <a:pt x="10542" y="10548"/>
                  </a:lnTo>
                  <a:lnTo>
                    <a:pt x="21983" y="2830"/>
                  </a:lnTo>
                  <a:lnTo>
                    <a:pt x="35991" y="0"/>
                  </a:lnTo>
                  <a:lnTo>
                    <a:pt x="845502" y="0"/>
                  </a:lnTo>
                  <a:lnTo>
                    <a:pt x="859513" y="2830"/>
                  </a:lnTo>
                  <a:lnTo>
                    <a:pt x="870958" y="10548"/>
                  </a:lnTo>
                  <a:lnTo>
                    <a:pt x="878676" y="21993"/>
                  </a:lnTo>
                  <a:lnTo>
                    <a:pt x="881507" y="36004"/>
                  </a:lnTo>
                  <a:lnTo>
                    <a:pt x="881507" y="768858"/>
                  </a:lnTo>
                  <a:lnTo>
                    <a:pt x="878676" y="782874"/>
                  </a:lnTo>
                  <a:lnTo>
                    <a:pt x="870958" y="794318"/>
                  </a:lnTo>
                  <a:lnTo>
                    <a:pt x="859513" y="802033"/>
                  </a:lnTo>
                  <a:lnTo>
                    <a:pt x="845502" y="804862"/>
                  </a:lnTo>
                  <a:close/>
                </a:path>
                <a:path extrusionOk="0" h="1658620" w="882015">
                  <a:moveTo>
                    <a:pt x="845502" y="1658454"/>
                  </a:moveTo>
                  <a:lnTo>
                    <a:pt x="35991" y="1658454"/>
                  </a:lnTo>
                  <a:lnTo>
                    <a:pt x="21983" y="1655625"/>
                  </a:lnTo>
                  <a:lnTo>
                    <a:pt x="10542" y="1647910"/>
                  </a:lnTo>
                  <a:lnTo>
                    <a:pt x="2828" y="1636466"/>
                  </a:lnTo>
                  <a:lnTo>
                    <a:pt x="0" y="1622450"/>
                  </a:lnTo>
                  <a:lnTo>
                    <a:pt x="0" y="889596"/>
                  </a:lnTo>
                  <a:lnTo>
                    <a:pt x="2828" y="875586"/>
                  </a:lnTo>
                  <a:lnTo>
                    <a:pt x="10542" y="864141"/>
                  </a:lnTo>
                  <a:lnTo>
                    <a:pt x="21983" y="856423"/>
                  </a:lnTo>
                  <a:lnTo>
                    <a:pt x="35991" y="853592"/>
                  </a:lnTo>
                  <a:lnTo>
                    <a:pt x="845502" y="853592"/>
                  </a:lnTo>
                  <a:lnTo>
                    <a:pt x="859513" y="856423"/>
                  </a:lnTo>
                  <a:lnTo>
                    <a:pt x="870958" y="864141"/>
                  </a:lnTo>
                  <a:lnTo>
                    <a:pt x="878676" y="875586"/>
                  </a:lnTo>
                  <a:lnTo>
                    <a:pt x="881507" y="889596"/>
                  </a:lnTo>
                  <a:lnTo>
                    <a:pt x="881507" y="1622450"/>
                  </a:lnTo>
                  <a:lnTo>
                    <a:pt x="878676" y="1636466"/>
                  </a:lnTo>
                  <a:lnTo>
                    <a:pt x="870958" y="1647910"/>
                  </a:lnTo>
                  <a:lnTo>
                    <a:pt x="859513" y="1655625"/>
                  </a:lnTo>
                  <a:lnTo>
                    <a:pt x="845502" y="1658454"/>
                  </a:lnTo>
                  <a:close/>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18"/>
            <p:cNvSpPr/>
            <p:nvPr/>
          </p:nvSpPr>
          <p:spPr>
            <a:xfrm>
              <a:off x="7017087" y="4964939"/>
              <a:ext cx="2087245" cy="1658620"/>
            </a:xfrm>
            <a:custGeom>
              <a:rect b="b" l="l" r="r" t="t"/>
              <a:pathLst>
                <a:path extrusionOk="0" h="1658620" w="2087245">
                  <a:moveTo>
                    <a:pt x="36004" y="1658454"/>
                  </a:moveTo>
                  <a:lnTo>
                    <a:pt x="1847469" y="1658454"/>
                  </a:lnTo>
                  <a:lnTo>
                    <a:pt x="1861485" y="1655625"/>
                  </a:lnTo>
                  <a:lnTo>
                    <a:pt x="1872929" y="1647910"/>
                  </a:lnTo>
                  <a:lnTo>
                    <a:pt x="1880644" y="1636466"/>
                  </a:lnTo>
                  <a:lnTo>
                    <a:pt x="1883473" y="1622450"/>
                  </a:lnTo>
                  <a:lnTo>
                    <a:pt x="1883473" y="36004"/>
                  </a:lnTo>
                  <a:lnTo>
                    <a:pt x="1880644" y="21988"/>
                  </a:lnTo>
                  <a:lnTo>
                    <a:pt x="1872929" y="10544"/>
                  </a:lnTo>
                  <a:lnTo>
                    <a:pt x="1861485" y="2828"/>
                  </a:lnTo>
                  <a:lnTo>
                    <a:pt x="1847469" y="0"/>
                  </a:lnTo>
                  <a:lnTo>
                    <a:pt x="36004" y="0"/>
                  </a:lnTo>
                  <a:lnTo>
                    <a:pt x="21988" y="2828"/>
                  </a:lnTo>
                  <a:lnTo>
                    <a:pt x="10544" y="10544"/>
                  </a:lnTo>
                  <a:lnTo>
                    <a:pt x="2828" y="21988"/>
                  </a:lnTo>
                  <a:lnTo>
                    <a:pt x="0" y="36004"/>
                  </a:lnTo>
                  <a:lnTo>
                    <a:pt x="0" y="1622450"/>
                  </a:lnTo>
                  <a:lnTo>
                    <a:pt x="2828" y="1636466"/>
                  </a:lnTo>
                  <a:lnTo>
                    <a:pt x="10544" y="1647910"/>
                  </a:lnTo>
                  <a:lnTo>
                    <a:pt x="21988" y="1655625"/>
                  </a:lnTo>
                  <a:lnTo>
                    <a:pt x="36004" y="1658454"/>
                  </a:lnTo>
                  <a:close/>
                </a:path>
                <a:path extrusionOk="0" h="1658620" w="2087245">
                  <a:moveTo>
                    <a:pt x="1883473" y="829233"/>
                  </a:moveTo>
                  <a:lnTo>
                    <a:pt x="2010473" y="829233"/>
                  </a:lnTo>
                </a:path>
                <a:path extrusionOk="0" h="1658620" w="2087245">
                  <a:moveTo>
                    <a:pt x="2087118" y="402437"/>
                  </a:moveTo>
                  <a:lnTo>
                    <a:pt x="2010473" y="402437"/>
                  </a:lnTo>
                  <a:lnTo>
                    <a:pt x="2010473" y="1256030"/>
                  </a:lnTo>
                  <a:lnTo>
                    <a:pt x="2087118" y="1256030"/>
                  </a:lnTo>
                </a:path>
              </a:pathLst>
            </a:custGeom>
            <a:noFill/>
            <a:ln cap="flat" cmpd="sng" w="127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8" name="Google Shape;2168;p18"/>
            <p:cNvSpPr/>
            <p:nvPr/>
          </p:nvSpPr>
          <p:spPr>
            <a:xfrm>
              <a:off x="9089377" y="5316715"/>
              <a:ext cx="88265" cy="955040"/>
            </a:xfrm>
            <a:custGeom>
              <a:rect b="b" l="l" r="r" t="t"/>
              <a:pathLst>
                <a:path extrusionOk="0" h="955039" w="88265">
                  <a:moveTo>
                    <a:pt x="87731" y="904252"/>
                  </a:moveTo>
                  <a:lnTo>
                    <a:pt x="0" y="853592"/>
                  </a:lnTo>
                  <a:lnTo>
                    <a:pt x="0" y="954913"/>
                  </a:lnTo>
                  <a:lnTo>
                    <a:pt x="87731" y="904252"/>
                  </a:lnTo>
                  <a:close/>
                </a:path>
                <a:path extrusionOk="0" h="955039" w="88265">
                  <a:moveTo>
                    <a:pt x="87731" y="50660"/>
                  </a:moveTo>
                  <a:lnTo>
                    <a:pt x="0" y="0"/>
                  </a:lnTo>
                  <a:lnTo>
                    <a:pt x="0" y="101320"/>
                  </a:lnTo>
                  <a:lnTo>
                    <a:pt x="87731" y="5066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69" name="Google Shape;2169;p18"/>
          <p:cNvSpPr txBox="1"/>
          <p:nvPr/>
        </p:nvSpPr>
        <p:spPr>
          <a:xfrm>
            <a:off x="9387371" y="5623748"/>
            <a:ext cx="461009"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Mineral oil</a:t>
            </a:r>
            <a:endParaRPr b="0" i="0" sz="700" u="none" cap="none" strike="noStrike">
              <a:solidFill>
                <a:srgbClr val="000000"/>
              </a:solidFill>
              <a:latin typeface="Arial"/>
              <a:ea typeface="Arial"/>
              <a:cs typeface="Arial"/>
              <a:sym typeface="Arial"/>
            </a:endParaRPr>
          </a:p>
        </p:txBody>
      </p:sp>
      <p:sp>
        <p:nvSpPr>
          <p:cNvPr id="2170" name="Google Shape;2170;p18"/>
          <p:cNvSpPr txBox="1"/>
          <p:nvPr/>
        </p:nvSpPr>
        <p:spPr>
          <a:xfrm>
            <a:off x="7253504" y="6346950"/>
            <a:ext cx="530860" cy="254635"/>
          </a:xfrm>
          <a:prstGeom prst="rect">
            <a:avLst/>
          </a:prstGeom>
          <a:noFill/>
          <a:ln>
            <a:noFill/>
          </a:ln>
        </p:spPr>
        <p:txBody>
          <a:bodyPr anchorCtr="0" anchor="t" bIns="0" lIns="0" spcFirstLastPara="1" rIns="0" wrap="square" tIns="12700">
            <a:spAutoFit/>
          </a:bodyPr>
          <a:lstStyle/>
          <a:p>
            <a:pPr indent="-12700" lvl="0" marL="24765"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Natural fiber 35% 〜 30%</a:t>
            </a:r>
            <a:endParaRPr b="0" i="0" sz="700" u="none" cap="none" strike="noStrike">
              <a:solidFill>
                <a:srgbClr val="000000"/>
              </a:solidFill>
              <a:latin typeface="Arial"/>
              <a:ea typeface="Arial"/>
              <a:cs typeface="Arial"/>
              <a:sym typeface="Arial"/>
            </a:endParaRPr>
          </a:p>
        </p:txBody>
      </p:sp>
      <p:sp>
        <p:nvSpPr>
          <p:cNvPr id="2171" name="Google Shape;2171;p18"/>
          <p:cNvSpPr txBox="1"/>
          <p:nvPr/>
        </p:nvSpPr>
        <p:spPr>
          <a:xfrm>
            <a:off x="8112367" y="6346950"/>
            <a:ext cx="610870" cy="254635"/>
          </a:xfrm>
          <a:prstGeom prst="rect">
            <a:avLst/>
          </a:prstGeom>
          <a:noFill/>
          <a:ln>
            <a:noFill/>
          </a:ln>
        </p:spPr>
        <p:txBody>
          <a:bodyPr anchorCtr="0" anchor="t" bIns="0" lIns="0" spcFirstLastPara="1" rIns="0" wrap="square" tIns="12700">
            <a:spAutoFit/>
          </a:bodyPr>
          <a:lstStyle/>
          <a:p>
            <a:pPr indent="-50798" lvl="0" marL="62864" marR="5080" rtl="0" algn="l">
              <a:lnSpc>
                <a:spcPct val="1072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Chemical fiber 70% 〜 65%</a:t>
            </a:r>
            <a:endParaRPr b="0" i="0" sz="700" u="none" cap="none" strike="noStrike">
              <a:solidFill>
                <a:srgbClr val="000000"/>
              </a:solidFill>
              <a:latin typeface="Arial"/>
              <a:ea typeface="Arial"/>
              <a:cs typeface="Arial"/>
              <a:sym typeface="Arial"/>
            </a:endParaRPr>
          </a:p>
        </p:txBody>
      </p:sp>
      <p:sp>
        <p:nvSpPr>
          <p:cNvPr id="2172" name="Google Shape;2172;p18"/>
          <p:cNvSpPr txBox="1"/>
          <p:nvPr/>
        </p:nvSpPr>
        <p:spPr>
          <a:xfrm>
            <a:off x="6984872" y="4793215"/>
            <a:ext cx="63563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Textile waste</a:t>
            </a:r>
            <a:endParaRPr b="0" i="0" sz="800" u="none" cap="none" strike="noStrike">
              <a:solidFill>
                <a:srgbClr val="000000"/>
              </a:solidFill>
              <a:latin typeface="Arial"/>
              <a:ea typeface="Arial"/>
              <a:cs typeface="Arial"/>
              <a:sym typeface="Arial"/>
            </a:endParaRPr>
          </a:p>
        </p:txBody>
      </p:sp>
      <p:sp>
        <p:nvSpPr>
          <p:cNvPr id="2173" name="Google Shape;2173;p18"/>
          <p:cNvSpPr/>
          <p:nvPr/>
        </p:nvSpPr>
        <p:spPr>
          <a:xfrm>
            <a:off x="755714" y="1059599"/>
            <a:ext cx="2671445" cy="0"/>
          </a:xfrm>
          <a:custGeom>
            <a:rect b="b" l="l" r="r" t="t"/>
            <a:pathLst>
              <a:path extrusionOk="0" h="120000" w="2671445">
                <a:moveTo>
                  <a:pt x="0" y="0"/>
                </a:moveTo>
                <a:lnTo>
                  <a:pt x="267120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p18"/>
          <p:cNvSpPr/>
          <p:nvPr/>
        </p:nvSpPr>
        <p:spPr>
          <a:xfrm>
            <a:off x="600913" y="650100"/>
            <a:ext cx="73025" cy="902335"/>
          </a:xfrm>
          <a:custGeom>
            <a:rect b="b" l="l" r="r" t="t"/>
            <a:pathLst>
              <a:path extrusionOk="0" h="902335" w="73025">
                <a:moveTo>
                  <a:pt x="72948" y="0"/>
                </a:moveTo>
                <a:lnTo>
                  <a:pt x="0" y="0"/>
                </a:lnTo>
                <a:lnTo>
                  <a:pt x="0" y="901801"/>
                </a:lnTo>
                <a:lnTo>
                  <a:pt x="72948" y="901801"/>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18"/>
          <p:cNvSpPr/>
          <p:nvPr/>
        </p:nvSpPr>
        <p:spPr>
          <a:xfrm>
            <a:off x="4656226" y="3038703"/>
            <a:ext cx="2035175" cy="3566795"/>
          </a:xfrm>
          <a:custGeom>
            <a:rect b="b" l="l" r="r" t="t"/>
            <a:pathLst>
              <a:path extrusionOk="0" h="3566795" w="2035175">
                <a:moveTo>
                  <a:pt x="0" y="1342796"/>
                </a:moveTo>
                <a:lnTo>
                  <a:pt x="868260" y="1342796"/>
                </a:lnTo>
                <a:lnTo>
                  <a:pt x="868260" y="0"/>
                </a:lnTo>
                <a:lnTo>
                  <a:pt x="0" y="0"/>
                </a:lnTo>
                <a:lnTo>
                  <a:pt x="0" y="1342796"/>
                </a:lnTo>
                <a:close/>
              </a:path>
              <a:path extrusionOk="0" h="3566795" w="2035175">
                <a:moveTo>
                  <a:pt x="1235875" y="3566185"/>
                </a:moveTo>
                <a:lnTo>
                  <a:pt x="2035073" y="3566185"/>
                </a:lnTo>
                <a:lnTo>
                  <a:pt x="2035073" y="3431806"/>
                </a:lnTo>
                <a:lnTo>
                  <a:pt x="1235875" y="3431806"/>
                </a:lnTo>
                <a:lnTo>
                  <a:pt x="1235875" y="3566185"/>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18"/>
          <p:cNvSpPr txBox="1"/>
          <p:nvPr/>
        </p:nvSpPr>
        <p:spPr>
          <a:xfrm>
            <a:off x="743267" y="678732"/>
            <a:ext cx="2247265" cy="351155"/>
          </a:xfrm>
          <a:prstGeom prst="rect">
            <a:avLst/>
          </a:prstGeom>
          <a:noFill/>
          <a:ln>
            <a:noFill/>
          </a:ln>
        </p:spPr>
        <p:txBody>
          <a:bodyPr anchorCtr="0" anchor="t" bIns="0" lIns="0" spcFirstLastPara="1" rIns="0" wrap="square" tIns="12700">
            <a:spAutoFit/>
          </a:bodyPr>
          <a:lstStyle/>
          <a:p>
            <a:pPr indent="0" lvl="0" marL="12700" marR="0" rtl="0" algn="l">
              <a:lnSpc>
                <a:spcPct val="115555"/>
              </a:lnSpc>
              <a:spcBef>
                <a:spcPts val="0"/>
              </a:spcBef>
              <a:spcAft>
                <a:spcPts val="0"/>
              </a:spcAft>
              <a:buClr>
                <a:srgbClr val="000000"/>
              </a:buClr>
              <a:buSzPts val="900"/>
              <a:buFont typeface="Arial"/>
              <a:buNone/>
            </a:pPr>
            <a:r>
              <a:rPr b="0" i="0" lang="en-US" sz="900" u="none" cap="none" strike="noStrike">
                <a:solidFill>
                  <a:srgbClr val="616264"/>
                </a:solidFill>
                <a:latin typeface="Arial"/>
                <a:ea typeface="Arial"/>
                <a:cs typeface="Arial"/>
                <a:sym typeface="Arial"/>
              </a:rPr>
              <a:t>New generation Resource Recovery Facility</a:t>
            </a:r>
            <a:endParaRPr b="0" i="0" sz="900" u="none" cap="none" strike="noStrike">
              <a:solidFill>
                <a:srgbClr val="000000"/>
              </a:solidFill>
              <a:latin typeface="Arial"/>
              <a:ea typeface="Arial"/>
              <a:cs typeface="Arial"/>
              <a:sym typeface="Arial"/>
            </a:endParaRPr>
          </a:p>
          <a:p>
            <a:pPr indent="0" lvl="0" marL="12700" marR="0" rtl="0" algn="l">
              <a:lnSpc>
                <a:spcPct val="116923"/>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About Waste</a:t>
            </a:r>
            <a:endParaRPr b="0" i="0" sz="1300" u="none" cap="none" strike="noStrike">
              <a:solidFill>
                <a:srgbClr val="000000"/>
              </a:solidFill>
              <a:latin typeface="Arial"/>
              <a:ea typeface="Arial"/>
              <a:cs typeface="Arial"/>
              <a:sym typeface="Arial"/>
            </a:endParaRPr>
          </a:p>
        </p:txBody>
      </p:sp>
      <p:sp>
        <p:nvSpPr>
          <p:cNvPr id="2177" name="Google Shape;2177;p18"/>
          <p:cNvSpPr txBox="1"/>
          <p:nvPr/>
        </p:nvSpPr>
        <p:spPr>
          <a:xfrm>
            <a:off x="5892101" y="6470510"/>
            <a:ext cx="799465" cy="134620"/>
          </a:xfrm>
          <a:prstGeom prst="rect">
            <a:avLst/>
          </a:prstGeom>
          <a:solidFill>
            <a:srgbClr val="FFFFFF"/>
          </a:solidFill>
          <a:ln>
            <a:noFill/>
          </a:ln>
        </p:spPr>
        <p:txBody>
          <a:bodyPr anchorCtr="0" anchor="t" bIns="0" lIns="0" spcFirstLastPara="1" rIns="0" wrap="square" tIns="12050">
            <a:spAutoFit/>
          </a:bodyPr>
          <a:lstStyle/>
          <a:p>
            <a:pPr indent="0" lvl="0" marL="27305"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Charcoal (carbide)</a:t>
            </a:r>
            <a:endParaRPr b="0" i="0" sz="700" u="none" cap="none" strike="noStrike">
              <a:solidFill>
                <a:srgbClr val="000000"/>
              </a:solidFill>
              <a:latin typeface="Arial"/>
              <a:ea typeface="Arial"/>
              <a:cs typeface="Arial"/>
              <a:sym typeface="Arial"/>
            </a:endParaRPr>
          </a:p>
        </p:txBody>
      </p:sp>
      <p:sp>
        <p:nvSpPr>
          <p:cNvPr id="2178" name="Google Shape;2178;p18"/>
          <p:cNvSpPr/>
          <p:nvPr/>
        </p:nvSpPr>
        <p:spPr>
          <a:xfrm>
            <a:off x="9218269" y="6470510"/>
            <a:ext cx="799465" cy="134620"/>
          </a:xfrm>
          <a:custGeom>
            <a:rect b="b" l="l" r="r" t="t"/>
            <a:pathLst>
              <a:path extrusionOk="0" h="134620" w="799465">
                <a:moveTo>
                  <a:pt x="0" y="134378"/>
                </a:moveTo>
                <a:lnTo>
                  <a:pt x="799198" y="134378"/>
                </a:lnTo>
                <a:lnTo>
                  <a:pt x="799198" y="0"/>
                </a:lnTo>
                <a:lnTo>
                  <a:pt x="0" y="0"/>
                </a:lnTo>
                <a:lnTo>
                  <a:pt x="0" y="13437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18"/>
          <p:cNvSpPr txBox="1"/>
          <p:nvPr/>
        </p:nvSpPr>
        <p:spPr>
          <a:xfrm>
            <a:off x="9188743" y="6472307"/>
            <a:ext cx="827405" cy="123189"/>
          </a:xfrm>
          <a:prstGeom prst="rect">
            <a:avLst/>
          </a:prstGeom>
          <a:solidFill>
            <a:srgbClr val="FFFFFF"/>
          </a:solidFill>
          <a:ln>
            <a:noFill/>
          </a:ln>
        </p:spPr>
        <p:txBody>
          <a:bodyPr anchorCtr="0" anchor="t" bIns="0" lIns="0" spcFirstLastPara="1" rIns="0" wrap="square" tIns="10150">
            <a:spAutoFit/>
          </a:bodyPr>
          <a:lstStyle/>
          <a:p>
            <a:pPr indent="0" lvl="0" marL="56514"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Charcoal (carbide)</a:t>
            </a:r>
            <a:endParaRPr b="0" i="0" sz="700" u="none" cap="none" strike="noStrike">
              <a:solidFill>
                <a:srgbClr val="000000"/>
              </a:solidFill>
              <a:latin typeface="Arial"/>
              <a:ea typeface="Arial"/>
              <a:cs typeface="Arial"/>
              <a:sym typeface="Arial"/>
            </a:endParaRPr>
          </a:p>
        </p:txBody>
      </p:sp>
      <p:sp>
        <p:nvSpPr>
          <p:cNvPr id="2180" name="Google Shape;2180;p18"/>
          <p:cNvSpPr/>
          <p:nvPr/>
        </p:nvSpPr>
        <p:spPr>
          <a:xfrm>
            <a:off x="5892101" y="4487621"/>
            <a:ext cx="799465" cy="134620"/>
          </a:xfrm>
          <a:custGeom>
            <a:rect b="b" l="l" r="r" t="t"/>
            <a:pathLst>
              <a:path extrusionOk="0" h="134620" w="799465">
                <a:moveTo>
                  <a:pt x="0" y="134378"/>
                </a:moveTo>
                <a:lnTo>
                  <a:pt x="799198" y="134378"/>
                </a:lnTo>
                <a:lnTo>
                  <a:pt x="799198" y="0"/>
                </a:lnTo>
                <a:lnTo>
                  <a:pt x="0" y="0"/>
                </a:lnTo>
                <a:lnTo>
                  <a:pt x="0" y="13437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p18"/>
          <p:cNvSpPr txBox="1"/>
          <p:nvPr/>
        </p:nvSpPr>
        <p:spPr>
          <a:xfrm>
            <a:off x="5892101" y="4487621"/>
            <a:ext cx="799465" cy="134620"/>
          </a:xfrm>
          <a:prstGeom prst="rect">
            <a:avLst/>
          </a:prstGeom>
          <a:solidFill>
            <a:srgbClr val="FFFFFF"/>
          </a:solidFill>
          <a:ln>
            <a:noFill/>
          </a:ln>
        </p:spPr>
        <p:txBody>
          <a:bodyPr anchorCtr="0" anchor="t" bIns="0" lIns="0" spcFirstLastPara="1" rIns="0" wrap="square" tIns="12050">
            <a:spAutoFit/>
          </a:bodyPr>
          <a:lstStyle/>
          <a:p>
            <a:pPr indent="0" lvl="0" marL="4064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Calcium / Carbide</a:t>
            </a:r>
            <a:endParaRPr b="0" i="0" sz="700" u="none" cap="none" strike="noStrike">
              <a:solidFill>
                <a:srgbClr val="000000"/>
              </a:solidFill>
              <a:latin typeface="Arial"/>
              <a:ea typeface="Arial"/>
              <a:cs typeface="Arial"/>
              <a:sym typeface="Arial"/>
            </a:endParaRPr>
          </a:p>
        </p:txBody>
      </p:sp>
      <p:sp>
        <p:nvSpPr>
          <p:cNvPr id="2182" name="Google Shape;2182;p18"/>
          <p:cNvSpPr/>
          <p:nvPr/>
        </p:nvSpPr>
        <p:spPr>
          <a:xfrm>
            <a:off x="9205099" y="2529916"/>
            <a:ext cx="799465" cy="134620"/>
          </a:xfrm>
          <a:custGeom>
            <a:rect b="b" l="l" r="r" t="t"/>
            <a:pathLst>
              <a:path extrusionOk="0" h="134619" w="799465">
                <a:moveTo>
                  <a:pt x="0" y="134378"/>
                </a:moveTo>
                <a:lnTo>
                  <a:pt x="799198" y="134378"/>
                </a:lnTo>
                <a:lnTo>
                  <a:pt x="799198" y="0"/>
                </a:lnTo>
                <a:lnTo>
                  <a:pt x="0" y="0"/>
                </a:lnTo>
                <a:lnTo>
                  <a:pt x="0" y="134378"/>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p18"/>
          <p:cNvSpPr txBox="1"/>
          <p:nvPr/>
        </p:nvSpPr>
        <p:spPr>
          <a:xfrm>
            <a:off x="9175574" y="2531713"/>
            <a:ext cx="827405" cy="123189"/>
          </a:xfrm>
          <a:prstGeom prst="rect">
            <a:avLst/>
          </a:prstGeom>
          <a:solidFill>
            <a:srgbClr val="FFFFFF"/>
          </a:solidFill>
          <a:ln>
            <a:noFill/>
          </a:ln>
        </p:spPr>
        <p:txBody>
          <a:bodyPr anchorCtr="0" anchor="t" bIns="0" lIns="0" spcFirstLastPara="1" rIns="0" wrap="square" tIns="10150">
            <a:spAutoFit/>
          </a:bodyPr>
          <a:lstStyle/>
          <a:p>
            <a:pPr indent="0" lvl="0" marL="80010" marR="0" rtl="0" algn="l">
              <a:lnSpc>
                <a:spcPct val="100000"/>
              </a:lnSpc>
              <a:spcBef>
                <a:spcPts val="0"/>
              </a:spcBef>
              <a:spcAft>
                <a:spcPts val="0"/>
              </a:spcAft>
              <a:buClr>
                <a:srgbClr val="000000"/>
              </a:buClr>
              <a:buSzPts val="700"/>
              <a:buFont typeface="Arial"/>
              <a:buNone/>
            </a:pPr>
            <a:r>
              <a:rPr b="1" i="0" lang="en-US" sz="700" u="none" cap="none" strike="noStrike">
                <a:solidFill>
                  <a:srgbClr val="231F20"/>
                </a:solidFill>
                <a:latin typeface="Arial"/>
                <a:ea typeface="Arial"/>
                <a:cs typeface="Arial"/>
                <a:sym typeface="Arial"/>
              </a:rPr>
              <a:t>Copper (No oxidation)</a:t>
            </a:r>
            <a:endParaRPr b="0" i="0" sz="700" u="none" cap="none" strike="noStrike">
              <a:solidFill>
                <a:srgbClr val="000000"/>
              </a:solidFill>
              <a:latin typeface="Arial"/>
              <a:ea typeface="Arial"/>
              <a:cs typeface="Arial"/>
              <a:sym typeface="Arial"/>
            </a:endParaRPr>
          </a:p>
        </p:txBody>
      </p:sp>
      <p:sp>
        <p:nvSpPr>
          <p:cNvPr id="2184" name="Google Shape;2184;p18"/>
          <p:cNvSpPr txBox="1"/>
          <p:nvPr/>
        </p:nvSpPr>
        <p:spPr>
          <a:xfrm>
            <a:off x="1008772" y="5303685"/>
            <a:ext cx="52197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Contact us</a:t>
            </a:r>
            <a:endParaRPr b="0" i="0" sz="800" u="none" cap="none" strike="noStrike">
              <a:solidFill>
                <a:srgbClr val="000000"/>
              </a:solidFill>
              <a:latin typeface="Arial"/>
              <a:ea typeface="Arial"/>
              <a:cs typeface="Arial"/>
              <a:sym typeface="Arial"/>
            </a:endParaRPr>
          </a:p>
        </p:txBody>
      </p:sp>
      <p:sp>
        <p:nvSpPr>
          <p:cNvPr id="2185" name="Google Shape;2185;p18"/>
          <p:cNvSpPr txBox="1"/>
          <p:nvPr/>
        </p:nvSpPr>
        <p:spPr>
          <a:xfrm>
            <a:off x="974062" y="5380291"/>
            <a:ext cx="2294890" cy="1125220"/>
          </a:xfrm>
          <a:prstGeom prst="rect">
            <a:avLst/>
          </a:prstGeom>
          <a:noFill/>
          <a:ln>
            <a:noFill/>
          </a:ln>
        </p:spPr>
        <p:txBody>
          <a:bodyPr anchorCtr="0" anchor="t" bIns="0" lIns="0" spcFirstLastPara="1" rIns="0" wrap="square" tIns="952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231F20"/>
                </a:solidFill>
                <a:latin typeface="Arial"/>
                <a:ea typeface="Arial"/>
                <a:cs typeface="Arial"/>
                <a:sym typeface="Arial"/>
              </a:rPr>
              <a:t>oneworld-jp.co/contact</a:t>
            </a:r>
            <a:endParaRPr b="0" i="0" sz="1600" u="none" cap="none" strike="noStrike">
              <a:solidFill>
                <a:srgbClr val="000000"/>
              </a:solidFill>
              <a:latin typeface="Arial"/>
              <a:ea typeface="Arial"/>
              <a:cs typeface="Arial"/>
              <a:sym typeface="Arial"/>
            </a:endParaRPr>
          </a:p>
          <a:p>
            <a:pPr indent="0" lvl="0" marL="24130" marR="5080" rtl="0" algn="just">
              <a:lnSpc>
                <a:spcPct val="125000"/>
              </a:lnSpc>
              <a:spcBef>
                <a:spcPts val="85"/>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Please contact us by specifying the waste you want to analyze together with an overview of your company. We will send an analysis survey request form. We will inform you of the analysis costs as well.</a:t>
            </a:r>
            <a:endParaRPr b="0" i="0" sz="800" u="none" cap="none" strike="noStrike">
              <a:solidFill>
                <a:srgbClr val="000000"/>
              </a:solidFill>
              <a:latin typeface="Arial"/>
              <a:ea typeface="Arial"/>
              <a:cs typeface="Arial"/>
              <a:sym typeface="Arial"/>
            </a:endParaRPr>
          </a:p>
        </p:txBody>
      </p:sp>
      <p:grpSp>
        <p:nvGrpSpPr>
          <p:cNvPr id="2186" name="Google Shape;2186;p18"/>
          <p:cNvGrpSpPr/>
          <p:nvPr/>
        </p:nvGrpSpPr>
        <p:grpSpPr>
          <a:xfrm>
            <a:off x="869353" y="5025614"/>
            <a:ext cx="2650449" cy="1625693"/>
            <a:chOff x="869353" y="5025614"/>
            <a:chExt cx="2650449" cy="1625693"/>
          </a:xfrm>
        </p:grpSpPr>
        <p:sp>
          <p:nvSpPr>
            <p:cNvPr id="2187" name="Google Shape;2187;p18"/>
            <p:cNvSpPr/>
            <p:nvPr/>
          </p:nvSpPr>
          <p:spPr>
            <a:xfrm>
              <a:off x="869353" y="5207952"/>
              <a:ext cx="2528570" cy="1443355"/>
            </a:xfrm>
            <a:custGeom>
              <a:rect b="b" l="l" r="r" t="t"/>
              <a:pathLst>
                <a:path extrusionOk="0" h="1443354" w="2528570">
                  <a:moveTo>
                    <a:pt x="0" y="1443062"/>
                  </a:moveTo>
                  <a:lnTo>
                    <a:pt x="2528468" y="1443062"/>
                  </a:lnTo>
                  <a:lnTo>
                    <a:pt x="2528468" y="0"/>
                  </a:lnTo>
                  <a:lnTo>
                    <a:pt x="0" y="0"/>
                  </a:lnTo>
                  <a:lnTo>
                    <a:pt x="0" y="1443062"/>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18"/>
            <p:cNvSpPr/>
            <p:nvPr/>
          </p:nvSpPr>
          <p:spPr>
            <a:xfrm>
              <a:off x="2887230" y="5026126"/>
              <a:ext cx="632460" cy="361315"/>
            </a:xfrm>
            <a:custGeom>
              <a:rect b="b" l="l" r="r" t="t"/>
              <a:pathLst>
                <a:path extrusionOk="0" h="361314" w="632460">
                  <a:moveTo>
                    <a:pt x="632117" y="0"/>
                  </a:moveTo>
                  <a:lnTo>
                    <a:pt x="0" y="0"/>
                  </a:lnTo>
                  <a:lnTo>
                    <a:pt x="0" y="360768"/>
                  </a:lnTo>
                  <a:lnTo>
                    <a:pt x="632117" y="360768"/>
                  </a:lnTo>
                  <a:lnTo>
                    <a:pt x="632117" y="0"/>
                  </a:lnTo>
                  <a:close/>
                </a:path>
              </a:pathLst>
            </a:custGeom>
            <a:solidFill>
              <a:srgbClr val="89D2D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p18"/>
            <p:cNvSpPr/>
            <p:nvPr/>
          </p:nvSpPr>
          <p:spPr>
            <a:xfrm>
              <a:off x="2886707" y="5025614"/>
              <a:ext cx="633095" cy="315595"/>
            </a:xfrm>
            <a:custGeom>
              <a:rect b="b" l="l" r="r" t="t"/>
              <a:pathLst>
                <a:path extrusionOk="0" h="315595" w="633095">
                  <a:moveTo>
                    <a:pt x="0" y="0"/>
                  </a:moveTo>
                  <a:lnTo>
                    <a:pt x="316420" y="315010"/>
                  </a:lnTo>
                  <a:lnTo>
                    <a:pt x="632841"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93" name="Shape 2193"/>
        <p:cNvGrpSpPr/>
        <p:nvPr/>
      </p:nvGrpSpPr>
      <p:grpSpPr>
        <a:xfrm>
          <a:off x="0" y="0"/>
          <a:ext cx="0" cy="0"/>
          <a:chOff x="0" y="0"/>
          <a:chExt cx="0" cy="0"/>
        </a:xfrm>
      </p:grpSpPr>
      <p:pic>
        <p:nvPicPr>
          <p:cNvPr id="2194" name="Google Shape;2194;p19"/>
          <p:cNvPicPr preferRelativeResize="0"/>
          <p:nvPr/>
        </p:nvPicPr>
        <p:blipFill rotWithShape="1">
          <a:blip r:embed="rId3">
            <a:alphaModFix/>
          </a:blip>
          <a:srcRect b="0" l="0" r="0" t="0"/>
          <a:stretch/>
        </p:blipFill>
        <p:spPr>
          <a:xfrm>
            <a:off x="6822478" y="5842571"/>
            <a:ext cx="1587494" cy="953198"/>
          </a:xfrm>
          <a:prstGeom prst="rect">
            <a:avLst/>
          </a:prstGeom>
          <a:noFill/>
          <a:ln>
            <a:noFill/>
          </a:ln>
        </p:spPr>
      </p:pic>
      <p:sp>
        <p:nvSpPr>
          <p:cNvPr id="2195" name="Google Shape;2195;p19"/>
          <p:cNvSpPr txBox="1"/>
          <p:nvPr/>
        </p:nvSpPr>
        <p:spPr>
          <a:xfrm>
            <a:off x="9609533" y="145114"/>
            <a:ext cx="8763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696A6D"/>
                </a:solidFill>
                <a:latin typeface="Arial"/>
                <a:ea typeface="Arial"/>
                <a:cs typeface="Arial"/>
                <a:sym typeface="Arial"/>
              </a:rPr>
              <a:t>EXPLANATION </a:t>
            </a:r>
            <a:endParaRPr b="0" i="0" sz="800" u="none" cap="none" strike="noStrike">
              <a:solidFill>
                <a:srgbClr val="000000"/>
              </a:solidFill>
              <a:latin typeface="Arial"/>
              <a:ea typeface="Arial"/>
              <a:cs typeface="Arial"/>
              <a:sym typeface="Arial"/>
            </a:endParaRPr>
          </a:p>
        </p:txBody>
      </p:sp>
      <p:grpSp>
        <p:nvGrpSpPr>
          <p:cNvPr id="2196" name="Google Shape;2196;p19"/>
          <p:cNvGrpSpPr/>
          <p:nvPr/>
        </p:nvGrpSpPr>
        <p:grpSpPr>
          <a:xfrm>
            <a:off x="9273599" y="180301"/>
            <a:ext cx="1238885" cy="114904"/>
            <a:chOff x="9273599" y="180301"/>
            <a:chExt cx="1238885" cy="114904"/>
          </a:xfrm>
        </p:grpSpPr>
        <p:sp>
          <p:nvSpPr>
            <p:cNvPr id="2197" name="Google Shape;2197;p19"/>
            <p:cNvSpPr/>
            <p:nvPr/>
          </p:nvSpPr>
          <p:spPr>
            <a:xfrm>
              <a:off x="9273599" y="295205"/>
              <a:ext cx="1238885" cy="0"/>
            </a:xfrm>
            <a:custGeom>
              <a:rect b="b" l="l" r="r" t="t"/>
              <a:pathLst>
                <a:path extrusionOk="0" h="120000" w="1238884">
                  <a:moveTo>
                    <a:pt x="0" y="0"/>
                  </a:moveTo>
                  <a:lnTo>
                    <a:pt x="123840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8" name="Google Shape;2198;p19"/>
            <p:cNvPicPr preferRelativeResize="0"/>
            <p:nvPr/>
          </p:nvPicPr>
          <p:blipFill rotWithShape="1">
            <a:blip r:embed="rId4">
              <a:alphaModFix/>
            </a:blip>
            <a:srcRect b="0" l="0" r="0" t="0"/>
            <a:stretch/>
          </p:blipFill>
          <p:spPr>
            <a:xfrm>
              <a:off x="9305594" y="180305"/>
              <a:ext cx="97408" cy="81000"/>
            </a:xfrm>
            <a:prstGeom prst="rect">
              <a:avLst/>
            </a:prstGeom>
            <a:noFill/>
            <a:ln>
              <a:noFill/>
            </a:ln>
          </p:spPr>
        </p:pic>
        <p:sp>
          <p:nvSpPr>
            <p:cNvPr id="2199" name="Google Shape;2199;p19"/>
            <p:cNvSpPr/>
            <p:nvPr/>
          </p:nvSpPr>
          <p:spPr>
            <a:xfrm>
              <a:off x="9425381" y="180301"/>
              <a:ext cx="20320" cy="81280"/>
            </a:xfrm>
            <a:custGeom>
              <a:rect b="b" l="l" r="r" t="t"/>
              <a:pathLst>
                <a:path extrusionOk="0" h="81279" w="20320">
                  <a:moveTo>
                    <a:pt x="20269" y="0"/>
                  </a:moveTo>
                  <a:lnTo>
                    <a:pt x="0" y="0"/>
                  </a:lnTo>
                  <a:lnTo>
                    <a:pt x="0" y="81000"/>
                  </a:lnTo>
                  <a:lnTo>
                    <a:pt x="20269" y="81000"/>
                  </a:lnTo>
                  <a:lnTo>
                    <a:pt x="20269"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0" name="Google Shape;2200;p19"/>
            <p:cNvPicPr preferRelativeResize="0"/>
            <p:nvPr/>
          </p:nvPicPr>
          <p:blipFill rotWithShape="1">
            <a:blip r:embed="rId5">
              <a:alphaModFix/>
            </a:blip>
            <a:srcRect b="0" l="0" r="0" t="0"/>
            <a:stretch/>
          </p:blipFill>
          <p:spPr>
            <a:xfrm>
              <a:off x="9474179" y="180305"/>
              <a:ext cx="95719" cy="81000"/>
            </a:xfrm>
            <a:prstGeom prst="rect">
              <a:avLst/>
            </a:prstGeom>
            <a:noFill/>
            <a:ln>
              <a:noFill/>
            </a:ln>
          </p:spPr>
        </p:pic>
      </p:grpSp>
      <p:grpSp>
        <p:nvGrpSpPr>
          <p:cNvPr id="2201" name="Google Shape;2201;p19"/>
          <p:cNvGrpSpPr/>
          <p:nvPr/>
        </p:nvGrpSpPr>
        <p:grpSpPr>
          <a:xfrm>
            <a:off x="8639998" y="180300"/>
            <a:ext cx="573311" cy="81280"/>
            <a:chOff x="8639998" y="180300"/>
            <a:chExt cx="573311" cy="81280"/>
          </a:xfrm>
        </p:grpSpPr>
        <p:pic>
          <p:nvPicPr>
            <p:cNvPr id="2202" name="Google Shape;2202;p19"/>
            <p:cNvPicPr preferRelativeResize="0"/>
            <p:nvPr/>
          </p:nvPicPr>
          <p:blipFill rotWithShape="1">
            <a:blip r:embed="rId6">
              <a:alphaModFix/>
            </a:blip>
            <a:srcRect b="0" l="0" r="0" t="0"/>
            <a:stretch/>
          </p:blipFill>
          <p:spPr>
            <a:xfrm>
              <a:off x="8760571" y="180305"/>
              <a:ext cx="97396" cy="81000"/>
            </a:xfrm>
            <a:prstGeom prst="rect">
              <a:avLst/>
            </a:prstGeom>
            <a:noFill/>
            <a:ln>
              <a:noFill/>
            </a:ln>
          </p:spPr>
        </p:pic>
        <p:pic>
          <p:nvPicPr>
            <p:cNvPr id="2203" name="Google Shape;2203;p19"/>
            <p:cNvPicPr preferRelativeResize="0"/>
            <p:nvPr/>
          </p:nvPicPr>
          <p:blipFill rotWithShape="1">
            <a:blip r:embed="rId7">
              <a:alphaModFix/>
            </a:blip>
            <a:srcRect b="0" l="0" r="0" t="0"/>
            <a:stretch/>
          </p:blipFill>
          <p:spPr>
            <a:xfrm>
              <a:off x="8880355" y="180305"/>
              <a:ext cx="216256" cy="81000"/>
            </a:xfrm>
            <a:prstGeom prst="rect">
              <a:avLst/>
            </a:prstGeom>
            <a:noFill/>
            <a:ln>
              <a:noFill/>
            </a:ln>
          </p:spPr>
        </p:pic>
        <p:pic>
          <p:nvPicPr>
            <p:cNvPr id="2204" name="Google Shape;2204;p19"/>
            <p:cNvPicPr preferRelativeResize="0"/>
            <p:nvPr/>
          </p:nvPicPr>
          <p:blipFill rotWithShape="1">
            <a:blip r:embed="rId8">
              <a:alphaModFix/>
            </a:blip>
            <a:srcRect b="0" l="0" r="0" t="0"/>
            <a:stretch/>
          </p:blipFill>
          <p:spPr>
            <a:xfrm>
              <a:off x="9118352" y="180305"/>
              <a:ext cx="94957" cy="81000"/>
            </a:xfrm>
            <a:prstGeom prst="rect">
              <a:avLst/>
            </a:prstGeom>
            <a:noFill/>
            <a:ln>
              <a:noFill/>
            </a:ln>
          </p:spPr>
        </p:pic>
        <p:sp>
          <p:nvSpPr>
            <p:cNvPr id="2205" name="Google Shape;2205;p19"/>
            <p:cNvSpPr/>
            <p:nvPr/>
          </p:nvSpPr>
          <p:spPr>
            <a:xfrm>
              <a:off x="8639998" y="180300"/>
              <a:ext cx="91440" cy="81280"/>
            </a:xfrm>
            <a:custGeom>
              <a:rect b="b" l="l" r="r" t="t"/>
              <a:pathLst>
                <a:path extrusionOk="0" h="81279" w="91440">
                  <a:moveTo>
                    <a:pt x="91122" y="0"/>
                  </a:moveTo>
                  <a:lnTo>
                    <a:pt x="70853" y="0"/>
                  </a:lnTo>
                  <a:lnTo>
                    <a:pt x="70853" y="64262"/>
                  </a:lnTo>
                  <a:lnTo>
                    <a:pt x="20269" y="64262"/>
                  </a:lnTo>
                  <a:lnTo>
                    <a:pt x="20269" y="32689"/>
                  </a:lnTo>
                  <a:lnTo>
                    <a:pt x="0" y="45161"/>
                  </a:lnTo>
                  <a:lnTo>
                    <a:pt x="0" y="69062"/>
                  </a:lnTo>
                  <a:lnTo>
                    <a:pt x="1447" y="74155"/>
                  </a:lnTo>
                  <a:lnTo>
                    <a:pt x="7404" y="79667"/>
                  </a:lnTo>
                  <a:lnTo>
                    <a:pt x="12674" y="81000"/>
                  </a:lnTo>
                  <a:lnTo>
                    <a:pt x="78447" y="81000"/>
                  </a:lnTo>
                  <a:lnTo>
                    <a:pt x="83718" y="79667"/>
                  </a:lnTo>
                  <a:lnTo>
                    <a:pt x="89674" y="74155"/>
                  </a:lnTo>
                  <a:lnTo>
                    <a:pt x="91122" y="69062"/>
                  </a:lnTo>
                  <a:lnTo>
                    <a:pt x="9112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6" name="Google Shape;2206;p19"/>
            <p:cNvPicPr preferRelativeResize="0"/>
            <p:nvPr/>
          </p:nvPicPr>
          <p:blipFill rotWithShape="1">
            <a:blip r:embed="rId9">
              <a:alphaModFix/>
            </a:blip>
            <a:srcRect b="0" l="0" r="0" t="0"/>
            <a:stretch/>
          </p:blipFill>
          <p:spPr>
            <a:xfrm>
              <a:off x="8640927" y="181229"/>
              <a:ext cx="18338" cy="36207"/>
            </a:xfrm>
            <a:prstGeom prst="rect">
              <a:avLst/>
            </a:prstGeom>
            <a:noFill/>
            <a:ln>
              <a:noFill/>
            </a:ln>
          </p:spPr>
        </p:pic>
        <p:sp>
          <p:nvSpPr>
            <p:cNvPr id="2207" name="Google Shape;2207;p19"/>
            <p:cNvSpPr/>
            <p:nvPr/>
          </p:nvSpPr>
          <p:spPr>
            <a:xfrm>
              <a:off x="8639998" y="180304"/>
              <a:ext cx="20320" cy="39370"/>
            </a:xfrm>
            <a:custGeom>
              <a:rect b="b" l="l" r="r" t="t"/>
              <a:pathLst>
                <a:path extrusionOk="0" h="39370" w="20320">
                  <a:moveTo>
                    <a:pt x="20193" y="0"/>
                  </a:moveTo>
                  <a:lnTo>
                    <a:pt x="0" y="0"/>
                  </a:lnTo>
                  <a:lnTo>
                    <a:pt x="0" y="38773"/>
                  </a:lnTo>
                  <a:lnTo>
                    <a:pt x="5480" y="35509"/>
                  </a:lnTo>
                  <a:lnTo>
                    <a:pt x="1854" y="35509"/>
                  </a:lnTo>
                  <a:lnTo>
                    <a:pt x="1854" y="1854"/>
                  </a:lnTo>
                  <a:lnTo>
                    <a:pt x="20193" y="1854"/>
                  </a:lnTo>
                  <a:lnTo>
                    <a:pt x="20193" y="0"/>
                  </a:lnTo>
                  <a:close/>
                </a:path>
                <a:path extrusionOk="0" h="39370" w="20320">
                  <a:moveTo>
                    <a:pt x="20193" y="1854"/>
                  </a:moveTo>
                  <a:lnTo>
                    <a:pt x="18338" y="1854"/>
                  </a:lnTo>
                  <a:lnTo>
                    <a:pt x="18338" y="25692"/>
                  </a:lnTo>
                  <a:lnTo>
                    <a:pt x="1854" y="35509"/>
                  </a:lnTo>
                  <a:lnTo>
                    <a:pt x="5480" y="35509"/>
                  </a:lnTo>
                  <a:lnTo>
                    <a:pt x="20193" y="26746"/>
                  </a:lnTo>
                  <a:lnTo>
                    <a:pt x="20193" y="1854"/>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8" name="Google Shape;2208;p19"/>
          <p:cNvSpPr txBox="1"/>
          <p:nvPr/>
        </p:nvSpPr>
        <p:spPr>
          <a:xfrm>
            <a:off x="7176988" y="7267585"/>
            <a:ext cx="3283585" cy="123189"/>
          </a:xfrm>
          <a:prstGeom prst="rect">
            <a:avLst/>
          </a:prstGeom>
          <a:noFill/>
          <a:ln>
            <a:noFill/>
          </a:ln>
        </p:spPr>
        <p:txBody>
          <a:bodyPr anchorCtr="0" anchor="t" bIns="0" lIns="0" spcFirstLastPara="1" rIns="0" wrap="square" tIns="17125">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rgbClr val="696A6D"/>
                </a:solidFill>
                <a:latin typeface="Arial"/>
                <a:ea typeface="Arial"/>
                <a:cs typeface="Arial"/>
                <a:sym typeface="Arial"/>
              </a:rPr>
              <a:t>※ The facility image may be different from the real one. It is an image based on the ideal basic design	</a:t>
            </a:r>
            <a:r>
              <a:rPr b="0" i="0" lang="en-US" sz="600" u="none" cap="none" strike="noStrike">
                <a:solidFill>
                  <a:srgbClr val="6D6E71"/>
                </a:solidFill>
                <a:latin typeface="Arial"/>
                <a:ea typeface="Arial"/>
                <a:cs typeface="Arial"/>
                <a:sym typeface="Arial"/>
              </a:rPr>
              <a:t>Page 19</a:t>
            </a:r>
            <a:endParaRPr b="0" i="0" sz="600" u="none" cap="none" strike="noStrike">
              <a:solidFill>
                <a:srgbClr val="000000"/>
              </a:solidFill>
              <a:latin typeface="Arial"/>
              <a:ea typeface="Arial"/>
              <a:cs typeface="Arial"/>
              <a:sym typeface="Arial"/>
            </a:endParaRPr>
          </a:p>
        </p:txBody>
      </p:sp>
      <p:grpSp>
        <p:nvGrpSpPr>
          <p:cNvPr id="2209" name="Google Shape;2209;p19"/>
          <p:cNvGrpSpPr/>
          <p:nvPr/>
        </p:nvGrpSpPr>
        <p:grpSpPr>
          <a:xfrm>
            <a:off x="552208" y="1540217"/>
            <a:ext cx="9574277" cy="2131786"/>
            <a:chOff x="552208" y="1540217"/>
            <a:chExt cx="9574277" cy="2131786"/>
          </a:xfrm>
        </p:grpSpPr>
        <p:sp>
          <p:nvSpPr>
            <p:cNvPr id="2210" name="Google Shape;2210;p19"/>
            <p:cNvSpPr/>
            <p:nvPr/>
          </p:nvSpPr>
          <p:spPr>
            <a:xfrm>
              <a:off x="3379292" y="1540217"/>
              <a:ext cx="6743065" cy="313690"/>
            </a:xfrm>
            <a:custGeom>
              <a:rect b="b" l="l" r="r" t="t"/>
              <a:pathLst>
                <a:path extrusionOk="0" h="313689" w="6743065">
                  <a:moveTo>
                    <a:pt x="6742493" y="0"/>
                  </a:moveTo>
                  <a:lnTo>
                    <a:pt x="1277607" y="0"/>
                  </a:lnTo>
                  <a:lnTo>
                    <a:pt x="0" y="0"/>
                  </a:lnTo>
                  <a:lnTo>
                    <a:pt x="0" y="313296"/>
                  </a:lnTo>
                  <a:lnTo>
                    <a:pt x="1277594" y="313296"/>
                  </a:lnTo>
                  <a:lnTo>
                    <a:pt x="6742493" y="313296"/>
                  </a:lnTo>
                  <a:lnTo>
                    <a:pt x="6742493" y="0"/>
                  </a:lnTo>
                  <a:close/>
                </a:path>
              </a:pathLst>
            </a:custGeom>
            <a:solidFill>
              <a:srgbClr val="E6E7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p19"/>
            <p:cNvSpPr/>
            <p:nvPr/>
          </p:nvSpPr>
          <p:spPr>
            <a:xfrm>
              <a:off x="1806080" y="1544715"/>
              <a:ext cx="8320405" cy="309245"/>
            </a:xfrm>
            <a:custGeom>
              <a:rect b="b" l="l" r="r" t="t"/>
              <a:pathLst>
                <a:path extrusionOk="0" h="309244" w="8320405">
                  <a:moveTo>
                    <a:pt x="1573199" y="304304"/>
                  </a:moveTo>
                  <a:lnTo>
                    <a:pt x="1573199" y="0"/>
                  </a:lnTo>
                </a:path>
                <a:path extrusionOk="0" h="309244" w="8320405">
                  <a:moveTo>
                    <a:pt x="2850807" y="304304"/>
                  </a:moveTo>
                  <a:lnTo>
                    <a:pt x="2850807" y="0"/>
                  </a:lnTo>
                </a:path>
                <a:path extrusionOk="0" h="309244" w="8320405">
                  <a:moveTo>
                    <a:pt x="8315693" y="304304"/>
                  </a:moveTo>
                  <a:lnTo>
                    <a:pt x="8315693" y="0"/>
                  </a:lnTo>
                </a:path>
                <a:path extrusionOk="0" h="309244" w="8320405">
                  <a:moveTo>
                    <a:pt x="0" y="308800"/>
                  </a:moveTo>
                  <a:lnTo>
                    <a:pt x="808202" y="308800"/>
                  </a:lnTo>
                </a:path>
                <a:path extrusionOk="0" h="309244" w="8320405">
                  <a:moveTo>
                    <a:pt x="808202" y="308800"/>
                  </a:moveTo>
                  <a:lnTo>
                    <a:pt x="1573199" y="308800"/>
                  </a:lnTo>
                </a:path>
                <a:path extrusionOk="0" h="309244" w="8320405">
                  <a:moveTo>
                    <a:pt x="1573199" y="308800"/>
                  </a:moveTo>
                  <a:lnTo>
                    <a:pt x="1892427" y="308800"/>
                  </a:lnTo>
                </a:path>
                <a:path extrusionOk="0" h="309244" w="8320405">
                  <a:moveTo>
                    <a:pt x="1892427" y="308800"/>
                  </a:moveTo>
                  <a:lnTo>
                    <a:pt x="2201125" y="308800"/>
                  </a:lnTo>
                </a:path>
                <a:path extrusionOk="0" h="309244" w="8320405">
                  <a:moveTo>
                    <a:pt x="2201125" y="308800"/>
                  </a:moveTo>
                  <a:lnTo>
                    <a:pt x="2509824" y="308800"/>
                  </a:lnTo>
                </a:path>
                <a:path extrusionOk="0" h="309244" w="8320405">
                  <a:moveTo>
                    <a:pt x="2509837" y="308800"/>
                  </a:moveTo>
                  <a:lnTo>
                    <a:pt x="2850794" y="308800"/>
                  </a:lnTo>
                </a:path>
                <a:path extrusionOk="0" h="309244" w="8320405">
                  <a:moveTo>
                    <a:pt x="2850807" y="308800"/>
                  </a:moveTo>
                  <a:lnTo>
                    <a:pt x="3635603" y="308800"/>
                  </a:lnTo>
                </a:path>
                <a:path extrusionOk="0" h="309244" w="8320405">
                  <a:moveTo>
                    <a:pt x="3635603" y="308800"/>
                  </a:moveTo>
                  <a:lnTo>
                    <a:pt x="4012196" y="308800"/>
                  </a:lnTo>
                </a:path>
                <a:path extrusionOk="0" h="309244" w="8320405">
                  <a:moveTo>
                    <a:pt x="4012196" y="308800"/>
                  </a:moveTo>
                  <a:lnTo>
                    <a:pt x="4608918" y="308800"/>
                  </a:lnTo>
                </a:path>
                <a:path extrusionOk="0" h="309244" w="8320405">
                  <a:moveTo>
                    <a:pt x="4608918" y="308800"/>
                  </a:moveTo>
                  <a:lnTo>
                    <a:pt x="5348198" y="308800"/>
                  </a:lnTo>
                </a:path>
                <a:path extrusionOk="0" h="309244" w="8320405">
                  <a:moveTo>
                    <a:pt x="5348198" y="308800"/>
                  </a:moveTo>
                  <a:lnTo>
                    <a:pt x="6122200" y="308800"/>
                  </a:lnTo>
                </a:path>
                <a:path extrusionOk="0" h="309244" w="8320405">
                  <a:moveTo>
                    <a:pt x="6122200" y="308800"/>
                  </a:moveTo>
                  <a:lnTo>
                    <a:pt x="6847205" y="308800"/>
                  </a:lnTo>
                </a:path>
                <a:path extrusionOk="0" h="309244" w="8320405">
                  <a:moveTo>
                    <a:pt x="6847205" y="308800"/>
                  </a:moveTo>
                  <a:lnTo>
                    <a:pt x="7570495" y="308800"/>
                  </a:lnTo>
                </a:path>
                <a:path extrusionOk="0" h="309244" w="8320405">
                  <a:moveTo>
                    <a:pt x="7570495" y="308800"/>
                  </a:moveTo>
                  <a:lnTo>
                    <a:pt x="8320189" y="30880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p19"/>
            <p:cNvSpPr/>
            <p:nvPr/>
          </p:nvSpPr>
          <p:spPr>
            <a:xfrm>
              <a:off x="904722" y="1540217"/>
              <a:ext cx="828040" cy="313690"/>
            </a:xfrm>
            <a:custGeom>
              <a:rect b="b" l="l" r="r" t="t"/>
              <a:pathLst>
                <a:path extrusionOk="0" h="313689" w="828039">
                  <a:moveTo>
                    <a:pt x="827570" y="0"/>
                  </a:moveTo>
                  <a:lnTo>
                    <a:pt x="0" y="0"/>
                  </a:lnTo>
                  <a:lnTo>
                    <a:pt x="0" y="313296"/>
                  </a:lnTo>
                  <a:lnTo>
                    <a:pt x="827570" y="313296"/>
                  </a:lnTo>
                  <a:lnTo>
                    <a:pt x="827570" y="0"/>
                  </a:lnTo>
                  <a:close/>
                </a:path>
              </a:pathLst>
            </a:custGeom>
            <a:solidFill>
              <a:srgbClr val="E6E7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3" name="Google Shape;2213;p19"/>
            <p:cNvSpPr/>
            <p:nvPr/>
          </p:nvSpPr>
          <p:spPr>
            <a:xfrm>
              <a:off x="904711" y="1544715"/>
              <a:ext cx="828040" cy="309245"/>
            </a:xfrm>
            <a:custGeom>
              <a:rect b="b" l="l" r="r" t="t"/>
              <a:pathLst>
                <a:path extrusionOk="0" h="309244" w="828039">
                  <a:moveTo>
                    <a:pt x="0" y="304304"/>
                  </a:moveTo>
                  <a:lnTo>
                    <a:pt x="0" y="0"/>
                  </a:lnTo>
                </a:path>
                <a:path extrusionOk="0" h="309244" w="828039">
                  <a:moveTo>
                    <a:pt x="827570" y="307009"/>
                  </a:moveTo>
                  <a:lnTo>
                    <a:pt x="827570" y="12"/>
                  </a:lnTo>
                </a:path>
                <a:path extrusionOk="0" h="309244" w="828039">
                  <a:moveTo>
                    <a:pt x="0" y="308800"/>
                  </a:moveTo>
                  <a:lnTo>
                    <a:pt x="825766" y="30880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19"/>
            <p:cNvSpPr/>
            <p:nvPr/>
          </p:nvSpPr>
          <p:spPr>
            <a:xfrm>
              <a:off x="1732292" y="2048319"/>
              <a:ext cx="72390" cy="436880"/>
            </a:xfrm>
            <a:custGeom>
              <a:rect b="b" l="l" r="r" t="t"/>
              <a:pathLst>
                <a:path extrusionOk="0" h="436880" w="72389">
                  <a:moveTo>
                    <a:pt x="71996" y="0"/>
                  </a:moveTo>
                  <a:lnTo>
                    <a:pt x="0" y="0"/>
                  </a:lnTo>
                  <a:lnTo>
                    <a:pt x="0" y="436283"/>
                  </a:lnTo>
                  <a:lnTo>
                    <a:pt x="71996" y="436283"/>
                  </a:lnTo>
                  <a:lnTo>
                    <a:pt x="71996" y="0"/>
                  </a:lnTo>
                  <a:close/>
                </a:path>
              </a:pathLst>
            </a:custGeom>
            <a:solidFill>
              <a:srgbClr val="FFE9C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19"/>
            <p:cNvSpPr/>
            <p:nvPr/>
          </p:nvSpPr>
          <p:spPr>
            <a:xfrm>
              <a:off x="904711" y="2057325"/>
              <a:ext cx="828040" cy="418465"/>
            </a:xfrm>
            <a:custGeom>
              <a:rect b="b" l="l" r="r" t="t"/>
              <a:pathLst>
                <a:path extrusionOk="0" h="418464" w="828039">
                  <a:moveTo>
                    <a:pt x="827570" y="418274"/>
                  </a:moveTo>
                  <a:lnTo>
                    <a:pt x="827570" y="0"/>
                  </a:lnTo>
                </a:path>
                <a:path extrusionOk="0" h="418464" w="828039">
                  <a:moveTo>
                    <a:pt x="0" y="418274"/>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19"/>
            <p:cNvSpPr/>
            <p:nvPr/>
          </p:nvSpPr>
          <p:spPr>
            <a:xfrm>
              <a:off x="552216" y="2039324"/>
              <a:ext cx="353060" cy="18415"/>
            </a:xfrm>
            <a:custGeom>
              <a:rect b="b" l="l" r="r" t="t"/>
              <a:pathLst>
                <a:path extrusionOk="0" h="18414" w="353059">
                  <a:moveTo>
                    <a:pt x="0" y="17995"/>
                  </a:moveTo>
                  <a:lnTo>
                    <a:pt x="352501" y="17995"/>
                  </a:lnTo>
                  <a:lnTo>
                    <a:pt x="352501" y="0"/>
                  </a:lnTo>
                  <a:lnTo>
                    <a:pt x="0" y="0"/>
                  </a:lnTo>
                  <a:lnTo>
                    <a:pt x="0" y="1799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p19"/>
            <p:cNvSpPr/>
            <p:nvPr/>
          </p:nvSpPr>
          <p:spPr>
            <a:xfrm>
              <a:off x="561220" y="2057326"/>
              <a:ext cx="0" cy="418465"/>
            </a:xfrm>
            <a:custGeom>
              <a:rect b="b" l="l" r="r" t="t"/>
              <a:pathLst>
                <a:path extrusionOk="0" h="418464" w="120000">
                  <a:moveTo>
                    <a:pt x="0" y="418274"/>
                  </a:moveTo>
                  <a:lnTo>
                    <a:pt x="0"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p19"/>
            <p:cNvSpPr/>
            <p:nvPr/>
          </p:nvSpPr>
          <p:spPr>
            <a:xfrm>
              <a:off x="904717" y="2039324"/>
              <a:ext cx="828040" cy="18415"/>
            </a:xfrm>
            <a:custGeom>
              <a:rect b="b" l="l" r="r" t="t"/>
              <a:pathLst>
                <a:path extrusionOk="0" h="18414" w="828039">
                  <a:moveTo>
                    <a:pt x="0" y="17995"/>
                  </a:moveTo>
                  <a:lnTo>
                    <a:pt x="827570" y="17995"/>
                  </a:lnTo>
                  <a:lnTo>
                    <a:pt x="827570" y="0"/>
                  </a:lnTo>
                  <a:lnTo>
                    <a:pt x="0" y="0"/>
                  </a:lnTo>
                  <a:lnTo>
                    <a:pt x="0" y="1799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p19"/>
            <p:cNvSpPr/>
            <p:nvPr/>
          </p:nvSpPr>
          <p:spPr>
            <a:xfrm>
              <a:off x="1732287" y="2048322"/>
              <a:ext cx="54610" cy="0"/>
            </a:xfrm>
            <a:custGeom>
              <a:rect b="b" l="l" r="r" t="t"/>
              <a:pathLst>
                <a:path extrusionOk="0" h="120000" w="54610">
                  <a:moveTo>
                    <a:pt x="0" y="0"/>
                  </a:moveTo>
                  <a:lnTo>
                    <a:pt x="54000"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p19"/>
            <p:cNvSpPr/>
            <p:nvPr/>
          </p:nvSpPr>
          <p:spPr>
            <a:xfrm>
              <a:off x="552208" y="2475610"/>
              <a:ext cx="1180465" cy="18415"/>
            </a:xfrm>
            <a:custGeom>
              <a:rect b="b" l="l" r="r" t="t"/>
              <a:pathLst>
                <a:path extrusionOk="0" h="18414" w="1180464">
                  <a:moveTo>
                    <a:pt x="1180071" y="0"/>
                  </a:moveTo>
                  <a:lnTo>
                    <a:pt x="352501" y="0"/>
                  </a:lnTo>
                  <a:lnTo>
                    <a:pt x="0" y="0"/>
                  </a:lnTo>
                  <a:lnTo>
                    <a:pt x="0" y="17995"/>
                  </a:lnTo>
                  <a:lnTo>
                    <a:pt x="352501" y="17995"/>
                  </a:lnTo>
                  <a:lnTo>
                    <a:pt x="1180071" y="17995"/>
                  </a:lnTo>
                  <a:lnTo>
                    <a:pt x="1180071"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p19"/>
            <p:cNvSpPr/>
            <p:nvPr/>
          </p:nvSpPr>
          <p:spPr>
            <a:xfrm>
              <a:off x="1732287" y="2484605"/>
              <a:ext cx="54610" cy="0"/>
            </a:xfrm>
            <a:custGeom>
              <a:rect b="b" l="l" r="r" t="t"/>
              <a:pathLst>
                <a:path extrusionOk="0" h="120000" w="54610">
                  <a:moveTo>
                    <a:pt x="0" y="0"/>
                  </a:moveTo>
                  <a:lnTo>
                    <a:pt x="54000"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2" name="Google Shape;2222;p19"/>
            <p:cNvSpPr/>
            <p:nvPr/>
          </p:nvSpPr>
          <p:spPr>
            <a:xfrm>
              <a:off x="904714" y="1855310"/>
              <a:ext cx="899794" cy="184150"/>
            </a:xfrm>
            <a:custGeom>
              <a:rect b="b" l="l" r="r" t="t"/>
              <a:pathLst>
                <a:path extrusionOk="0" h="184150" w="899794">
                  <a:moveTo>
                    <a:pt x="0" y="184010"/>
                  </a:moveTo>
                  <a:lnTo>
                    <a:pt x="0" y="2705"/>
                  </a:lnTo>
                </a:path>
                <a:path extrusionOk="0" h="184150" w="899794">
                  <a:moveTo>
                    <a:pt x="827570" y="184010"/>
                  </a:moveTo>
                  <a:lnTo>
                    <a:pt x="827570" y="12"/>
                  </a:lnTo>
                </a:path>
                <a:path extrusionOk="0" h="184150" w="899794">
                  <a:moveTo>
                    <a:pt x="899566" y="175005"/>
                  </a:moveTo>
                  <a:lnTo>
                    <a:pt x="89956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p19"/>
            <p:cNvSpPr/>
            <p:nvPr/>
          </p:nvSpPr>
          <p:spPr>
            <a:xfrm>
              <a:off x="2632285" y="2048322"/>
              <a:ext cx="756285" cy="436880"/>
            </a:xfrm>
            <a:custGeom>
              <a:rect b="b" l="l" r="r" t="t"/>
              <a:pathLst>
                <a:path extrusionOk="0" h="436880" w="756285">
                  <a:moveTo>
                    <a:pt x="0" y="0"/>
                  </a:moveTo>
                  <a:lnTo>
                    <a:pt x="756005" y="0"/>
                  </a:lnTo>
                </a:path>
                <a:path extrusionOk="0" h="436880" w="756285">
                  <a:moveTo>
                    <a:pt x="747001" y="427278"/>
                  </a:moveTo>
                  <a:lnTo>
                    <a:pt x="747001" y="9004"/>
                  </a:lnTo>
                </a:path>
                <a:path extrusionOk="0" h="436880" w="756285">
                  <a:moveTo>
                    <a:pt x="0" y="436283"/>
                  </a:moveTo>
                  <a:lnTo>
                    <a:pt x="756005" y="436283"/>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p19"/>
            <p:cNvSpPr/>
            <p:nvPr/>
          </p:nvSpPr>
          <p:spPr>
            <a:xfrm>
              <a:off x="2614284" y="2066323"/>
              <a:ext cx="0" cy="400685"/>
            </a:xfrm>
            <a:custGeom>
              <a:rect b="b" l="l" r="r" t="t"/>
              <a:pathLst>
                <a:path extrusionOk="0" h="400685" w="120000">
                  <a:moveTo>
                    <a:pt x="0" y="400278"/>
                  </a:moveTo>
                  <a:lnTo>
                    <a:pt x="0" y="0"/>
                  </a:lnTo>
                </a:path>
              </a:pathLst>
            </a:custGeom>
            <a:noFill/>
            <a:ln cap="flat" cmpd="sng" w="36000">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p19"/>
            <p:cNvSpPr/>
            <p:nvPr/>
          </p:nvSpPr>
          <p:spPr>
            <a:xfrm>
              <a:off x="2614287" y="1858015"/>
              <a:ext cx="6762750" cy="626745"/>
            </a:xfrm>
            <a:custGeom>
              <a:rect b="b" l="l" r="r" t="t"/>
              <a:pathLst>
                <a:path extrusionOk="0" h="626744" w="6762750">
                  <a:moveTo>
                    <a:pt x="0" y="172300"/>
                  </a:moveTo>
                  <a:lnTo>
                    <a:pt x="0" y="0"/>
                  </a:lnTo>
                </a:path>
                <a:path extrusionOk="0" h="626744" w="6762750">
                  <a:moveTo>
                    <a:pt x="764997" y="181305"/>
                  </a:moveTo>
                  <a:lnTo>
                    <a:pt x="764997" y="0"/>
                  </a:lnTo>
                </a:path>
                <a:path extrusionOk="0" h="626744" w="6762750">
                  <a:moveTo>
                    <a:pt x="1392923" y="190309"/>
                  </a:moveTo>
                  <a:lnTo>
                    <a:pt x="1392923" y="12"/>
                  </a:lnTo>
                </a:path>
                <a:path extrusionOk="0" h="626744" w="6762750">
                  <a:moveTo>
                    <a:pt x="2042591" y="190309"/>
                  </a:moveTo>
                  <a:lnTo>
                    <a:pt x="2042591" y="12"/>
                  </a:lnTo>
                </a:path>
                <a:path extrusionOk="0" h="626744" w="6762750">
                  <a:moveTo>
                    <a:pt x="2827401" y="190309"/>
                  </a:moveTo>
                  <a:lnTo>
                    <a:pt x="2827401" y="12"/>
                  </a:lnTo>
                </a:path>
                <a:path extrusionOk="0" h="626744" w="6762750">
                  <a:moveTo>
                    <a:pt x="3203994" y="190309"/>
                  </a:moveTo>
                  <a:lnTo>
                    <a:pt x="3203994" y="12"/>
                  </a:lnTo>
                </a:path>
                <a:path extrusionOk="0" h="626744" w="6762750">
                  <a:moveTo>
                    <a:pt x="3800716" y="190309"/>
                  </a:moveTo>
                  <a:lnTo>
                    <a:pt x="3800716" y="12"/>
                  </a:lnTo>
                </a:path>
                <a:path extrusionOk="0" h="626744" w="6762750">
                  <a:moveTo>
                    <a:pt x="4539995" y="190309"/>
                  </a:moveTo>
                  <a:lnTo>
                    <a:pt x="4539995" y="12"/>
                  </a:lnTo>
                </a:path>
                <a:path extrusionOk="0" h="626744" w="6762750">
                  <a:moveTo>
                    <a:pt x="5313997" y="190309"/>
                  </a:moveTo>
                  <a:lnTo>
                    <a:pt x="5313997" y="12"/>
                  </a:lnTo>
                </a:path>
                <a:path extrusionOk="0" h="626744" w="6762750">
                  <a:moveTo>
                    <a:pt x="6039002" y="190309"/>
                  </a:moveTo>
                  <a:lnTo>
                    <a:pt x="6039002" y="12"/>
                  </a:lnTo>
                </a:path>
                <a:path extrusionOk="0" h="626744" w="6762750">
                  <a:moveTo>
                    <a:pt x="6762292" y="190309"/>
                  </a:moveTo>
                  <a:lnTo>
                    <a:pt x="6762292" y="12"/>
                  </a:lnTo>
                </a:path>
                <a:path extrusionOk="0" h="626744" w="6762750">
                  <a:moveTo>
                    <a:pt x="1392923" y="626579"/>
                  </a:moveTo>
                  <a:lnTo>
                    <a:pt x="1392923" y="190296"/>
                  </a:lnTo>
                </a:path>
                <a:path extrusionOk="0" h="626744" w="6762750">
                  <a:moveTo>
                    <a:pt x="2042591" y="626579"/>
                  </a:moveTo>
                  <a:lnTo>
                    <a:pt x="2042591" y="190296"/>
                  </a:lnTo>
                </a:path>
                <a:path extrusionOk="0" h="626744" w="6762750">
                  <a:moveTo>
                    <a:pt x="2827401" y="626579"/>
                  </a:moveTo>
                  <a:lnTo>
                    <a:pt x="2827401" y="190296"/>
                  </a:lnTo>
                </a:path>
                <a:path extrusionOk="0" h="626744" w="6762750">
                  <a:moveTo>
                    <a:pt x="3203994" y="626579"/>
                  </a:moveTo>
                  <a:lnTo>
                    <a:pt x="3203994" y="190296"/>
                  </a:lnTo>
                </a:path>
                <a:path extrusionOk="0" h="626744" w="6762750">
                  <a:moveTo>
                    <a:pt x="3800716" y="626579"/>
                  </a:moveTo>
                  <a:lnTo>
                    <a:pt x="3800716" y="190296"/>
                  </a:lnTo>
                </a:path>
                <a:path extrusionOk="0" h="626744" w="6762750">
                  <a:moveTo>
                    <a:pt x="4539995" y="626579"/>
                  </a:moveTo>
                  <a:lnTo>
                    <a:pt x="4539995" y="190296"/>
                  </a:lnTo>
                </a:path>
                <a:path extrusionOk="0" h="626744" w="6762750">
                  <a:moveTo>
                    <a:pt x="5313997" y="626579"/>
                  </a:moveTo>
                  <a:lnTo>
                    <a:pt x="5313997" y="190296"/>
                  </a:lnTo>
                </a:path>
                <a:path extrusionOk="0" h="626744" w="6762750">
                  <a:moveTo>
                    <a:pt x="6039002" y="626579"/>
                  </a:moveTo>
                  <a:lnTo>
                    <a:pt x="6039002" y="190296"/>
                  </a:lnTo>
                </a:path>
                <a:path extrusionOk="0" h="626744" w="6762750">
                  <a:moveTo>
                    <a:pt x="6762292" y="626579"/>
                  </a:moveTo>
                  <a:lnTo>
                    <a:pt x="6762292" y="190296"/>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p19"/>
            <p:cNvSpPr/>
            <p:nvPr/>
          </p:nvSpPr>
          <p:spPr>
            <a:xfrm>
              <a:off x="6415011" y="2604198"/>
              <a:ext cx="739775" cy="381000"/>
            </a:xfrm>
            <a:custGeom>
              <a:rect b="b" l="l" r="r" t="t"/>
              <a:pathLst>
                <a:path extrusionOk="0" h="381000" w="739775">
                  <a:moveTo>
                    <a:pt x="739279" y="0"/>
                  </a:moveTo>
                  <a:lnTo>
                    <a:pt x="0" y="0"/>
                  </a:lnTo>
                  <a:lnTo>
                    <a:pt x="0" y="380796"/>
                  </a:lnTo>
                  <a:lnTo>
                    <a:pt x="739279" y="380796"/>
                  </a:lnTo>
                  <a:lnTo>
                    <a:pt x="739279" y="0"/>
                  </a:lnTo>
                  <a:close/>
                </a:path>
              </a:pathLst>
            </a:custGeom>
            <a:solidFill>
              <a:srgbClr val="FFE9C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19"/>
            <p:cNvSpPr/>
            <p:nvPr/>
          </p:nvSpPr>
          <p:spPr>
            <a:xfrm>
              <a:off x="6414999" y="2613204"/>
              <a:ext cx="0" cy="363220"/>
            </a:xfrm>
            <a:custGeom>
              <a:rect b="b" l="l" r="r" t="t"/>
              <a:pathLst>
                <a:path extrusionOk="0" h="363219" w="120000">
                  <a:moveTo>
                    <a:pt x="0" y="362788"/>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8" name="Google Shape;2228;p19"/>
            <p:cNvSpPr/>
            <p:nvPr/>
          </p:nvSpPr>
          <p:spPr>
            <a:xfrm>
              <a:off x="5441696" y="2604198"/>
              <a:ext cx="377190" cy="381000"/>
            </a:xfrm>
            <a:custGeom>
              <a:rect b="b" l="l" r="r" t="t"/>
              <a:pathLst>
                <a:path extrusionOk="0" h="381000" w="377189">
                  <a:moveTo>
                    <a:pt x="376593" y="0"/>
                  </a:moveTo>
                  <a:lnTo>
                    <a:pt x="0" y="0"/>
                  </a:lnTo>
                  <a:lnTo>
                    <a:pt x="0" y="380796"/>
                  </a:lnTo>
                  <a:lnTo>
                    <a:pt x="376593" y="380796"/>
                  </a:lnTo>
                  <a:lnTo>
                    <a:pt x="376593" y="0"/>
                  </a:lnTo>
                  <a:close/>
                </a:path>
              </a:pathLst>
            </a:custGeom>
            <a:solidFill>
              <a:srgbClr val="FFE9C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19"/>
            <p:cNvSpPr/>
            <p:nvPr/>
          </p:nvSpPr>
          <p:spPr>
            <a:xfrm>
              <a:off x="3379280" y="2613204"/>
              <a:ext cx="2439035" cy="363220"/>
            </a:xfrm>
            <a:custGeom>
              <a:rect b="b" l="l" r="r" t="t"/>
              <a:pathLst>
                <a:path extrusionOk="0" h="363219" w="2439035">
                  <a:moveTo>
                    <a:pt x="2062403" y="362788"/>
                  </a:moveTo>
                  <a:lnTo>
                    <a:pt x="2062403" y="0"/>
                  </a:lnTo>
                </a:path>
                <a:path extrusionOk="0" h="363219" w="2439035">
                  <a:moveTo>
                    <a:pt x="2438996" y="362788"/>
                  </a:moveTo>
                  <a:lnTo>
                    <a:pt x="2438996" y="0"/>
                  </a:lnTo>
                </a:path>
                <a:path extrusionOk="0" h="363219" w="2439035">
                  <a:moveTo>
                    <a:pt x="0" y="362788"/>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19"/>
            <p:cNvSpPr/>
            <p:nvPr/>
          </p:nvSpPr>
          <p:spPr>
            <a:xfrm>
              <a:off x="2605278" y="2595206"/>
              <a:ext cx="774065" cy="399415"/>
            </a:xfrm>
            <a:custGeom>
              <a:rect b="b" l="l" r="r" t="t"/>
              <a:pathLst>
                <a:path extrusionOk="0" h="399414" w="774064">
                  <a:moveTo>
                    <a:pt x="774001" y="380796"/>
                  </a:moveTo>
                  <a:lnTo>
                    <a:pt x="0" y="380796"/>
                  </a:lnTo>
                  <a:lnTo>
                    <a:pt x="0" y="398792"/>
                  </a:lnTo>
                  <a:lnTo>
                    <a:pt x="774001" y="398792"/>
                  </a:lnTo>
                  <a:lnTo>
                    <a:pt x="774001" y="380796"/>
                  </a:lnTo>
                  <a:close/>
                </a:path>
                <a:path extrusionOk="0" h="399414" w="774064">
                  <a:moveTo>
                    <a:pt x="774001" y="0"/>
                  </a:moveTo>
                  <a:lnTo>
                    <a:pt x="0" y="0"/>
                  </a:lnTo>
                  <a:lnTo>
                    <a:pt x="0" y="17995"/>
                  </a:lnTo>
                  <a:lnTo>
                    <a:pt x="774001" y="17995"/>
                  </a:lnTo>
                  <a:lnTo>
                    <a:pt x="774001"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1" name="Google Shape;2231;p19"/>
            <p:cNvSpPr/>
            <p:nvPr/>
          </p:nvSpPr>
          <p:spPr>
            <a:xfrm>
              <a:off x="2614277" y="2604201"/>
              <a:ext cx="1701800" cy="372110"/>
            </a:xfrm>
            <a:custGeom>
              <a:rect b="b" l="l" r="r" t="t"/>
              <a:pathLst>
                <a:path extrusionOk="0" h="372110" w="1701800">
                  <a:moveTo>
                    <a:pt x="0" y="371792"/>
                  </a:moveTo>
                  <a:lnTo>
                    <a:pt x="0" y="8991"/>
                  </a:lnTo>
                </a:path>
                <a:path extrusionOk="0" h="372110" w="1701800">
                  <a:moveTo>
                    <a:pt x="765009" y="0"/>
                  </a:moveTo>
                  <a:lnTo>
                    <a:pt x="1084237" y="0"/>
                  </a:lnTo>
                </a:path>
                <a:path extrusionOk="0" h="372110" w="1701800">
                  <a:moveTo>
                    <a:pt x="1084237" y="0"/>
                  </a:moveTo>
                  <a:lnTo>
                    <a:pt x="1392936" y="0"/>
                  </a:lnTo>
                </a:path>
                <a:path extrusionOk="0" h="372110" w="1701800">
                  <a:moveTo>
                    <a:pt x="1392936" y="0"/>
                  </a:moveTo>
                  <a:lnTo>
                    <a:pt x="1701634"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p19"/>
            <p:cNvSpPr/>
            <p:nvPr/>
          </p:nvSpPr>
          <p:spPr>
            <a:xfrm>
              <a:off x="4656888" y="2613204"/>
              <a:ext cx="0" cy="363220"/>
            </a:xfrm>
            <a:custGeom>
              <a:rect b="b" l="l" r="r" t="t"/>
              <a:pathLst>
                <a:path extrusionOk="0" h="363219" w="120000">
                  <a:moveTo>
                    <a:pt x="0" y="362788"/>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19"/>
            <p:cNvSpPr/>
            <p:nvPr/>
          </p:nvSpPr>
          <p:spPr>
            <a:xfrm>
              <a:off x="4315912" y="2604201"/>
              <a:ext cx="340995" cy="0"/>
            </a:xfrm>
            <a:custGeom>
              <a:rect b="b" l="l" r="r" t="t"/>
              <a:pathLst>
                <a:path extrusionOk="0" h="120000" w="340995">
                  <a:moveTo>
                    <a:pt x="0" y="0"/>
                  </a:moveTo>
                  <a:lnTo>
                    <a:pt x="340969"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19"/>
            <p:cNvSpPr/>
            <p:nvPr/>
          </p:nvSpPr>
          <p:spPr>
            <a:xfrm>
              <a:off x="4656874" y="2595206"/>
              <a:ext cx="2506980" cy="18415"/>
            </a:xfrm>
            <a:custGeom>
              <a:rect b="b" l="l" r="r" t="t"/>
              <a:pathLst>
                <a:path extrusionOk="0" h="18414" w="2506979">
                  <a:moveTo>
                    <a:pt x="784796" y="0"/>
                  </a:moveTo>
                  <a:lnTo>
                    <a:pt x="0" y="0"/>
                  </a:lnTo>
                  <a:lnTo>
                    <a:pt x="0" y="17995"/>
                  </a:lnTo>
                  <a:lnTo>
                    <a:pt x="784796" y="17995"/>
                  </a:lnTo>
                  <a:lnTo>
                    <a:pt x="784796" y="0"/>
                  </a:lnTo>
                  <a:close/>
                </a:path>
                <a:path extrusionOk="0" h="18414" w="2506979">
                  <a:moveTo>
                    <a:pt x="2506408" y="0"/>
                  </a:moveTo>
                  <a:lnTo>
                    <a:pt x="1758124" y="0"/>
                  </a:lnTo>
                  <a:lnTo>
                    <a:pt x="1161402" y="0"/>
                  </a:lnTo>
                  <a:lnTo>
                    <a:pt x="784809" y="0"/>
                  </a:lnTo>
                  <a:lnTo>
                    <a:pt x="784809" y="17995"/>
                  </a:lnTo>
                  <a:lnTo>
                    <a:pt x="1161402" y="17995"/>
                  </a:lnTo>
                  <a:lnTo>
                    <a:pt x="1758124" y="17995"/>
                  </a:lnTo>
                  <a:lnTo>
                    <a:pt x="2506408" y="17995"/>
                  </a:lnTo>
                  <a:lnTo>
                    <a:pt x="2506408"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19"/>
            <p:cNvSpPr/>
            <p:nvPr/>
          </p:nvSpPr>
          <p:spPr>
            <a:xfrm>
              <a:off x="3379287" y="2613192"/>
              <a:ext cx="3775075" cy="372110"/>
            </a:xfrm>
            <a:custGeom>
              <a:rect b="b" l="l" r="r" t="t"/>
              <a:pathLst>
                <a:path extrusionOk="0" h="372110" w="3775075">
                  <a:moveTo>
                    <a:pt x="3774998" y="362800"/>
                  </a:moveTo>
                  <a:lnTo>
                    <a:pt x="3774998" y="0"/>
                  </a:lnTo>
                </a:path>
                <a:path extrusionOk="0" h="372110" w="3775075">
                  <a:moveTo>
                    <a:pt x="0" y="371805"/>
                  </a:moveTo>
                  <a:lnTo>
                    <a:pt x="319227" y="371805"/>
                  </a:lnTo>
                </a:path>
                <a:path extrusionOk="0" h="372110" w="3775075">
                  <a:moveTo>
                    <a:pt x="319227" y="371805"/>
                  </a:moveTo>
                  <a:lnTo>
                    <a:pt x="627926" y="371805"/>
                  </a:lnTo>
                </a:path>
                <a:path extrusionOk="0" h="372110" w="3775075">
                  <a:moveTo>
                    <a:pt x="627926" y="371805"/>
                  </a:moveTo>
                  <a:lnTo>
                    <a:pt x="936625" y="371805"/>
                  </a:lnTo>
                </a:path>
                <a:path extrusionOk="0" h="372110" w="3775075">
                  <a:moveTo>
                    <a:pt x="936625" y="371805"/>
                  </a:moveTo>
                  <a:lnTo>
                    <a:pt x="1277594" y="371805"/>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p19"/>
            <p:cNvSpPr/>
            <p:nvPr/>
          </p:nvSpPr>
          <p:spPr>
            <a:xfrm>
              <a:off x="4656874" y="2976003"/>
              <a:ext cx="2506980" cy="18415"/>
            </a:xfrm>
            <a:custGeom>
              <a:rect b="b" l="l" r="r" t="t"/>
              <a:pathLst>
                <a:path extrusionOk="0" h="18414" w="2506979">
                  <a:moveTo>
                    <a:pt x="784796" y="0"/>
                  </a:moveTo>
                  <a:lnTo>
                    <a:pt x="0" y="0"/>
                  </a:lnTo>
                  <a:lnTo>
                    <a:pt x="0" y="17995"/>
                  </a:lnTo>
                  <a:lnTo>
                    <a:pt x="784796" y="17995"/>
                  </a:lnTo>
                  <a:lnTo>
                    <a:pt x="784796" y="0"/>
                  </a:lnTo>
                  <a:close/>
                </a:path>
                <a:path extrusionOk="0" h="18414" w="2506979">
                  <a:moveTo>
                    <a:pt x="2506408" y="0"/>
                  </a:moveTo>
                  <a:lnTo>
                    <a:pt x="1758124" y="0"/>
                  </a:lnTo>
                  <a:lnTo>
                    <a:pt x="1161402" y="0"/>
                  </a:lnTo>
                  <a:lnTo>
                    <a:pt x="784809" y="0"/>
                  </a:lnTo>
                  <a:lnTo>
                    <a:pt x="784809" y="17995"/>
                  </a:lnTo>
                  <a:lnTo>
                    <a:pt x="1161402" y="17995"/>
                  </a:lnTo>
                  <a:lnTo>
                    <a:pt x="1758124" y="17995"/>
                  </a:lnTo>
                  <a:lnTo>
                    <a:pt x="2506408" y="17995"/>
                  </a:lnTo>
                  <a:lnTo>
                    <a:pt x="2506408"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19"/>
            <p:cNvSpPr/>
            <p:nvPr/>
          </p:nvSpPr>
          <p:spPr>
            <a:xfrm>
              <a:off x="3379284" y="2484595"/>
              <a:ext cx="5997575" cy="501015"/>
            </a:xfrm>
            <a:custGeom>
              <a:rect b="b" l="l" r="r" t="t"/>
              <a:pathLst>
                <a:path extrusionOk="0" h="501014" w="5997575">
                  <a:moveTo>
                    <a:pt x="0" y="110604"/>
                  </a:moveTo>
                  <a:lnTo>
                    <a:pt x="0" y="9004"/>
                  </a:lnTo>
                </a:path>
                <a:path extrusionOk="0" h="501014" w="5997575">
                  <a:moveTo>
                    <a:pt x="627926" y="110604"/>
                  </a:moveTo>
                  <a:lnTo>
                    <a:pt x="627926" y="0"/>
                  </a:lnTo>
                </a:path>
                <a:path extrusionOk="0" h="501014" w="5997575">
                  <a:moveTo>
                    <a:pt x="1277594" y="110604"/>
                  </a:moveTo>
                  <a:lnTo>
                    <a:pt x="1277594" y="0"/>
                  </a:lnTo>
                </a:path>
                <a:path extrusionOk="0" h="501014" w="5997575">
                  <a:moveTo>
                    <a:pt x="2062403" y="110604"/>
                  </a:moveTo>
                  <a:lnTo>
                    <a:pt x="2062403" y="0"/>
                  </a:lnTo>
                </a:path>
                <a:path extrusionOk="0" h="501014" w="5997575">
                  <a:moveTo>
                    <a:pt x="2438996" y="110604"/>
                  </a:moveTo>
                  <a:lnTo>
                    <a:pt x="2438996" y="0"/>
                  </a:lnTo>
                </a:path>
                <a:path extrusionOk="0" h="501014" w="5997575">
                  <a:moveTo>
                    <a:pt x="3035719" y="110604"/>
                  </a:moveTo>
                  <a:lnTo>
                    <a:pt x="3035719" y="0"/>
                  </a:lnTo>
                </a:path>
                <a:path extrusionOk="0" h="501014" w="5997575">
                  <a:moveTo>
                    <a:pt x="3774998" y="110604"/>
                  </a:moveTo>
                  <a:lnTo>
                    <a:pt x="3774998" y="0"/>
                  </a:lnTo>
                </a:path>
                <a:path extrusionOk="0" h="501014" w="5997575">
                  <a:moveTo>
                    <a:pt x="4549000" y="119608"/>
                  </a:moveTo>
                  <a:lnTo>
                    <a:pt x="4549000" y="12"/>
                  </a:lnTo>
                </a:path>
                <a:path extrusionOk="0" h="501014" w="5997575">
                  <a:moveTo>
                    <a:pt x="5274005" y="119608"/>
                  </a:moveTo>
                  <a:lnTo>
                    <a:pt x="5274005" y="12"/>
                  </a:lnTo>
                </a:path>
                <a:path extrusionOk="0" h="501014" w="5997575">
                  <a:moveTo>
                    <a:pt x="5997295" y="119608"/>
                  </a:moveTo>
                  <a:lnTo>
                    <a:pt x="5997295" y="12"/>
                  </a:lnTo>
                </a:path>
                <a:path extrusionOk="0" h="501014" w="5997575">
                  <a:moveTo>
                    <a:pt x="4549000" y="500405"/>
                  </a:moveTo>
                  <a:lnTo>
                    <a:pt x="4549000" y="119608"/>
                  </a:lnTo>
                </a:path>
                <a:path extrusionOk="0" h="501014" w="5997575">
                  <a:moveTo>
                    <a:pt x="5274005" y="500405"/>
                  </a:moveTo>
                  <a:lnTo>
                    <a:pt x="5274005" y="119608"/>
                  </a:lnTo>
                </a:path>
                <a:path extrusionOk="0" h="501014" w="5997575">
                  <a:moveTo>
                    <a:pt x="5997295" y="500405"/>
                  </a:moveTo>
                  <a:lnTo>
                    <a:pt x="5997295" y="119608"/>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19"/>
            <p:cNvSpPr/>
            <p:nvPr/>
          </p:nvSpPr>
          <p:spPr>
            <a:xfrm>
              <a:off x="7154279" y="3138996"/>
              <a:ext cx="0" cy="308610"/>
            </a:xfrm>
            <a:custGeom>
              <a:rect b="b" l="l" r="r" t="t"/>
              <a:pathLst>
                <a:path extrusionOk="0" h="308610" w="120000">
                  <a:moveTo>
                    <a:pt x="0" y="30800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p19"/>
            <p:cNvSpPr/>
            <p:nvPr/>
          </p:nvSpPr>
          <p:spPr>
            <a:xfrm>
              <a:off x="6406001" y="3120995"/>
              <a:ext cx="748665" cy="18415"/>
            </a:xfrm>
            <a:custGeom>
              <a:rect b="b" l="l" r="r" t="t"/>
              <a:pathLst>
                <a:path extrusionOk="0" h="18414" w="748665">
                  <a:moveTo>
                    <a:pt x="0" y="17995"/>
                  </a:moveTo>
                  <a:lnTo>
                    <a:pt x="748283" y="17995"/>
                  </a:lnTo>
                  <a:lnTo>
                    <a:pt x="748283" y="0"/>
                  </a:lnTo>
                  <a:lnTo>
                    <a:pt x="0" y="0"/>
                  </a:lnTo>
                  <a:lnTo>
                    <a:pt x="0" y="1799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0" name="Google Shape;2240;p19"/>
            <p:cNvSpPr/>
            <p:nvPr/>
          </p:nvSpPr>
          <p:spPr>
            <a:xfrm>
              <a:off x="6415006" y="3138998"/>
              <a:ext cx="0" cy="308610"/>
            </a:xfrm>
            <a:custGeom>
              <a:rect b="b" l="l" r="r" t="t"/>
              <a:pathLst>
                <a:path extrusionOk="0" h="308610" w="120000">
                  <a:moveTo>
                    <a:pt x="0" y="308000"/>
                  </a:moveTo>
                  <a:lnTo>
                    <a:pt x="0"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1" name="Google Shape;2241;p19"/>
            <p:cNvSpPr/>
            <p:nvPr/>
          </p:nvSpPr>
          <p:spPr>
            <a:xfrm>
              <a:off x="7928280" y="3138996"/>
              <a:ext cx="0" cy="308610"/>
            </a:xfrm>
            <a:custGeom>
              <a:rect b="b" l="l" r="r" t="t"/>
              <a:pathLst>
                <a:path extrusionOk="0" h="308610" w="120000">
                  <a:moveTo>
                    <a:pt x="0" y="30800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p19"/>
            <p:cNvSpPr/>
            <p:nvPr/>
          </p:nvSpPr>
          <p:spPr>
            <a:xfrm>
              <a:off x="7154286" y="3120995"/>
              <a:ext cx="774065" cy="18415"/>
            </a:xfrm>
            <a:custGeom>
              <a:rect b="b" l="l" r="r" t="t"/>
              <a:pathLst>
                <a:path extrusionOk="0" h="18414" w="774065">
                  <a:moveTo>
                    <a:pt x="0" y="17995"/>
                  </a:moveTo>
                  <a:lnTo>
                    <a:pt x="773988" y="17995"/>
                  </a:lnTo>
                  <a:lnTo>
                    <a:pt x="773988" y="0"/>
                  </a:lnTo>
                  <a:lnTo>
                    <a:pt x="0" y="0"/>
                  </a:lnTo>
                  <a:lnTo>
                    <a:pt x="0" y="1799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3" name="Google Shape;2243;p19"/>
            <p:cNvSpPr/>
            <p:nvPr/>
          </p:nvSpPr>
          <p:spPr>
            <a:xfrm>
              <a:off x="8653286" y="3138996"/>
              <a:ext cx="0" cy="308610"/>
            </a:xfrm>
            <a:custGeom>
              <a:rect b="b" l="l" r="r" t="t"/>
              <a:pathLst>
                <a:path extrusionOk="0" h="308610" w="120000">
                  <a:moveTo>
                    <a:pt x="0" y="308000"/>
                  </a:moveTo>
                  <a:lnTo>
                    <a:pt x="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p19"/>
            <p:cNvSpPr/>
            <p:nvPr/>
          </p:nvSpPr>
          <p:spPr>
            <a:xfrm>
              <a:off x="7928287" y="3120995"/>
              <a:ext cx="725170" cy="18415"/>
            </a:xfrm>
            <a:custGeom>
              <a:rect b="b" l="l" r="r" t="t"/>
              <a:pathLst>
                <a:path extrusionOk="0" h="18414" w="725170">
                  <a:moveTo>
                    <a:pt x="0" y="17995"/>
                  </a:moveTo>
                  <a:lnTo>
                    <a:pt x="725004" y="17995"/>
                  </a:lnTo>
                  <a:lnTo>
                    <a:pt x="725004" y="0"/>
                  </a:lnTo>
                  <a:lnTo>
                    <a:pt x="0" y="0"/>
                  </a:lnTo>
                  <a:lnTo>
                    <a:pt x="0" y="1799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5" name="Google Shape;2245;p19"/>
            <p:cNvSpPr/>
            <p:nvPr/>
          </p:nvSpPr>
          <p:spPr>
            <a:xfrm>
              <a:off x="8653292" y="3129993"/>
              <a:ext cx="705485" cy="0"/>
            </a:xfrm>
            <a:custGeom>
              <a:rect b="b" l="l" r="r" t="t"/>
              <a:pathLst>
                <a:path extrusionOk="0" h="120000" w="705484">
                  <a:moveTo>
                    <a:pt x="0" y="0"/>
                  </a:moveTo>
                  <a:lnTo>
                    <a:pt x="705294"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6" name="Google Shape;2246;p19"/>
            <p:cNvSpPr/>
            <p:nvPr/>
          </p:nvSpPr>
          <p:spPr>
            <a:xfrm>
              <a:off x="6405994" y="3447008"/>
              <a:ext cx="2247900" cy="18415"/>
            </a:xfrm>
            <a:custGeom>
              <a:rect b="b" l="l" r="r" t="t"/>
              <a:pathLst>
                <a:path extrusionOk="0" h="18414" w="2247900">
                  <a:moveTo>
                    <a:pt x="1522272" y="0"/>
                  </a:moveTo>
                  <a:lnTo>
                    <a:pt x="748284" y="0"/>
                  </a:lnTo>
                  <a:lnTo>
                    <a:pt x="0" y="0"/>
                  </a:lnTo>
                  <a:lnTo>
                    <a:pt x="0" y="17995"/>
                  </a:lnTo>
                  <a:lnTo>
                    <a:pt x="748284" y="17995"/>
                  </a:lnTo>
                  <a:lnTo>
                    <a:pt x="1522272" y="17995"/>
                  </a:lnTo>
                  <a:lnTo>
                    <a:pt x="1522272" y="0"/>
                  </a:lnTo>
                  <a:close/>
                </a:path>
                <a:path extrusionOk="0" h="18414" w="2247900">
                  <a:moveTo>
                    <a:pt x="2247290" y="0"/>
                  </a:moveTo>
                  <a:lnTo>
                    <a:pt x="1522285" y="0"/>
                  </a:lnTo>
                  <a:lnTo>
                    <a:pt x="1522285" y="17995"/>
                  </a:lnTo>
                  <a:lnTo>
                    <a:pt x="2247290" y="17995"/>
                  </a:lnTo>
                  <a:lnTo>
                    <a:pt x="2247290"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p19"/>
            <p:cNvSpPr/>
            <p:nvPr/>
          </p:nvSpPr>
          <p:spPr>
            <a:xfrm>
              <a:off x="8653292" y="3456002"/>
              <a:ext cx="705485" cy="0"/>
            </a:xfrm>
            <a:custGeom>
              <a:rect b="b" l="l" r="r" t="t"/>
              <a:pathLst>
                <a:path extrusionOk="0" h="120000" w="705484">
                  <a:moveTo>
                    <a:pt x="0" y="0"/>
                  </a:moveTo>
                  <a:lnTo>
                    <a:pt x="705294" y="0"/>
                  </a:lnTo>
                </a:path>
              </a:pathLst>
            </a:custGeom>
            <a:noFill/>
            <a:ln cap="flat" cmpd="sng" w="179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19"/>
            <p:cNvSpPr/>
            <p:nvPr/>
          </p:nvSpPr>
          <p:spPr>
            <a:xfrm>
              <a:off x="1730481" y="1853519"/>
              <a:ext cx="7646670" cy="1268095"/>
            </a:xfrm>
            <a:custGeom>
              <a:rect b="b" l="l" r="r" t="t"/>
              <a:pathLst>
                <a:path extrusionOk="0" h="1268095" w="7646670">
                  <a:moveTo>
                    <a:pt x="5423801" y="1267485"/>
                  </a:moveTo>
                  <a:lnTo>
                    <a:pt x="5423801" y="1140485"/>
                  </a:lnTo>
                </a:path>
                <a:path extrusionOk="0" h="1268095" w="7646670">
                  <a:moveTo>
                    <a:pt x="6197803" y="1267485"/>
                  </a:moveTo>
                  <a:lnTo>
                    <a:pt x="6197803" y="1131468"/>
                  </a:lnTo>
                </a:path>
                <a:path extrusionOk="0" h="1268095" w="7646670">
                  <a:moveTo>
                    <a:pt x="6922808" y="1267485"/>
                  </a:moveTo>
                  <a:lnTo>
                    <a:pt x="6922808" y="1131468"/>
                  </a:lnTo>
                </a:path>
                <a:path extrusionOk="0" h="1268095" w="7646670">
                  <a:moveTo>
                    <a:pt x="7646098" y="1258481"/>
                  </a:moveTo>
                  <a:lnTo>
                    <a:pt x="7646098" y="1131481"/>
                  </a:lnTo>
                </a:path>
                <a:path extrusionOk="0" h="1268095" w="7646670">
                  <a:moveTo>
                    <a:pt x="0" y="0"/>
                  </a:moveTo>
                  <a:lnTo>
                    <a:pt x="7560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p19"/>
            <p:cNvSpPr/>
            <p:nvPr/>
          </p:nvSpPr>
          <p:spPr>
            <a:xfrm>
              <a:off x="2614283" y="3672003"/>
              <a:ext cx="7507605" cy="0"/>
            </a:xfrm>
            <a:custGeom>
              <a:rect b="b" l="l" r="r" t="t"/>
              <a:pathLst>
                <a:path extrusionOk="0" h="120000" w="7507605">
                  <a:moveTo>
                    <a:pt x="0" y="0"/>
                  </a:moveTo>
                  <a:lnTo>
                    <a:pt x="764997" y="0"/>
                  </a:lnTo>
                </a:path>
                <a:path extrusionOk="0" h="120000" w="7507605">
                  <a:moveTo>
                    <a:pt x="764997" y="0"/>
                  </a:moveTo>
                  <a:lnTo>
                    <a:pt x="1084224" y="0"/>
                  </a:lnTo>
                </a:path>
                <a:path extrusionOk="0" h="120000" w="7507605">
                  <a:moveTo>
                    <a:pt x="1084224" y="0"/>
                  </a:moveTo>
                  <a:lnTo>
                    <a:pt x="1392923" y="0"/>
                  </a:lnTo>
                </a:path>
                <a:path extrusionOk="0" h="120000" w="7507605">
                  <a:moveTo>
                    <a:pt x="1392923" y="0"/>
                  </a:moveTo>
                  <a:lnTo>
                    <a:pt x="1701622" y="0"/>
                  </a:lnTo>
                </a:path>
                <a:path extrusionOk="0" h="120000" w="7507605">
                  <a:moveTo>
                    <a:pt x="1701634" y="0"/>
                  </a:moveTo>
                  <a:lnTo>
                    <a:pt x="2042591" y="0"/>
                  </a:lnTo>
                </a:path>
                <a:path extrusionOk="0" h="120000" w="7507605">
                  <a:moveTo>
                    <a:pt x="2042604" y="0"/>
                  </a:moveTo>
                  <a:lnTo>
                    <a:pt x="2827401" y="0"/>
                  </a:lnTo>
                </a:path>
                <a:path extrusionOk="0" h="120000" w="7507605">
                  <a:moveTo>
                    <a:pt x="2827401" y="0"/>
                  </a:moveTo>
                  <a:lnTo>
                    <a:pt x="3203994" y="0"/>
                  </a:lnTo>
                </a:path>
                <a:path extrusionOk="0" h="120000" w="7507605">
                  <a:moveTo>
                    <a:pt x="3203994" y="0"/>
                  </a:moveTo>
                  <a:lnTo>
                    <a:pt x="3800716" y="0"/>
                  </a:lnTo>
                </a:path>
                <a:path extrusionOk="0" h="120000" w="7507605">
                  <a:moveTo>
                    <a:pt x="3800716" y="0"/>
                  </a:moveTo>
                  <a:lnTo>
                    <a:pt x="4539996" y="0"/>
                  </a:lnTo>
                </a:path>
                <a:path extrusionOk="0" h="120000" w="7507605">
                  <a:moveTo>
                    <a:pt x="4539996" y="0"/>
                  </a:moveTo>
                  <a:lnTo>
                    <a:pt x="5313997" y="0"/>
                  </a:lnTo>
                </a:path>
                <a:path extrusionOk="0" h="120000" w="7507605">
                  <a:moveTo>
                    <a:pt x="5313997" y="0"/>
                  </a:moveTo>
                  <a:lnTo>
                    <a:pt x="6039002" y="0"/>
                  </a:lnTo>
                </a:path>
                <a:path extrusionOk="0" h="120000" w="7507605">
                  <a:moveTo>
                    <a:pt x="6039002" y="0"/>
                  </a:moveTo>
                  <a:lnTo>
                    <a:pt x="6762292" y="0"/>
                  </a:lnTo>
                </a:path>
                <a:path extrusionOk="0" h="120000" w="7507605">
                  <a:moveTo>
                    <a:pt x="6762292" y="0"/>
                  </a:moveTo>
                  <a:lnTo>
                    <a:pt x="750749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0" name="Google Shape;2250;p19"/>
            <p:cNvSpPr/>
            <p:nvPr/>
          </p:nvSpPr>
          <p:spPr>
            <a:xfrm>
              <a:off x="561210" y="3671994"/>
              <a:ext cx="2053589" cy="0"/>
            </a:xfrm>
            <a:custGeom>
              <a:rect b="b" l="l" r="r" t="t"/>
              <a:pathLst>
                <a:path extrusionOk="0" h="120000" w="2053589">
                  <a:moveTo>
                    <a:pt x="0" y="0"/>
                  </a:moveTo>
                  <a:lnTo>
                    <a:pt x="343496" y="0"/>
                  </a:lnTo>
                </a:path>
                <a:path extrusionOk="0" h="120000" w="2053589">
                  <a:moveTo>
                    <a:pt x="343509" y="0"/>
                  </a:moveTo>
                  <a:lnTo>
                    <a:pt x="1171079" y="0"/>
                  </a:lnTo>
                </a:path>
                <a:path extrusionOk="0" h="120000" w="2053589">
                  <a:moveTo>
                    <a:pt x="1171067" y="0"/>
                  </a:moveTo>
                  <a:lnTo>
                    <a:pt x="1243063" y="0"/>
                  </a:lnTo>
                </a:path>
                <a:path extrusionOk="0" h="120000" w="2053589">
                  <a:moveTo>
                    <a:pt x="1243076" y="0"/>
                  </a:moveTo>
                  <a:lnTo>
                    <a:pt x="2053082"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51" name="Google Shape;2251;p19"/>
          <p:cNvSpPr/>
          <p:nvPr/>
        </p:nvSpPr>
        <p:spPr>
          <a:xfrm>
            <a:off x="718243" y="1012506"/>
            <a:ext cx="2671445" cy="0"/>
          </a:xfrm>
          <a:custGeom>
            <a:rect b="b" l="l" r="r" t="t"/>
            <a:pathLst>
              <a:path extrusionOk="0" h="120000" w="2671445">
                <a:moveTo>
                  <a:pt x="0" y="0"/>
                </a:moveTo>
                <a:lnTo>
                  <a:pt x="2671203"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2" name="Google Shape;2252;p19"/>
          <p:cNvSpPr/>
          <p:nvPr/>
        </p:nvSpPr>
        <p:spPr>
          <a:xfrm>
            <a:off x="563448" y="603008"/>
            <a:ext cx="73025" cy="686435"/>
          </a:xfrm>
          <a:custGeom>
            <a:rect b="b" l="l" r="r" t="t"/>
            <a:pathLst>
              <a:path extrusionOk="0" h="686435" w="73025">
                <a:moveTo>
                  <a:pt x="72948" y="0"/>
                </a:moveTo>
                <a:lnTo>
                  <a:pt x="0" y="0"/>
                </a:lnTo>
                <a:lnTo>
                  <a:pt x="0" y="686130"/>
                </a:lnTo>
                <a:lnTo>
                  <a:pt x="72948" y="686130"/>
                </a:lnTo>
                <a:lnTo>
                  <a:pt x="72948" y="0"/>
                </a:lnTo>
                <a:close/>
              </a:path>
            </a:pathLst>
          </a:custGeom>
          <a:solidFill>
            <a:srgbClr val="004F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3" name="Google Shape;2253;p19"/>
          <p:cNvSpPr txBox="1"/>
          <p:nvPr/>
        </p:nvSpPr>
        <p:spPr>
          <a:xfrm>
            <a:off x="561217" y="1540205"/>
            <a:ext cx="343535" cy="313690"/>
          </a:xfrm>
          <a:prstGeom prst="rect">
            <a:avLst/>
          </a:prstGeom>
          <a:solidFill>
            <a:srgbClr val="E6E7E8"/>
          </a:solidFill>
          <a:ln cap="flat" cmpd="sng" w="9525">
            <a:solidFill>
              <a:srgbClr val="231F20"/>
            </a:solidFill>
            <a:prstDash val="solid"/>
            <a:round/>
            <a:headEnd len="sm" w="sm" type="none"/>
            <a:tailEnd len="sm" w="sm" type="none"/>
          </a:ln>
        </p:spPr>
        <p:txBody>
          <a:bodyPr anchorCtr="0" anchor="t" bIns="0" lIns="0" spcFirstLastPara="1" rIns="0" wrap="square" tIns="85725">
            <a:spAutoFit/>
          </a:bodyPr>
          <a:lstStyle/>
          <a:p>
            <a:pPr indent="0" lvl="0" marL="7239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Day</a:t>
            </a:r>
            <a:endParaRPr b="0" i="0" sz="900" u="none" cap="none" strike="noStrike">
              <a:solidFill>
                <a:srgbClr val="000000"/>
              </a:solidFill>
              <a:latin typeface="Arial"/>
              <a:ea typeface="Arial"/>
              <a:cs typeface="Arial"/>
              <a:sym typeface="Arial"/>
            </a:endParaRPr>
          </a:p>
        </p:txBody>
      </p:sp>
      <p:sp>
        <p:nvSpPr>
          <p:cNvPr id="2254" name="Google Shape;2254;p19"/>
          <p:cNvSpPr txBox="1"/>
          <p:nvPr/>
        </p:nvSpPr>
        <p:spPr>
          <a:xfrm>
            <a:off x="1804278" y="1540205"/>
            <a:ext cx="1575435" cy="313690"/>
          </a:xfrm>
          <a:prstGeom prst="rect">
            <a:avLst/>
          </a:prstGeom>
          <a:solidFill>
            <a:srgbClr val="E6E7E8"/>
          </a:solidFill>
          <a:ln cap="flat" cmpd="sng" w="9525">
            <a:solidFill>
              <a:srgbClr val="231F20"/>
            </a:solidFill>
            <a:prstDash val="solid"/>
            <a:round/>
            <a:headEnd len="sm" w="sm" type="none"/>
            <a:tailEnd len="sm" w="sm" type="none"/>
          </a:ln>
        </p:spPr>
        <p:txBody>
          <a:bodyPr anchorCtr="0" anchor="t" bIns="0" lIns="0" spcFirstLastPara="1" rIns="0" wrap="square" tIns="85725">
            <a:spAutoFit/>
          </a:bodyPr>
          <a:lstStyle/>
          <a:p>
            <a:pPr indent="0" lvl="0" marL="319405"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Contracted Period</a:t>
            </a:r>
            <a:endParaRPr b="0" i="0" sz="900" u="none" cap="none" strike="noStrike">
              <a:solidFill>
                <a:srgbClr val="000000"/>
              </a:solidFill>
              <a:latin typeface="Arial"/>
              <a:ea typeface="Arial"/>
              <a:cs typeface="Arial"/>
              <a:sym typeface="Arial"/>
            </a:endParaRPr>
          </a:p>
        </p:txBody>
      </p:sp>
      <p:sp>
        <p:nvSpPr>
          <p:cNvPr id="2255" name="Google Shape;2255;p19"/>
          <p:cNvSpPr txBox="1"/>
          <p:nvPr/>
        </p:nvSpPr>
        <p:spPr>
          <a:xfrm>
            <a:off x="3383789" y="1549750"/>
            <a:ext cx="1268730" cy="289560"/>
          </a:xfrm>
          <a:prstGeom prst="rect">
            <a:avLst/>
          </a:prstGeom>
          <a:noFill/>
          <a:ln>
            <a:noFill/>
          </a:ln>
        </p:spPr>
        <p:txBody>
          <a:bodyPr anchorCtr="0" anchor="t" bIns="0" lIns="0" spcFirstLastPara="1" rIns="0" wrap="square" tIns="25400">
            <a:spAutoFit/>
          </a:bodyPr>
          <a:lstStyle/>
          <a:p>
            <a:pPr indent="-344170" lvl="0" marL="466090" marR="114935" rtl="0" algn="l">
              <a:lnSpc>
                <a:spcPct val="111111"/>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Start Manufacturing period</a:t>
            </a:r>
            <a:endParaRPr b="0" i="0" sz="900" u="none" cap="none" strike="noStrike">
              <a:solidFill>
                <a:srgbClr val="000000"/>
              </a:solidFill>
              <a:latin typeface="Arial"/>
              <a:ea typeface="Arial"/>
              <a:cs typeface="Arial"/>
              <a:sym typeface="Arial"/>
            </a:endParaRPr>
          </a:p>
        </p:txBody>
      </p:sp>
      <p:sp>
        <p:nvSpPr>
          <p:cNvPr id="2256" name="Google Shape;2256;p19"/>
          <p:cNvSpPr txBox="1"/>
          <p:nvPr/>
        </p:nvSpPr>
        <p:spPr>
          <a:xfrm>
            <a:off x="4661390" y="1613187"/>
            <a:ext cx="5455920" cy="162560"/>
          </a:xfrm>
          <a:prstGeom prst="rect">
            <a:avLst/>
          </a:prstGeom>
          <a:noFill/>
          <a:ln>
            <a:noFill/>
          </a:ln>
        </p:spPr>
        <p:txBody>
          <a:bodyPr anchorCtr="0" anchor="t" bIns="0" lIns="0" spcFirstLastPara="1" rIns="0" wrap="square" tIns="12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Delivery and adjustment period</a:t>
            </a:r>
            <a:endParaRPr b="0" i="0" sz="900" u="none" cap="none" strike="noStrike">
              <a:solidFill>
                <a:srgbClr val="000000"/>
              </a:solidFill>
              <a:latin typeface="Arial"/>
              <a:ea typeface="Arial"/>
              <a:cs typeface="Arial"/>
              <a:sym typeface="Arial"/>
            </a:endParaRPr>
          </a:p>
        </p:txBody>
      </p:sp>
      <p:sp>
        <p:nvSpPr>
          <p:cNvPr id="2257" name="Google Shape;2257;p19"/>
          <p:cNvSpPr txBox="1"/>
          <p:nvPr/>
        </p:nvSpPr>
        <p:spPr>
          <a:xfrm>
            <a:off x="570215" y="2057325"/>
            <a:ext cx="330200" cy="418465"/>
          </a:xfrm>
          <a:prstGeom prst="rect">
            <a:avLst/>
          </a:prstGeom>
          <a:solidFill>
            <a:srgbClr val="FFE9C3"/>
          </a:solidFill>
          <a:ln>
            <a:noFill/>
          </a:ln>
        </p:spPr>
        <p:txBody>
          <a:bodyPr anchorCtr="0" anchor="t" bIns="0" lIns="0" spcFirstLastPara="1" rIns="0" wrap="square" tIns="6350">
            <a:sp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Times New Roman"/>
              <a:ea typeface="Times New Roman"/>
              <a:cs typeface="Times New Roman"/>
              <a:sym typeface="Times New Roman"/>
            </a:endParaRPr>
          </a:p>
          <a:p>
            <a:pPr indent="0" lvl="0" marL="47625"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Item</a:t>
            </a:r>
            <a:endParaRPr b="0" i="0" sz="900" u="none" cap="none" strike="noStrike">
              <a:solidFill>
                <a:srgbClr val="000000"/>
              </a:solidFill>
              <a:latin typeface="Arial"/>
              <a:ea typeface="Arial"/>
              <a:cs typeface="Arial"/>
              <a:sym typeface="Arial"/>
            </a:endParaRPr>
          </a:p>
        </p:txBody>
      </p:sp>
      <p:sp>
        <p:nvSpPr>
          <p:cNvPr id="2258" name="Google Shape;2258;p19"/>
          <p:cNvSpPr txBox="1"/>
          <p:nvPr/>
        </p:nvSpPr>
        <p:spPr>
          <a:xfrm>
            <a:off x="909213" y="2057325"/>
            <a:ext cx="819150" cy="418465"/>
          </a:xfrm>
          <a:prstGeom prst="rect">
            <a:avLst/>
          </a:prstGeom>
          <a:solidFill>
            <a:srgbClr val="FFE9C3"/>
          </a:solidFill>
          <a:ln>
            <a:noFill/>
          </a:ln>
        </p:spPr>
        <p:txBody>
          <a:bodyPr anchorCtr="0" anchor="t" bIns="0" lIns="0" spcFirstLastPara="1" rIns="0" wrap="square" tIns="6350">
            <a:sp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Times New Roman"/>
              <a:ea typeface="Times New Roman"/>
              <a:cs typeface="Times New Roman"/>
              <a:sym typeface="Times New Roman"/>
            </a:endParaRPr>
          </a:p>
          <a:p>
            <a:pPr indent="0" lvl="0" marL="103504"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Negotiation</a:t>
            </a:r>
            <a:endParaRPr b="0" i="0" sz="900" u="none" cap="none" strike="noStrike">
              <a:solidFill>
                <a:srgbClr val="000000"/>
              </a:solidFill>
              <a:latin typeface="Arial"/>
              <a:ea typeface="Arial"/>
              <a:cs typeface="Arial"/>
              <a:sym typeface="Arial"/>
            </a:endParaRPr>
          </a:p>
        </p:txBody>
      </p:sp>
      <p:sp>
        <p:nvSpPr>
          <p:cNvPr id="2259" name="Google Shape;2259;p19"/>
          <p:cNvSpPr txBox="1"/>
          <p:nvPr/>
        </p:nvSpPr>
        <p:spPr>
          <a:xfrm>
            <a:off x="1804278" y="2048327"/>
            <a:ext cx="810260" cy="436880"/>
          </a:xfrm>
          <a:prstGeom prst="rect">
            <a:avLst/>
          </a:prstGeom>
          <a:solidFill>
            <a:srgbClr val="FBC8B4"/>
          </a:solidFill>
          <a:ln cap="flat" cmpd="sng" w="36000">
            <a:solidFill>
              <a:srgbClr val="231F20"/>
            </a:solidFill>
            <a:prstDash val="solid"/>
            <a:round/>
            <a:headEnd len="sm" w="sm" type="none"/>
            <a:tailEnd len="sm" w="sm" type="none"/>
          </a:ln>
        </p:spPr>
        <p:txBody>
          <a:bodyPr anchorCtr="0" anchor="t" bIns="0" lIns="0" spcFirstLastPara="1" rIns="0" wrap="square" tIns="62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Times New Roman"/>
              <a:ea typeface="Times New Roman"/>
              <a:cs typeface="Times New Roman"/>
              <a:sym typeface="Times New Roman"/>
            </a:endParaRPr>
          </a:p>
          <a:p>
            <a:pPr indent="0" lvl="0" marL="11176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Agreement</a:t>
            </a:r>
            <a:endParaRPr b="0" i="0" sz="900" u="none" cap="none" strike="noStrike">
              <a:solidFill>
                <a:srgbClr val="000000"/>
              </a:solidFill>
              <a:latin typeface="Arial"/>
              <a:ea typeface="Arial"/>
              <a:cs typeface="Arial"/>
              <a:sym typeface="Arial"/>
            </a:endParaRPr>
          </a:p>
        </p:txBody>
      </p:sp>
      <p:sp>
        <p:nvSpPr>
          <p:cNvPr id="2260" name="Google Shape;2260;p19"/>
          <p:cNvSpPr txBox="1"/>
          <p:nvPr/>
        </p:nvSpPr>
        <p:spPr>
          <a:xfrm>
            <a:off x="2614282" y="2048319"/>
            <a:ext cx="765175" cy="436880"/>
          </a:xfrm>
          <a:prstGeom prst="rect">
            <a:avLst/>
          </a:prstGeom>
          <a:solidFill>
            <a:srgbClr val="FFE9C3"/>
          </a:solidFill>
          <a:ln>
            <a:noFill/>
          </a:ln>
        </p:spPr>
        <p:txBody>
          <a:bodyPr anchorCtr="0" anchor="t" bIns="0" lIns="0" spcFirstLastPara="1" rIns="0" wrap="square" tIns="62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Times New Roman"/>
              <a:ea typeface="Times New Roman"/>
              <a:cs typeface="Times New Roman"/>
              <a:sym typeface="Times New Roman"/>
            </a:endParaRPr>
          </a:p>
          <a:p>
            <a:pPr indent="0" lvl="0" marL="159385"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Payment</a:t>
            </a:r>
            <a:endParaRPr b="0" i="0" sz="900" u="none" cap="none" strike="noStrike">
              <a:solidFill>
                <a:srgbClr val="000000"/>
              </a:solidFill>
              <a:latin typeface="Arial"/>
              <a:ea typeface="Arial"/>
              <a:cs typeface="Arial"/>
              <a:sym typeface="Arial"/>
            </a:endParaRPr>
          </a:p>
        </p:txBody>
      </p:sp>
      <p:sp>
        <p:nvSpPr>
          <p:cNvPr id="2261" name="Google Shape;2261;p19"/>
          <p:cNvSpPr txBox="1"/>
          <p:nvPr/>
        </p:nvSpPr>
        <p:spPr>
          <a:xfrm>
            <a:off x="2932383" y="2468703"/>
            <a:ext cx="1270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p:txBody>
      </p:sp>
      <p:sp>
        <p:nvSpPr>
          <p:cNvPr id="2262" name="Google Shape;2262;p19"/>
          <p:cNvSpPr txBox="1"/>
          <p:nvPr/>
        </p:nvSpPr>
        <p:spPr>
          <a:xfrm>
            <a:off x="2623279" y="2613199"/>
            <a:ext cx="751840" cy="363220"/>
          </a:xfrm>
          <a:prstGeom prst="rect">
            <a:avLst/>
          </a:prstGeom>
          <a:solidFill>
            <a:srgbClr val="FFE9C3"/>
          </a:solidFill>
          <a:ln>
            <a:noFill/>
          </a:ln>
        </p:spPr>
        <p:txBody>
          <a:bodyPr anchorCtr="0" anchor="t" bIns="0" lIns="0" spcFirstLastPara="1" rIns="0" wrap="square" tIns="110475">
            <a:spAutoFit/>
          </a:bodyPr>
          <a:lstStyle/>
          <a:p>
            <a:pPr indent="0" lvl="0" marL="6985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Start design</a:t>
            </a:r>
            <a:endParaRPr b="0" i="0" sz="900" u="none" cap="none" strike="noStrike">
              <a:solidFill>
                <a:srgbClr val="000000"/>
              </a:solidFill>
              <a:latin typeface="Arial"/>
              <a:ea typeface="Arial"/>
              <a:cs typeface="Arial"/>
              <a:sym typeface="Arial"/>
            </a:endParaRPr>
          </a:p>
        </p:txBody>
      </p:sp>
      <p:sp>
        <p:nvSpPr>
          <p:cNvPr id="2263" name="Google Shape;2263;p19"/>
          <p:cNvSpPr txBox="1"/>
          <p:nvPr/>
        </p:nvSpPr>
        <p:spPr>
          <a:xfrm>
            <a:off x="3383789" y="2613199"/>
            <a:ext cx="1268730" cy="363220"/>
          </a:xfrm>
          <a:prstGeom prst="rect">
            <a:avLst/>
          </a:prstGeom>
          <a:solidFill>
            <a:srgbClr val="FFE9C3"/>
          </a:solidFill>
          <a:ln>
            <a:noFill/>
          </a:ln>
        </p:spPr>
        <p:txBody>
          <a:bodyPr anchorCtr="0" anchor="t" bIns="0" lIns="0" spcFirstLastPara="1" rIns="0" wrap="square" tIns="110475">
            <a:spAutoFit/>
          </a:bodyPr>
          <a:lstStyle/>
          <a:p>
            <a:pPr indent="0" lvl="0" marL="251459"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Manufacturing</a:t>
            </a:r>
            <a:endParaRPr b="0" i="0" sz="900" u="none" cap="none" strike="noStrike">
              <a:solidFill>
                <a:srgbClr val="000000"/>
              </a:solidFill>
              <a:latin typeface="Arial"/>
              <a:ea typeface="Arial"/>
              <a:cs typeface="Arial"/>
              <a:sym typeface="Arial"/>
            </a:endParaRPr>
          </a:p>
        </p:txBody>
      </p:sp>
      <p:sp>
        <p:nvSpPr>
          <p:cNvPr id="2264" name="Google Shape;2264;p19"/>
          <p:cNvSpPr txBox="1"/>
          <p:nvPr/>
        </p:nvSpPr>
        <p:spPr>
          <a:xfrm>
            <a:off x="4661390" y="2613199"/>
            <a:ext cx="775970" cy="363220"/>
          </a:xfrm>
          <a:prstGeom prst="rect">
            <a:avLst/>
          </a:prstGeom>
          <a:solidFill>
            <a:srgbClr val="FFE9C3"/>
          </a:solidFill>
          <a:ln>
            <a:noFill/>
          </a:ln>
        </p:spPr>
        <p:txBody>
          <a:bodyPr anchorCtr="0" anchor="t" bIns="0" lIns="0" spcFirstLastPara="1" rIns="0" wrap="square" tIns="110475">
            <a:spAutoFit/>
          </a:bodyPr>
          <a:lstStyle/>
          <a:p>
            <a:pPr indent="0" lvl="0" marL="1016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Completed</a:t>
            </a:r>
            <a:endParaRPr b="0" i="0" sz="900" u="none" cap="none" strike="noStrike">
              <a:solidFill>
                <a:srgbClr val="000000"/>
              </a:solidFill>
              <a:latin typeface="Arial"/>
              <a:ea typeface="Arial"/>
              <a:cs typeface="Arial"/>
              <a:sym typeface="Arial"/>
            </a:endParaRPr>
          </a:p>
        </p:txBody>
      </p:sp>
      <p:sp>
        <p:nvSpPr>
          <p:cNvPr id="2265" name="Google Shape;2265;p19"/>
          <p:cNvSpPr txBox="1"/>
          <p:nvPr/>
        </p:nvSpPr>
        <p:spPr>
          <a:xfrm>
            <a:off x="5525582" y="2655482"/>
            <a:ext cx="221615" cy="1625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Test</a:t>
            </a:r>
            <a:endParaRPr b="0" i="0" sz="900" u="none" cap="none" strike="noStrike">
              <a:solidFill>
                <a:srgbClr val="000000"/>
              </a:solidFill>
              <a:latin typeface="Arial"/>
              <a:ea typeface="Arial"/>
              <a:cs typeface="Arial"/>
              <a:sym typeface="Arial"/>
            </a:endParaRPr>
          </a:p>
        </p:txBody>
      </p:sp>
      <p:sp>
        <p:nvSpPr>
          <p:cNvPr id="2266" name="Google Shape;2266;p19"/>
          <p:cNvSpPr txBox="1"/>
          <p:nvPr/>
        </p:nvSpPr>
        <p:spPr>
          <a:xfrm>
            <a:off x="5542269" y="2757552"/>
            <a:ext cx="188595" cy="16256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run</a:t>
            </a:r>
            <a:endParaRPr b="0" i="0" sz="900" u="none" cap="none" strike="noStrike">
              <a:solidFill>
                <a:srgbClr val="000000"/>
              </a:solidFill>
              <a:latin typeface="Arial"/>
              <a:ea typeface="Arial"/>
              <a:cs typeface="Arial"/>
              <a:sym typeface="Arial"/>
            </a:endParaRPr>
          </a:p>
        </p:txBody>
      </p:sp>
      <p:sp>
        <p:nvSpPr>
          <p:cNvPr id="2267" name="Google Shape;2267;p19"/>
          <p:cNvSpPr txBox="1"/>
          <p:nvPr/>
        </p:nvSpPr>
        <p:spPr>
          <a:xfrm>
            <a:off x="5822783" y="2613199"/>
            <a:ext cx="588010" cy="363220"/>
          </a:xfrm>
          <a:prstGeom prst="rect">
            <a:avLst/>
          </a:prstGeom>
          <a:solidFill>
            <a:srgbClr val="FFE9C3"/>
          </a:solidFill>
          <a:ln>
            <a:noFill/>
          </a:ln>
        </p:spPr>
        <p:txBody>
          <a:bodyPr anchorCtr="0" anchor="t" bIns="0" lIns="0" spcFirstLastPara="1" rIns="0" wrap="square" tIns="110475">
            <a:spAutoFit/>
          </a:bodyPr>
          <a:lstStyle/>
          <a:p>
            <a:pPr indent="0" lvl="0" marL="1270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Packin</a:t>
            </a:r>
            <a:endParaRPr b="0" i="0" sz="900" u="none" cap="none" strike="noStrike">
              <a:solidFill>
                <a:srgbClr val="000000"/>
              </a:solidFill>
              <a:latin typeface="Arial"/>
              <a:ea typeface="Arial"/>
              <a:cs typeface="Arial"/>
              <a:sym typeface="Arial"/>
            </a:endParaRPr>
          </a:p>
        </p:txBody>
      </p:sp>
      <p:sp>
        <p:nvSpPr>
          <p:cNvPr id="2268" name="Google Shape;2268;p19"/>
          <p:cNvSpPr txBox="1"/>
          <p:nvPr/>
        </p:nvSpPr>
        <p:spPr>
          <a:xfrm>
            <a:off x="6419506" y="2641194"/>
            <a:ext cx="725805" cy="162560"/>
          </a:xfrm>
          <a:prstGeom prst="rect">
            <a:avLst/>
          </a:prstGeom>
          <a:noFill/>
          <a:ln>
            <a:noFill/>
          </a:ln>
        </p:spPr>
        <p:txBody>
          <a:bodyPr anchorCtr="0" anchor="t" bIns="0" lIns="0" spcFirstLastPara="1" rIns="0" wrap="square" tIns="12700">
            <a:spAutoFit/>
          </a:bodyPr>
          <a:lstStyle/>
          <a:p>
            <a:pPr indent="0" lvl="0" marL="132715"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payment</a:t>
            </a:r>
            <a:endParaRPr b="0" i="0" sz="900" u="none" cap="none" strike="noStrike">
              <a:solidFill>
                <a:srgbClr val="000000"/>
              </a:solidFill>
              <a:latin typeface="Arial"/>
              <a:ea typeface="Arial"/>
              <a:cs typeface="Arial"/>
              <a:sym typeface="Arial"/>
            </a:endParaRPr>
          </a:p>
        </p:txBody>
      </p:sp>
      <p:sp>
        <p:nvSpPr>
          <p:cNvPr id="2269" name="Google Shape;2269;p19"/>
          <p:cNvSpPr/>
          <p:nvPr/>
        </p:nvSpPr>
        <p:spPr>
          <a:xfrm>
            <a:off x="6456654" y="2815043"/>
            <a:ext cx="647700" cy="94615"/>
          </a:xfrm>
          <a:custGeom>
            <a:rect b="b" l="l" r="r" t="t"/>
            <a:pathLst>
              <a:path extrusionOk="0" h="94614" w="647700">
                <a:moveTo>
                  <a:pt x="46875" y="32346"/>
                </a:moveTo>
                <a:lnTo>
                  <a:pt x="44488" y="31089"/>
                </a:lnTo>
                <a:lnTo>
                  <a:pt x="38874" y="29032"/>
                </a:lnTo>
                <a:lnTo>
                  <a:pt x="31902" y="29032"/>
                </a:lnTo>
                <a:lnTo>
                  <a:pt x="18821" y="31534"/>
                </a:lnTo>
                <a:lnTo>
                  <a:pt x="8750" y="38468"/>
                </a:lnTo>
                <a:lnTo>
                  <a:pt x="2286" y="48996"/>
                </a:lnTo>
                <a:lnTo>
                  <a:pt x="0" y="62293"/>
                </a:lnTo>
                <a:lnTo>
                  <a:pt x="2120" y="75323"/>
                </a:lnTo>
                <a:lnTo>
                  <a:pt x="8128" y="85356"/>
                </a:lnTo>
                <a:lnTo>
                  <a:pt x="17475" y="91808"/>
                </a:lnTo>
                <a:lnTo>
                  <a:pt x="29616" y="94081"/>
                </a:lnTo>
                <a:lnTo>
                  <a:pt x="37617" y="94081"/>
                </a:lnTo>
                <a:lnTo>
                  <a:pt x="43789" y="91909"/>
                </a:lnTo>
                <a:lnTo>
                  <a:pt x="46532" y="90538"/>
                </a:lnTo>
                <a:lnTo>
                  <a:pt x="44818" y="83223"/>
                </a:lnTo>
                <a:lnTo>
                  <a:pt x="37503" y="86309"/>
                </a:lnTo>
                <a:lnTo>
                  <a:pt x="31330" y="86309"/>
                </a:lnTo>
                <a:lnTo>
                  <a:pt x="22644" y="84594"/>
                </a:lnTo>
                <a:lnTo>
                  <a:pt x="15811" y="79679"/>
                </a:lnTo>
                <a:lnTo>
                  <a:pt x="11341" y="71945"/>
                </a:lnTo>
                <a:lnTo>
                  <a:pt x="9728" y="61722"/>
                </a:lnTo>
                <a:lnTo>
                  <a:pt x="11137" y="52197"/>
                </a:lnTo>
                <a:lnTo>
                  <a:pt x="15303" y="44259"/>
                </a:lnTo>
                <a:lnTo>
                  <a:pt x="22161" y="38823"/>
                </a:lnTo>
                <a:lnTo>
                  <a:pt x="31673" y="36804"/>
                </a:lnTo>
                <a:lnTo>
                  <a:pt x="37744" y="36804"/>
                </a:lnTo>
                <a:lnTo>
                  <a:pt x="41846" y="38519"/>
                </a:lnTo>
                <a:lnTo>
                  <a:pt x="44488" y="40005"/>
                </a:lnTo>
                <a:lnTo>
                  <a:pt x="46875" y="32346"/>
                </a:lnTo>
                <a:close/>
              </a:path>
              <a:path extrusionOk="0" h="94614" w="647700">
                <a:moveTo>
                  <a:pt x="112712" y="61163"/>
                </a:moveTo>
                <a:lnTo>
                  <a:pt x="110680" y="48094"/>
                </a:lnTo>
                <a:lnTo>
                  <a:pt x="104927" y="37934"/>
                </a:lnTo>
                <a:lnTo>
                  <a:pt x="102958" y="36499"/>
                </a:lnTo>
                <a:lnTo>
                  <a:pt x="102958" y="61163"/>
                </a:lnTo>
                <a:lnTo>
                  <a:pt x="102920" y="62077"/>
                </a:lnTo>
                <a:lnTo>
                  <a:pt x="101587" y="71386"/>
                </a:lnTo>
                <a:lnTo>
                  <a:pt x="97637" y="79413"/>
                </a:lnTo>
                <a:lnTo>
                  <a:pt x="91554" y="84810"/>
                </a:lnTo>
                <a:lnTo>
                  <a:pt x="83794" y="86779"/>
                </a:lnTo>
                <a:lnTo>
                  <a:pt x="76111" y="84810"/>
                </a:lnTo>
                <a:lnTo>
                  <a:pt x="70142" y="79413"/>
                </a:lnTo>
                <a:lnTo>
                  <a:pt x="66294" y="71488"/>
                </a:lnTo>
                <a:lnTo>
                  <a:pt x="64973" y="62077"/>
                </a:lnTo>
                <a:lnTo>
                  <a:pt x="64998" y="61163"/>
                </a:lnTo>
                <a:lnTo>
                  <a:pt x="66014" y="52717"/>
                </a:lnTo>
                <a:lnTo>
                  <a:pt x="69418" y="44602"/>
                </a:lnTo>
                <a:lnTo>
                  <a:pt x="75349" y="38722"/>
                </a:lnTo>
                <a:lnTo>
                  <a:pt x="84010" y="36461"/>
                </a:lnTo>
                <a:lnTo>
                  <a:pt x="92722" y="38811"/>
                </a:lnTo>
                <a:lnTo>
                  <a:pt x="98602" y="44831"/>
                </a:lnTo>
                <a:lnTo>
                  <a:pt x="101942" y="52920"/>
                </a:lnTo>
                <a:lnTo>
                  <a:pt x="102958" y="61163"/>
                </a:lnTo>
                <a:lnTo>
                  <a:pt x="102958" y="36499"/>
                </a:lnTo>
                <a:lnTo>
                  <a:pt x="95986" y="31369"/>
                </a:lnTo>
                <a:lnTo>
                  <a:pt x="84366" y="29032"/>
                </a:lnTo>
                <a:lnTo>
                  <a:pt x="73113" y="31203"/>
                </a:lnTo>
                <a:lnTo>
                  <a:pt x="63830" y="37579"/>
                </a:lnTo>
                <a:lnTo>
                  <a:pt x="57531" y="47942"/>
                </a:lnTo>
                <a:lnTo>
                  <a:pt x="55206" y="62077"/>
                </a:lnTo>
                <a:lnTo>
                  <a:pt x="57391" y="75590"/>
                </a:lnTo>
                <a:lnTo>
                  <a:pt x="63385" y="85686"/>
                </a:lnTo>
                <a:lnTo>
                  <a:pt x="72377" y="92011"/>
                </a:lnTo>
                <a:lnTo>
                  <a:pt x="83553" y="94208"/>
                </a:lnTo>
                <a:lnTo>
                  <a:pt x="93954" y="92303"/>
                </a:lnTo>
                <a:lnTo>
                  <a:pt x="102717" y="86779"/>
                </a:lnTo>
                <a:lnTo>
                  <a:pt x="103327" y="86385"/>
                </a:lnTo>
                <a:lnTo>
                  <a:pt x="110109" y="76123"/>
                </a:lnTo>
                <a:lnTo>
                  <a:pt x="112712" y="61163"/>
                </a:lnTo>
                <a:close/>
              </a:path>
              <a:path extrusionOk="0" h="94614" w="647700">
                <a:moveTo>
                  <a:pt x="176961" y="54876"/>
                </a:moveTo>
                <a:lnTo>
                  <a:pt x="174764" y="41910"/>
                </a:lnTo>
                <a:lnTo>
                  <a:pt x="169354" y="34023"/>
                </a:lnTo>
                <a:lnTo>
                  <a:pt x="162496" y="30099"/>
                </a:lnTo>
                <a:lnTo>
                  <a:pt x="155930" y="29044"/>
                </a:lnTo>
                <a:lnTo>
                  <a:pt x="146202" y="29044"/>
                </a:lnTo>
                <a:lnTo>
                  <a:pt x="139014" y="34531"/>
                </a:lnTo>
                <a:lnTo>
                  <a:pt x="135928" y="40589"/>
                </a:lnTo>
                <a:lnTo>
                  <a:pt x="135686" y="40589"/>
                </a:lnTo>
                <a:lnTo>
                  <a:pt x="135115" y="30403"/>
                </a:lnTo>
                <a:lnTo>
                  <a:pt x="126657" y="30403"/>
                </a:lnTo>
                <a:lnTo>
                  <a:pt x="127114" y="40132"/>
                </a:lnTo>
                <a:lnTo>
                  <a:pt x="127114" y="92837"/>
                </a:lnTo>
                <a:lnTo>
                  <a:pt x="136601" y="92837"/>
                </a:lnTo>
                <a:lnTo>
                  <a:pt x="136601" y="43789"/>
                </a:lnTo>
                <a:lnTo>
                  <a:pt x="144843" y="36931"/>
                </a:lnTo>
                <a:lnTo>
                  <a:pt x="163817" y="36931"/>
                </a:lnTo>
                <a:lnTo>
                  <a:pt x="167474" y="45847"/>
                </a:lnTo>
                <a:lnTo>
                  <a:pt x="167474" y="92837"/>
                </a:lnTo>
                <a:lnTo>
                  <a:pt x="176961" y="92837"/>
                </a:lnTo>
                <a:lnTo>
                  <a:pt x="176961" y="54876"/>
                </a:lnTo>
                <a:close/>
              </a:path>
              <a:path extrusionOk="0" h="94614" w="647700">
                <a:moveTo>
                  <a:pt x="240728" y="30530"/>
                </a:moveTo>
                <a:lnTo>
                  <a:pt x="205854" y="30530"/>
                </a:lnTo>
                <a:lnTo>
                  <a:pt x="206095" y="23202"/>
                </a:lnTo>
                <a:lnTo>
                  <a:pt x="207784" y="15798"/>
                </a:lnTo>
                <a:lnTo>
                  <a:pt x="212369" y="10071"/>
                </a:lnTo>
                <a:lnTo>
                  <a:pt x="221297" y="7772"/>
                </a:lnTo>
                <a:lnTo>
                  <a:pt x="226098" y="7772"/>
                </a:lnTo>
                <a:lnTo>
                  <a:pt x="231000" y="9258"/>
                </a:lnTo>
                <a:lnTo>
                  <a:pt x="233984" y="11315"/>
                </a:lnTo>
                <a:lnTo>
                  <a:pt x="236842" y="4000"/>
                </a:lnTo>
                <a:lnTo>
                  <a:pt x="233743" y="1714"/>
                </a:lnTo>
                <a:lnTo>
                  <a:pt x="227012" y="0"/>
                </a:lnTo>
                <a:lnTo>
                  <a:pt x="221970" y="0"/>
                </a:lnTo>
                <a:lnTo>
                  <a:pt x="210743" y="1968"/>
                </a:lnTo>
                <a:lnTo>
                  <a:pt x="202742" y="7493"/>
                </a:lnTo>
                <a:lnTo>
                  <a:pt x="197954" y="15951"/>
                </a:lnTo>
                <a:lnTo>
                  <a:pt x="196367" y="26746"/>
                </a:lnTo>
                <a:lnTo>
                  <a:pt x="196367" y="30530"/>
                </a:lnTo>
                <a:lnTo>
                  <a:pt x="187782" y="30530"/>
                </a:lnTo>
                <a:lnTo>
                  <a:pt x="187782" y="37960"/>
                </a:lnTo>
                <a:lnTo>
                  <a:pt x="196367" y="37960"/>
                </a:lnTo>
                <a:lnTo>
                  <a:pt x="196367" y="92837"/>
                </a:lnTo>
                <a:lnTo>
                  <a:pt x="205854" y="92837"/>
                </a:lnTo>
                <a:lnTo>
                  <a:pt x="205854" y="37960"/>
                </a:lnTo>
                <a:lnTo>
                  <a:pt x="231241" y="37960"/>
                </a:lnTo>
                <a:lnTo>
                  <a:pt x="231241" y="92837"/>
                </a:lnTo>
                <a:lnTo>
                  <a:pt x="240728" y="92837"/>
                </a:lnTo>
                <a:lnTo>
                  <a:pt x="240728" y="30530"/>
                </a:lnTo>
                <a:close/>
              </a:path>
              <a:path extrusionOk="0" h="94614" w="647700">
                <a:moveTo>
                  <a:pt x="287934" y="29489"/>
                </a:moveTo>
                <a:lnTo>
                  <a:pt x="286905" y="29375"/>
                </a:lnTo>
                <a:lnTo>
                  <a:pt x="286105" y="29146"/>
                </a:lnTo>
                <a:lnTo>
                  <a:pt x="277418" y="29146"/>
                </a:lnTo>
                <a:lnTo>
                  <a:pt x="270903" y="34747"/>
                </a:lnTo>
                <a:lnTo>
                  <a:pt x="268160" y="42519"/>
                </a:lnTo>
                <a:lnTo>
                  <a:pt x="267817" y="42519"/>
                </a:lnTo>
                <a:lnTo>
                  <a:pt x="267360" y="30518"/>
                </a:lnTo>
                <a:lnTo>
                  <a:pt x="259016" y="30518"/>
                </a:lnTo>
                <a:lnTo>
                  <a:pt x="259359" y="36461"/>
                </a:lnTo>
                <a:lnTo>
                  <a:pt x="259473" y="42519"/>
                </a:lnTo>
                <a:lnTo>
                  <a:pt x="259473" y="92824"/>
                </a:lnTo>
                <a:lnTo>
                  <a:pt x="268960" y="92824"/>
                </a:lnTo>
                <a:lnTo>
                  <a:pt x="268960" y="58978"/>
                </a:lnTo>
                <a:lnTo>
                  <a:pt x="269938" y="51308"/>
                </a:lnTo>
                <a:lnTo>
                  <a:pt x="272872" y="44691"/>
                </a:lnTo>
                <a:lnTo>
                  <a:pt x="277749" y="40043"/>
                </a:lnTo>
                <a:lnTo>
                  <a:pt x="284518" y="38290"/>
                </a:lnTo>
                <a:lnTo>
                  <a:pt x="285877" y="38290"/>
                </a:lnTo>
                <a:lnTo>
                  <a:pt x="287934" y="38519"/>
                </a:lnTo>
                <a:lnTo>
                  <a:pt x="287934" y="29489"/>
                </a:lnTo>
                <a:close/>
              </a:path>
              <a:path extrusionOk="0" h="94614" w="647700">
                <a:moveTo>
                  <a:pt x="383844" y="55333"/>
                </a:moveTo>
                <a:lnTo>
                  <a:pt x="381825" y="42202"/>
                </a:lnTo>
                <a:lnTo>
                  <a:pt x="376821" y="34175"/>
                </a:lnTo>
                <a:lnTo>
                  <a:pt x="370382" y="30137"/>
                </a:lnTo>
                <a:lnTo>
                  <a:pt x="364058" y="29044"/>
                </a:lnTo>
                <a:lnTo>
                  <a:pt x="354457" y="29044"/>
                </a:lnTo>
                <a:lnTo>
                  <a:pt x="348170" y="34074"/>
                </a:lnTo>
                <a:lnTo>
                  <a:pt x="344055" y="41503"/>
                </a:lnTo>
                <a:lnTo>
                  <a:pt x="343839" y="41503"/>
                </a:lnTo>
                <a:lnTo>
                  <a:pt x="341210" y="34074"/>
                </a:lnTo>
                <a:lnTo>
                  <a:pt x="334911" y="29044"/>
                </a:lnTo>
                <a:lnTo>
                  <a:pt x="316953" y="29044"/>
                </a:lnTo>
                <a:lnTo>
                  <a:pt x="311238" y="34404"/>
                </a:lnTo>
                <a:lnTo>
                  <a:pt x="307822" y="40474"/>
                </a:lnTo>
                <a:lnTo>
                  <a:pt x="307467" y="40474"/>
                </a:lnTo>
                <a:lnTo>
                  <a:pt x="306895" y="30403"/>
                </a:lnTo>
                <a:lnTo>
                  <a:pt x="298551" y="30403"/>
                </a:lnTo>
                <a:lnTo>
                  <a:pt x="299008" y="40132"/>
                </a:lnTo>
                <a:lnTo>
                  <a:pt x="299008" y="92837"/>
                </a:lnTo>
                <a:lnTo>
                  <a:pt x="308381" y="92837"/>
                </a:lnTo>
                <a:lnTo>
                  <a:pt x="308381" y="44932"/>
                </a:lnTo>
                <a:lnTo>
                  <a:pt x="315595" y="36931"/>
                </a:lnTo>
                <a:lnTo>
                  <a:pt x="332511" y="36931"/>
                </a:lnTo>
                <a:lnTo>
                  <a:pt x="336740" y="44475"/>
                </a:lnTo>
                <a:lnTo>
                  <a:pt x="336740" y="92837"/>
                </a:lnTo>
                <a:lnTo>
                  <a:pt x="346113" y="92837"/>
                </a:lnTo>
                <a:lnTo>
                  <a:pt x="346113" y="44132"/>
                </a:lnTo>
                <a:lnTo>
                  <a:pt x="353085" y="36931"/>
                </a:lnTo>
                <a:lnTo>
                  <a:pt x="370128" y="36931"/>
                </a:lnTo>
                <a:lnTo>
                  <a:pt x="374472" y="44704"/>
                </a:lnTo>
                <a:lnTo>
                  <a:pt x="374472" y="92837"/>
                </a:lnTo>
                <a:lnTo>
                  <a:pt x="383844" y="92837"/>
                </a:lnTo>
                <a:lnTo>
                  <a:pt x="383844" y="55333"/>
                </a:lnTo>
                <a:close/>
              </a:path>
              <a:path extrusionOk="0" h="94614" w="647700">
                <a:moveTo>
                  <a:pt x="443953" y="92824"/>
                </a:moveTo>
                <a:lnTo>
                  <a:pt x="443153" y="88480"/>
                </a:lnTo>
                <a:lnTo>
                  <a:pt x="443077" y="84823"/>
                </a:lnTo>
                <a:lnTo>
                  <a:pt x="443039" y="60477"/>
                </a:lnTo>
                <a:lnTo>
                  <a:pt x="443001" y="53505"/>
                </a:lnTo>
                <a:lnTo>
                  <a:pt x="442048" y="44767"/>
                </a:lnTo>
                <a:lnTo>
                  <a:pt x="438556" y="36817"/>
                </a:lnTo>
                <a:lnTo>
                  <a:pt x="437997" y="36347"/>
                </a:lnTo>
                <a:lnTo>
                  <a:pt x="433666" y="32766"/>
                </a:lnTo>
                <a:lnTo>
                  <a:pt x="433666" y="60477"/>
                </a:lnTo>
                <a:lnTo>
                  <a:pt x="433666" y="79794"/>
                </a:lnTo>
                <a:lnTo>
                  <a:pt x="427151" y="86880"/>
                </a:lnTo>
                <a:lnTo>
                  <a:pt x="412165" y="86880"/>
                </a:lnTo>
                <a:lnTo>
                  <a:pt x="407136" y="83337"/>
                </a:lnTo>
                <a:lnTo>
                  <a:pt x="407136" y="75336"/>
                </a:lnTo>
                <a:lnTo>
                  <a:pt x="409625" y="67475"/>
                </a:lnTo>
                <a:lnTo>
                  <a:pt x="415988" y="62979"/>
                </a:lnTo>
                <a:lnTo>
                  <a:pt x="424561" y="60947"/>
                </a:lnTo>
                <a:lnTo>
                  <a:pt x="433666" y="60477"/>
                </a:lnTo>
                <a:lnTo>
                  <a:pt x="433666" y="32766"/>
                </a:lnTo>
                <a:lnTo>
                  <a:pt x="431761" y="31178"/>
                </a:lnTo>
                <a:lnTo>
                  <a:pt x="420865" y="29032"/>
                </a:lnTo>
                <a:lnTo>
                  <a:pt x="413880" y="29032"/>
                </a:lnTo>
                <a:lnTo>
                  <a:pt x="406908" y="30975"/>
                </a:lnTo>
                <a:lnTo>
                  <a:pt x="401878" y="34290"/>
                </a:lnTo>
                <a:lnTo>
                  <a:pt x="404164" y="40805"/>
                </a:lnTo>
                <a:lnTo>
                  <a:pt x="408393" y="37833"/>
                </a:lnTo>
                <a:lnTo>
                  <a:pt x="413994" y="36347"/>
                </a:lnTo>
                <a:lnTo>
                  <a:pt x="433552" y="36347"/>
                </a:lnTo>
                <a:lnTo>
                  <a:pt x="433552" y="53505"/>
                </a:lnTo>
                <a:lnTo>
                  <a:pt x="418172" y="54940"/>
                </a:lnTo>
                <a:lnTo>
                  <a:pt x="406831" y="59334"/>
                </a:lnTo>
                <a:lnTo>
                  <a:pt x="399821" y="66560"/>
                </a:lnTo>
                <a:lnTo>
                  <a:pt x="397421" y="76479"/>
                </a:lnTo>
                <a:lnTo>
                  <a:pt x="397421" y="85509"/>
                </a:lnTo>
                <a:lnTo>
                  <a:pt x="403707" y="94195"/>
                </a:lnTo>
                <a:lnTo>
                  <a:pt x="424395" y="94195"/>
                </a:lnTo>
                <a:lnTo>
                  <a:pt x="430809" y="89738"/>
                </a:lnTo>
                <a:lnTo>
                  <a:pt x="432676" y="86880"/>
                </a:lnTo>
                <a:lnTo>
                  <a:pt x="434009" y="84823"/>
                </a:lnTo>
                <a:lnTo>
                  <a:pt x="434340" y="84823"/>
                </a:lnTo>
                <a:lnTo>
                  <a:pt x="435267" y="92824"/>
                </a:lnTo>
                <a:lnTo>
                  <a:pt x="443953" y="92824"/>
                </a:lnTo>
                <a:close/>
              </a:path>
              <a:path extrusionOk="0" h="94614" w="647700">
                <a:moveTo>
                  <a:pt x="489343" y="30530"/>
                </a:moveTo>
                <a:lnTo>
                  <a:pt x="473214" y="30530"/>
                </a:lnTo>
                <a:lnTo>
                  <a:pt x="473214" y="16002"/>
                </a:lnTo>
                <a:lnTo>
                  <a:pt x="463842" y="19202"/>
                </a:lnTo>
                <a:lnTo>
                  <a:pt x="463842" y="30530"/>
                </a:lnTo>
                <a:lnTo>
                  <a:pt x="454228" y="30530"/>
                </a:lnTo>
                <a:lnTo>
                  <a:pt x="454228" y="37960"/>
                </a:lnTo>
                <a:lnTo>
                  <a:pt x="463842" y="37960"/>
                </a:lnTo>
                <a:lnTo>
                  <a:pt x="463842" y="73736"/>
                </a:lnTo>
                <a:lnTo>
                  <a:pt x="464146" y="79705"/>
                </a:lnTo>
                <a:lnTo>
                  <a:pt x="465950" y="86398"/>
                </a:lnTo>
                <a:lnTo>
                  <a:pt x="470598" y="91846"/>
                </a:lnTo>
                <a:lnTo>
                  <a:pt x="479399" y="94094"/>
                </a:lnTo>
                <a:lnTo>
                  <a:pt x="483387" y="94094"/>
                </a:lnTo>
                <a:lnTo>
                  <a:pt x="486587" y="93522"/>
                </a:lnTo>
                <a:lnTo>
                  <a:pt x="488645" y="92608"/>
                </a:lnTo>
                <a:lnTo>
                  <a:pt x="488073" y="85293"/>
                </a:lnTo>
                <a:lnTo>
                  <a:pt x="486473" y="85864"/>
                </a:lnTo>
                <a:lnTo>
                  <a:pt x="484530" y="86207"/>
                </a:lnTo>
                <a:lnTo>
                  <a:pt x="475615" y="86207"/>
                </a:lnTo>
                <a:lnTo>
                  <a:pt x="473214" y="81864"/>
                </a:lnTo>
                <a:lnTo>
                  <a:pt x="473214" y="37960"/>
                </a:lnTo>
                <a:lnTo>
                  <a:pt x="489343" y="37960"/>
                </a:lnTo>
                <a:lnTo>
                  <a:pt x="489343" y="30530"/>
                </a:lnTo>
                <a:close/>
              </a:path>
              <a:path extrusionOk="0" h="94614" w="647700">
                <a:moveTo>
                  <a:pt x="511263" y="30530"/>
                </a:moveTo>
                <a:lnTo>
                  <a:pt x="501777" y="30530"/>
                </a:lnTo>
                <a:lnTo>
                  <a:pt x="501777" y="92837"/>
                </a:lnTo>
                <a:lnTo>
                  <a:pt x="511263" y="92837"/>
                </a:lnTo>
                <a:lnTo>
                  <a:pt x="511263" y="30530"/>
                </a:lnTo>
                <a:close/>
              </a:path>
              <a:path extrusionOk="0" h="94614" w="647700">
                <a:moveTo>
                  <a:pt x="512749" y="9486"/>
                </a:moveTo>
                <a:lnTo>
                  <a:pt x="510349" y="6616"/>
                </a:lnTo>
                <a:lnTo>
                  <a:pt x="502920" y="6616"/>
                </a:lnTo>
                <a:lnTo>
                  <a:pt x="500291" y="9486"/>
                </a:lnTo>
                <a:lnTo>
                  <a:pt x="500291" y="16687"/>
                </a:lnTo>
                <a:lnTo>
                  <a:pt x="502805" y="19545"/>
                </a:lnTo>
                <a:lnTo>
                  <a:pt x="510120" y="19545"/>
                </a:lnTo>
                <a:lnTo>
                  <a:pt x="512749" y="17030"/>
                </a:lnTo>
                <a:lnTo>
                  <a:pt x="512749" y="9486"/>
                </a:lnTo>
                <a:close/>
              </a:path>
              <a:path extrusionOk="0" h="94614" w="647700">
                <a:moveTo>
                  <a:pt x="583057" y="61163"/>
                </a:moveTo>
                <a:lnTo>
                  <a:pt x="581025" y="48094"/>
                </a:lnTo>
                <a:lnTo>
                  <a:pt x="575271" y="37934"/>
                </a:lnTo>
                <a:lnTo>
                  <a:pt x="573303" y="36499"/>
                </a:lnTo>
                <a:lnTo>
                  <a:pt x="573303" y="61163"/>
                </a:lnTo>
                <a:lnTo>
                  <a:pt x="573265" y="62077"/>
                </a:lnTo>
                <a:lnTo>
                  <a:pt x="571931" y="71386"/>
                </a:lnTo>
                <a:lnTo>
                  <a:pt x="567994" y="79413"/>
                </a:lnTo>
                <a:lnTo>
                  <a:pt x="561898" y="84810"/>
                </a:lnTo>
                <a:lnTo>
                  <a:pt x="554139" y="86779"/>
                </a:lnTo>
                <a:lnTo>
                  <a:pt x="546455" y="84810"/>
                </a:lnTo>
                <a:lnTo>
                  <a:pt x="540486" y="79413"/>
                </a:lnTo>
                <a:lnTo>
                  <a:pt x="536638" y="71488"/>
                </a:lnTo>
                <a:lnTo>
                  <a:pt x="535317" y="62077"/>
                </a:lnTo>
                <a:lnTo>
                  <a:pt x="535343" y="61163"/>
                </a:lnTo>
                <a:lnTo>
                  <a:pt x="536359" y="52717"/>
                </a:lnTo>
                <a:lnTo>
                  <a:pt x="539762" y="44602"/>
                </a:lnTo>
                <a:lnTo>
                  <a:pt x="545693" y="38722"/>
                </a:lnTo>
                <a:lnTo>
                  <a:pt x="554355" y="36461"/>
                </a:lnTo>
                <a:lnTo>
                  <a:pt x="563067" y="38811"/>
                </a:lnTo>
                <a:lnTo>
                  <a:pt x="568960" y="44831"/>
                </a:lnTo>
                <a:lnTo>
                  <a:pt x="572300" y="52920"/>
                </a:lnTo>
                <a:lnTo>
                  <a:pt x="573303" y="61163"/>
                </a:lnTo>
                <a:lnTo>
                  <a:pt x="573303" y="36499"/>
                </a:lnTo>
                <a:lnTo>
                  <a:pt x="566331" y="31369"/>
                </a:lnTo>
                <a:lnTo>
                  <a:pt x="554710" y="29032"/>
                </a:lnTo>
                <a:lnTo>
                  <a:pt x="543458" y="31203"/>
                </a:lnTo>
                <a:lnTo>
                  <a:pt x="534174" y="37579"/>
                </a:lnTo>
                <a:lnTo>
                  <a:pt x="527875" y="47942"/>
                </a:lnTo>
                <a:lnTo>
                  <a:pt x="525551" y="62077"/>
                </a:lnTo>
                <a:lnTo>
                  <a:pt x="527735" y="75590"/>
                </a:lnTo>
                <a:lnTo>
                  <a:pt x="533730" y="85686"/>
                </a:lnTo>
                <a:lnTo>
                  <a:pt x="542721" y="92011"/>
                </a:lnTo>
                <a:lnTo>
                  <a:pt x="553897" y="94208"/>
                </a:lnTo>
                <a:lnTo>
                  <a:pt x="564299" y="92303"/>
                </a:lnTo>
                <a:lnTo>
                  <a:pt x="573062" y="86779"/>
                </a:lnTo>
                <a:lnTo>
                  <a:pt x="573671" y="86385"/>
                </a:lnTo>
                <a:lnTo>
                  <a:pt x="580453" y="76123"/>
                </a:lnTo>
                <a:lnTo>
                  <a:pt x="583057" y="61163"/>
                </a:lnTo>
                <a:close/>
              </a:path>
              <a:path extrusionOk="0" h="94614" w="647700">
                <a:moveTo>
                  <a:pt x="647293" y="54876"/>
                </a:moveTo>
                <a:lnTo>
                  <a:pt x="645096" y="41910"/>
                </a:lnTo>
                <a:lnTo>
                  <a:pt x="639699" y="34023"/>
                </a:lnTo>
                <a:lnTo>
                  <a:pt x="632828" y="30099"/>
                </a:lnTo>
                <a:lnTo>
                  <a:pt x="626262" y="29044"/>
                </a:lnTo>
                <a:lnTo>
                  <a:pt x="616534" y="29044"/>
                </a:lnTo>
                <a:lnTo>
                  <a:pt x="609346" y="34531"/>
                </a:lnTo>
                <a:lnTo>
                  <a:pt x="606247" y="40589"/>
                </a:lnTo>
                <a:lnTo>
                  <a:pt x="606018" y="40589"/>
                </a:lnTo>
                <a:lnTo>
                  <a:pt x="605447" y="30403"/>
                </a:lnTo>
                <a:lnTo>
                  <a:pt x="596988" y="30403"/>
                </a:lnTo>
                <a:lnTo>
                  <a:pt x="597446" y="40132"/>
                </a:lnTo>
                <a:lnTo>
                  <a:pt x="597446" y="92837"/>
                </a:lnTo>
                <a:lnTo>
                  <a:pt x="606933" y="92837"/>
                </a:lnTo>
                <a:lnTo>
                  <a:pt x="606933" y="43789"/>
                </a:lnTo>
                <a:lnTo>
                  <a:pt x="615175" y="36931"/>
                </a:lnTo>
                <a:lnTo>
                  <a:pt x="634149" y="36931"/>
                </a:lnTo>
                <a:lnTo>
                  <a:pt x="637806" y="45847"/>
                </a:lnTo>
                <a:lnTo>
                  <a:pt x="637806" y="92837"/>
                </a:lnTo>
                <a:lnTo>
                  <a:pt x="647293" y="92837"/>
                </a:lnTo>
                <a:lnTo>
                  <a:pt x="647293" y="54876"/>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p19"/>
          <p:cNvSpPr txBox="1"/>
          <p:nvPr/>
        </p:nvSpPr>
        <p:spPr>
          <a:xfrm>
            <a:off x="2933282" y="2984058"/>
            <a:ext cx="1270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p:txBody>
      </p:sp>
      <p:sp>
        <p:nvSpPr>
          <p:cNvPr id="2271" name="Google Shape;2271;p19"/>
          <p:cNvSpPr txBox="1"/>
          <p:nvPr/>
        </p:nvSpPr>
        <p:spPr>
          <a:xfrm>
            <a:off x="6720219" y="2981823"/>
            <a:ext cx="12700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p:txBody>
      </p:sp>
      <p:sp>
        <p:nvSpPr>
          <p:cNvPr id="2272" name="Google Shape;2272;p19"/>
          <p:cNvSpPr txBox="1"/>
          <p:nvPr/>
        </p:nvSpPr>
        <p:spPr>
          <a:xfrm>
            <a:off x="2614279" y="3129993"/>
            <a:ext cx="2827655" cy="326390"/>
          </a:xfrm>
          <a:prstGeom prst="rect">
            <a:avLst/>
          </a:prstGeom>
          <a:noFill/>
          <a:ln cap="flat" cmpd="sng" w="9525">
            <a:solidFill>
              <a:srgbClr val="231F20"/>
            </a:solidFill>
            <a:prstDash val="solid"/>
            <a:round/>
            <a:headEnd len="sm" w="sm" type="none"/>
            <a:tailEnd len="sm" w="sm" type="none"/>
          </a:ln>
        </p:spPr>
        <p:txBody>
          <a:bodyPr anchorCtr="0" anchor="t" bIns="0" lIns="0" spcFirstLastPara="1" rIns="0" wrap="square" tIns="29825">
            <a:spAutoFit/>
          </a:bodyPr>
          <a:lstStyle/>
          <a:p>
            <a:pPr indent="0" lvl="0" marL="414019"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Presentation of required documents such as</a:t>
            </a:r>
            <a:endParaRPr b="0" i="0" sz="800" u="none" cap="none" strike="noStrike">
              <a:solidFill>
                <a:srgbClr val="000000"/>
              </a:solidFill>
              <a:latin typeface="Arial"/>
              <a:ea typeface="Arial"/>
              <a:cs typeface="Arial"/>
              <a:sym typeface="Arial"/>
            </a:endParaRPr>
          </a:p>
        </p:txBody>
      </p:sp>
      <p:grpSp>
        <p:nvGrpSpPr>
          <p:cNvPr id="2273" name="Google Shape;2273;p19"/>
          <p:cNvGrpSpPr/>
          <p:nvPr/>
        </p:nvGrpSpPr>
        <p:grpSpPr>
          <a:xfrm>
            <a:off x="556712" y="3318967"/>
            <a:ext cx="9569566" cy="1149234"/>
            <a:chOff x="556712" y="3318967"/>
            <a:chExt cx="9569566" cy="1149234"/>
          </a:xfrm>
        </p:grpSpPr>
        <p:sp>
          <p:nvSpPr>
            <p:cNvPr id="2274" name="Google Shape;2274;p19"/>
            <p:cNvSpPr/>
            <p:nvPr/>
          </p:nvSpPr>
          <p:spPr>
            <a:xfrm>
              <a:off x="3222828" y="3318979"/>
              <a:ext cx="661035" cy="106680"/>
            </a:xfrm>
            <a:custGeom>
              <a:rect b="b" l="l" r="r" t="t"/>
              <a:pathLst>
                <a:path extrusionOk="0" h="106679" w="661035">
                  <a:moveTo>
                    <a:pt x="75755" y="49149"/>
                  </a:moveTo>
                  <a:lnTo>
                    <a:pt x="73964" y="37490"/>
                  </a:lnTo>
                  <a:lnTo>
                    <a:pt x="69519" y="30353"/>
                  </a:lnTo>
                  <a:lnTo>
                    <a:pt x="63792" y="26771"/>
                  </a:lnTo>
                  <a:lnTo>
                    <a:pt x="58191" y="25793"/>
                  </a:lnTo>
                  <a:lnTo>
                    <a:pt x="49657" y="25793"/>
                  </a:lnTo>
                  <a:lnTo>
                    <a:pt x="44069" y="30251"/>
                  </a:lnTo>
                  <a:lnTo>
                    <a:pt x="40411" y="36855"/>
                  </a:lnTo>
                  <a:lnTo>
                    <a:pt x="40220" y="36855"/>
                  </a:lnTo>
                  <a:lnTo>
                    <a:pt x="37884" y="30251"/>
                  </a:lnTo>
                  <a:lnTo>
                    <a:pt x="32296" y="25793"/>
                  </a:lnTo>
                  <a:lnTo>
                    <a:pt x="16357" y="25793"/>
                  </a:lnTo>
                  <a:lnTo>
                    <a:pt x="11277" y="30556"/>
                  </a:lnTo>
                  <a:lnTo>
                    <a:pt x="8229" y="35941"/>
                  </a:lnTo>
                  <a:lnTo>
                    <a:pt x="7924" y="35941"/>
                  </a:lnTo>
                  <a:lnTo>
                    <a:pt x="7416" y="27000"/>
                  </a:lnTo>
                  <a:lnTo>
                    <a:pt x="0" y="27000"/>
                  </a:lnTo>
                  <a:lnTo>
                    <a:pt x="406" y="35636"/>
                  </a:lnTo>
                  <a:lnTo>
                    <a:pt x="406" y="82448"/>
                  </a:lnTo>
                  <a:lnTo>
                    <a:pt x="8737" y="82448"/>
                  </a:lnTo>
                  <a:lnTo>
                    <a:pt x="8737" y="39903"/>
                  </a:lnTo>
                  <a:lnTo>
                    <a:pt x="15138" y="32791"/>
                  </a:lnTo>
                  <a:lnTo>
                    <a:pt x="30162" y="32791"/>
                  </a:lnTo>
                  <a:lnTo>
                    <a:pt x="33921" y="39497"/>
                  </a:lnTo>
                  <a:lnTo>
                    <a:pt x="33921" y="82448"/>
                  </a:lnTo>
                  <a:lnTo>
                    <a:pt x="42240" y="82448"/>
                  </a:lnTo>
                  <a:lnTo>
                    <a:pt x="42240" y="39192"/>
                  </a:lnTo>
                  <a:lnTo>
                    <a:pt x="48437" y="32791"/>
                  </a:lnTo>
                  <a:lnTo>
                    <a:pt x="63576" y="32791"/>
                  </a:lnTo>
                  <a:lnTo>
                    <a:pt x="67424" y="39700"/>
                  </a:lnTo>
                  <a:lnTo>
                    <a:pt x="67424" y="82448"/>
                  </a:lnTo>
                  <a:lnTo>
                    <a:pt x="75755" y="82448"/>
                  </a:lnTo>
                  <a:lnTo>
                    <a:pt x="75755" y="49149"/>
                  </a:lnTo>
                  <a:close/>
                </a:path>
                <a:path extrusionOk="0" h="106679" w="661035">
                  <a:moveTo>
                    <a:pt x="129222" y="82461"/>
                  </a:moveTo>
                  <a:lnTo>
                    <a:pt x="128511" y="78600"/>
                  </a:lnTo>
                  <a:lnTo>
                    <a:pt x="128435" y="75349"/>
                  </a:lnTo>
                  <a:lnTo>
                    <a:pt x="128409" y="53721"/>
                  </a:lnTo>
                  <a:lnTo>
                    <a:pt x="128371" y="47523"/>
                  </a:lnTo>
                  <a:lnTo>
                    <a:pt x="127520" y="39763"/>
                  </a:lnTo>
                  <a:lnTo>
                    <a:pt x="124421" y="32702"/>
                  </a:lnTo>
                  <a:lnTo>
                    <a:pt x="123926" y="32296"/>
                  </a:lnTo>
                  <a:lnTo>
                    <a:pt x="120078" y="29121"/>
                  </a:lnTo>
                  <a:lnTo>
                    <a:pt x="120078" y="53721"/>
                  </a:lnTo>
                  <a:lnTo>
                    <a:pt x="120078" y="70878"/>
                  </a:lnTo>
                  <a:lnTo>
                    <a:pt x="114300" y="77177"/>
                  </a:lnTo>
                  <a:lnTo>
                    <a:pt x="100990" y="77177"/>
                  </a:lnTo>
                  <a:lnTo>
                    <a:pt x="96520" y="74028"/>
                  </a:lnTo>
                  <a:lnTo>
                    <a:pt x="96520" y="66916"/>
                  </a:lnTo>
                  <a:lnTo>
                    <a:pt x="98729" y="59931"/>
                  </a:lnTo>
                  <a:lnTo>
                    <a:pt x="104381" y="55943"/>
                  </a:lnTo>
                  <a:lnTo>
                    <a:pt x="111988" y="54140"/>
                  </a:lnTo>
                  <a:lnTo>
                    <a:pt x="120078" y="53721"/>
                  </a:lnTo>
                  <a:lnTo>
                    <a:pt x="120078" y="29121"/>
                  </a:lnTo>
                  <a:lnTo>
                    <a:pt x="118376" y="27698"/>
                  </a:lnTo>
                  <a:lnTo>
                    <a:pt x="108712" y="25793"/>
                  </a:lnTo>
                  <a:lnTo>
                    <a:pt x="102514" y="25793"/>
                  </a:lnTo>
                  <a:lnTo>
                    <a:pt x="96316" y="27520"/>
                  </a:lnTo>
                  <a:lnTo>
                    <a:pt x="91859" y="30467"/>
                  </a:lnTo>
                  <a:lnTo>
                    <a:pt x="93878" y="36245"/>
                  </a:lnTo>
                  <a:lnTo>
                    <a:pt x="97637" y="33616"/>
                  </a:lnTo>
                  <a:lnTo>
                    <a:pt x="102616" y="32296"/>
                  </a:lnTo>
                  <a:lnTo>
                    <a:pt x="119976" y="32296"/>
                  </a:lnTo>
                  <a:lnTo>
                    <a:pt x="119976" y="47523"/>
                  </a:lnTo>
                  <a:lnTo>
                    <a:pt x="106311" y="48793"/>
                  </a:lnTo>
                  <a:lnTo>
                    <a:pt x="96240" y="52705"/>
                  </a:lnTo>
                  <a:lnTo>
                    <a:pt x="90017" y="59118"/>
                  </a:lnTo>
                  <a:lnTo>
                    <a:pt x="87896" y="67932"/>
                  </a:lnTo>
                  <a:lnTo>
                    <a:pt x="87896" y="75958"/>
                  </a:lnTo>
                  <a:lnTo>
                    <a:pt x="93484" y="83680"/>
                  </a:lnTo>
                  <a:lnTo>
                    <a:pt x="111848" y="83680"/>
                  </a:lnTo>
                  <a:lnTo>
                    <a:pt x="117551" y="79717"/>
                  </a:lnTo>
                  <a:lnTo>
                    <a:pt x="119189" y="77177"/>
                  </a:lnTo>
                  <a:lnTo>
                    <a:pt x="120383" y="75349"/>
                  </a:lnTo>
                  <a:lnTo>
                    <a:pt x="120688" y="75349"/>
                  </a:lnTo>
                  <a:lnTo>
                    <a:pt x="121500" y="82461"/>
                  </a:lnTo>
                  <a:lnTo>
                    <a:pt x="129222" y="82461"/>
                  </a:lnTo>
                  <a:close/>
                </a:path>
                <a:path extrusionOk="0" h="106679" w="661035">
                  <a:moveTo>
                    <a:pt x="188950" y="48729"/>
                  </a:moveTo>
                  <a:lnTo>
                    <a:pt x="186994" y="37223"/>
                  </a:lnTo>
                  <a:lnTo>
                    <a:pt x="182194" y="30226"/>
                  </a:lnTo>
                  <a:lnTo>
                    <a:pt x="176098" y="26746"/>
                  </a:lnTo>
                  <a:lnTo>
                    <a:pt x="170268" y="25793"/>
                  </a:lnTo>
                  <a:lnTo>
                    <a:pt x="161632" y="25793"/>
                  </a:lnTo>
                  <a:lnTo>
                    <a:pt x="155244" y="30657"/>
                  </a:lnTo>
                  <a:lnTo>
                    <a:pt x="152501" y="36042"/>
                  </a:lnTo>
                  <a:lnTo>
                    <a:pt x="152298" y="36042"/>
                  </a:lnTo>
                  <a:lnTo>
                    <a:pt x="151790" y="27000"/>
                  </a:lnTo>
                  <a:lnTo>
                    <a:pt x="144272" y="27000"/>
                  </a:lnTo>
                  <a:lnTo>
                    <a:pt x="144678" y="35636"/>
                  </a:lnTo>
                  <a:lnTo>
                    <a:pt x="144678" y="82448"/>
                  </a:lnTo>
                  <a:lnTo>
                    <a:pt x="153111" y="82448"/>
                  </a:lnTo>
                  <a:lnTo>
                    <a:pt x="153111" y="38887"/>
                  </a:lnTo>
                  <a:lnTo>
                    <a:pt x="160413" y="32791"/>
                  </a:lnTo>
                  <a:lnTo>
                    <a:pt x="177279" y="32791"/>
                  </a:lnTo>
                  <a:lnTo>
                    <a:pt x="180517" y="40716"/>
                  </a:lnTo>
                  <a:lnTo>
                    <a:pt x="180517" y="82448"/>
                  </a:lnTo>
                  <a:lnTo>
                    <a:pt x="188950" y="82448"/>
                  </a:lnTo>
                  <a:lnTo>
                    <a:pt x="188950" y="48729"/>
                  </a:lnTo>
                  <a:close/>
                </a:path>
                <a:path extrusionOk="0" h="106679" w="661035">
                  <a:moveTo>
                    <a:pt x="249199" y="82448"/>
                  </a:moveTo>
                  <a:lnTo>
                    <a:pt x="248691" y="73418"/>
                  </a:lnTo>
                  <a:lnTo>
                    <a:pt x="248691" y="67729"/>
                  </a:lnTo>
                  <a:lnTo>
                    <a:pt x="248691" y="27114"/>
                  </a:lnTo>
                  <a:lnTo>
                    <a:pt x="240271" y="27114"/>
                  </a:lnTo>
                  <a:lnTo>
                    <a:pt x="240271" y="71285"/>
                  </a:lnTo>
                  <a:lnTo>
                    <a:pt x="232448" y="76555"/>
                  </a:lnTo>
                  <a:lnTo>
                    <a:pt x="216598" y="76555"/>
                  </a:lnTo>
                  <a:lnTo>
                    <a:pt x="213461" y="69049"/>
                  </a:lnTo>
                  <a:lnTo>
                    <a:pt x="213461" y="27114"/>
                  </a:lnTo>
                  <a:lnTo>
                    <a:pt x="205028" y="27114"/>
                  </a:lnTo>
                  <a:lnTo>
                    <a:pt x="205028" y="59804"/>
                  </a:lnTo>
                  <a:lnTo>
                    <a:pt x="206692" y="71589"/>
                  </a:lnTo>
                  <a:lnTo>
                    <a:pt x="210985" y="78892"/>
                  </a:lnTo>
                  <a:lnTo>
                    <a:pt x="216852" y="82626"/>
                  </a:lnTo>
                  <a:lnTo>
                    <a:pt x="223202" y="83667"/>
                  </a:lnTo>
                  <a:lnTo>
                    <a:pt x="232651" y="83667"/>
                  </a:lnTo>
                  <a:lnTo>
                    <a:pt x="238340" y="78079"/>
                  </a:lnTo>
                  <a:lnTo>
                    <a:pt x="240868" y="73723"/>
                  </a:lnTo>
                  <a:lnTo>
                    <a:pt x="241173" y="73723"/>
                  </a:lnTo>
                  <a:lnTo>
                    <a:pt x="241592" y="82448"/>
                  </a:lnTo>
                  <a:lnTo>
                    <a:pt x="249199" y="82448"/>
                  </a:lnTo>
                  <a:close/>
                </a:path>
                <a:path extrusionOk="0" h="106679" w="661035">
                  <a:moveTo>
                    <a:pt x="293408" y="1625"/>
                  </a:moveTo>
                  <a:lnTo>
                    <a:pt x="291579" y="812"/>
                  </a:lnTo>
                  <a:lnTo>
                    <a:pt x="288734" y="0"/>
                  </a:lnTo>
                  <a:lnTo>
                    <a:pt x="280809" y="0"/>
                  </a:lnTo>
                  <a:lnTo>
                    <a:pt x="276047" y="1422"/>
                  </a:lnTo>
                  <a:lnTo>
                    <a:pt x="266293" y="11176"/>
                  </a:lnTo>
                  <a:lnTo>
                    <a:pt x="266293" y="27114"/>
                  </a:lnTo>
                  <a:lnTo>
                    <a:pt x="258673" y="27114"/>
                  </a:lnTo>
                  <a:lnTo>
                    <a:pt x="258673" y="33718"/>
                  </a:lnTo>
                  <a:lnTo>
                    <a:pt x="266293" y="33718"/>
                  </a:lnTo>
                  <a:lnTo>
                    <a:pt x="266293" y="82448"/>
                  </a:lnTo>
                  <a:lnTo>
                    <a:pt x="274726" y="82448"/>
                  </a:lnTo>
                  <a:lnTo>
                    <a:pt x="274726" y="33718"/>
                  </a:lnTo>
                  <a:lnTo>
                    <a:pt x="288124" y="33718"/>
                  </a:lnTo>
                  <a:lnTo>
                    <a:pt x="288124" y="27114"/>
                  </a:lnTo>
                  <a:lnTo>
                    <a:pt x="274726" y="27114"/>
                  </a:lnTo>
                  <a:lnTo>
                    <a:pt x="274726" y="15024"/>
                  </a:lnTo>
                  <a:lnTo>
                    <a:pt x="276860" y="6908"/>
                  </a:lnTo>
                  <a:lnTo>
                    <a:pt x="288531" y="6908"/>
                  </a:lnTo>
                  <a:lnTo>
                    <a:pt x="291985" y="8229"/>
                  </a:lnTo>
                  <a:lnTo>
                    <a:pt x="293408" y="1625"/>
                  </a:lnTo>
                  <a:close/>
                </a:path>
                <a:path extrusionOk="0" h="106679" w="661035">
                  <a:moveTo>
                    <a:pt x="333933" y="82461"/>
                  </a:moveTo>
                  <a:lnTo>
                    <a:pt x="333222" y="78600"/>
                  </a:lnTo>
                  <a:lnTo>
                    <a:pt x="333159" y="75349"/>
                  </a:lnTo>
                  <a:lnTo>
                    <a:pt x="333121" y="53721"/>
                  </a:lnTo>
                  <a:lnTo>
                    <a:pt x="333095" y="47523"/>
                  </a:lnTo>
                  <a:lnTo>
                    <a:pt x="332244" y="39763"/>
                  </a:lnTo>
                  <a:lnTo>
                    <a:pt x="329145" y="32702"/>
                  </a:lnTo>
                  <a:lnTo>
                    <a:pt x="328650" y="32296"/>
                  </a:lnTo>
                  <a:lnTo>
                    <a:pt x="324789" y="29108"/>
                  </a:lnTo>
                  <a:lnTo>
                    <a:pt x="324789" y="53721"/>
                  </a:lnTo>
                  <a:lnTo>
                    <a:pt x="324789" y="70878"/>
                  </a:lnTo>
                  <a:lnTo>
                    <a:pt x="318998" y="77177"/>
                  </a:lnTo>
                  <a:lnTo>
                    <a:pt x="305701" y="77177"/>
                  </a:lnTo>
                  <a:lnTo>
                    <a:pt x="301231" y="74028"/>
                  </a:lnTo>
                  <a:lnTo>
                    <a:pt x="301231" y="66916"/>
                  </a:lnTo>
                  <a:lnTo>
                    <a:pt x="303453" y="59931"/>
                  </a:lnTo>
                  <a:lnTo>
                    <a:pt x="309092" y="55943"/>
                  </a:lnTo>
                  <a:lnTo>
                    <a:pt x="316699" y="54140"/>
                  </a:lnTo>
                  <a:lnTo>
                    <a:pt x="324789" y="53721"/>
                  </a:lnTo>
                  <a:lnTo>
                    <a:pt x="324789" y="29108"/>
                  </a:lnTo>
                  <a:lnTo>
                    <a:pt x="323100" y="27698"/>
                  </a:lnTo>
                  <a:lnTo>
                    <a:pt x="313423" y="25793"/>
                  </a:lnTo>
                  <a:lnTo>
                    <a:pt x="307225" y="25793"/>
                  </a:lnTo>
                  <a:lnTo>
                    <a:pt x="301028" y="27520"/>
                  </a:lnTo>
                  <a:lnTo>
                    <a:pt x="296570" y="30467"/>
                  </a:lnTo>
                  <a:lnTo>
                    <a:pt x="298589" y="36245"/>
                  </a:lnTo>
                  <a:lnTo>
                    <a:pt x="302348" y="33616"/>
                  </a:lnTo>
                  <a:lnTo>
                    <a:pt x="307327" y="32296"/>
                  </a:lnTo>
                  <a:lnTo>
                    <a:pt x="324688" y="32296"/>
                  </a:lnTo>
                  <a:lnTo>
                    <a:pt x="324688" y="47523"/>
                  </a:lnTo>
                  <a:lnTo>
                    <a:pt x="311023" y="48793"/>
                  </a:lnTo>
                  <a:lnTo>
                    <a:pt x="300964" y="52705"/>
                  </a:lnTo>
                  <a:lnTo>
                    <a:pt x="294741" y="59118"/>
                  </a:lnTo>
                  <a:lnTo>
                    <a:pt x="292608" y="67932"/>
                  </a:lnTo>
                  <a:lnTo>
                    <a:pt x="292608" y="75958"/>
                  </a:lnTo>
                  <a:lnTo>
                    <a:pt x="298196" y="83680"/>
                  </a:lnTo>
                  <a:lnTo>
                    <a:pt x="316572" y="83680"/>
                  </a:lnTo>
                  <a:lnTo>
                    <a:pt x="322249" y="79717"/>
                  </a:lnTo>
                  <a:lnTo>
                    <a:pt x="323913" y="77177"/>
                  </a:lnTo>
                  <a:lnTo>
                    <a:pt x="325094" y="75349"/>
                  </a:lnTo>
                  <a:lnTo>
                    <a:pt x="325399" y="75349"/>
                  </a:lnTo>
                  <a:lnTo>
                    <a:pt x="326212" y="82461"/>
                  </a:lnTo>
                  <a:lnTo>
                    <a:pt x="333933" y="82461"/>
                  </a:lnTo>
                  <a:close/>
                </a:path>
                <a:path extrusionOk="0" h="106679" w="661035">
                  <a:moveTo>
                    <a:pt x="387070" y="28740"/>
                  </a:moveTo>
                  <a:lnTo>
                    <a:pt x="384937" y="27622"/>
                  </a:lnTo>
                  <a:lnTo>
                    <a:pt x="379958" y="25793"/>
                  </a:lnTo>
                  <a:lnTo>
                    <a:pt x="373773" y="25793"/>
                  </a:lnTo>
                  <a:lnTo>
                    <a:pt x="362140" y="28016"/>
                  </a:lnTo>
                  <a:lnTo>
                    <a:pt x="353212" y="34175"/>
                  </a:lnTo>
                  <a:lnTo>
                    <a:pt x="347472" y="43535"/>
                  </a:lnTo>
                  <a:lnTo>
                    <a:pt x="345440" y="55346"/>
                  </a:lnTo>
                  <a:lnTo>
                    <a:pt x="347319" y="66903"/>
                  </a:lnTo>
                  <a:lnTo>
                    <a:pt x="352640" y="75806"/>
                  </a:lnTo>
                  <a:lnTo>
                    <a:pt x="360934" y="81534"/>
                  </a:lnTo>
                  <a:lnTo>
                    <a:pt x="371729" y="83566"/>
                  </a:lnTo>
                  <a:lnTo>
                    <a:pt x="378841" y="83566"/>
                  </a:lnTo>
                  <a:lnTo>
                    <a:pt x="384327" y="81648"/>
                  </a:lnTo>
                  <a:lnTo>
                    <a:pt x="386765" y="80429"/>
                  </a:lnTo>
                  <a:lnTo>
                    <a:pt x="385241" y="73926"/>
                  </a:lnTo>
                  <a:lnTo>
                    <a:pt x="378739" y="76669"/>
                  </a:lnTo>
                  <a:lnTo>
                    <a:pt x="373253" y="76669"/>
                  </a:lnTo>
                  <a:lnTo>
                    <a:pt x="365544" y="75145"/>
                  </a:lnTo>
                  <a:lnTo>
                    <a:pt x="359473" y="70777"/>
                  </a:lnTo>
                  <a:lnTo>
                    <a:pt x="355485" y="63893"/>
                  </a:lnTo>
                  <a:lnTo>
                    <a:pt x="354063" y="54838"/>
                  </a:lnTo>
                  <a:lnTo>
                    <a:pt x="355307" y="46367"/>
                  </a:lnTo>
                  <a:lnTo>
                    <a:pt x="359016" y="39306"/>
                  </a:lnTo>
                  <a:lnTo>
                    <a:pt x="365112" y="34493"/>
                  </a:lnTo>
                  <a:lnTo>
                    <a:pt x="373557" y="32702"/>
                  </a:lnTo>
                  <a:lnTo>
                    <a:pt x="378942" y="32702"/>
                  </a:lnTo>
                  <a:lnTo>
                    <a:pt x="382600" y="34226"/>
                  </a:lnTo>
                  <a:lnTo>
                    <a:pt x="384937" y="35547"/>
                  </a:lnTo>
                  <a:lnTo>
                    <a:pt x="387070" y="28740"/>
                  </a:lnTo>
                  <a:close/>
                </a:path>
                <a:path extrusionOk="0" h="106679" w="661035">
                  <a:moveTo>
                    <a:pt x="423456" y="27114"/>
                  </a:moveTo>
                  <a:lnTo>
                    <a:pt x="409143" y="27114"/>
                  </a:lnTo>
                  <a:lnTo>
                    <a:pt x="409143" y="14224"/>
                  </a:lnTo>
                  <a:lnTo>
                    <a:pt x="400812" y="17068"/>
                  </a:lnTo>
                  <a:lnTo>
                    <a:pt x="400812" y="27114"/>
                  </a:lnTo>
                  <a:lnTo>
                    <a:pt x="392290" y="27114"/>
                  </a:lnTo>
                  <a:lnTo>
                    <a:pt x="392290" y="33718"/>
                  </a:lnTo>
                  <a:lnTo>
                    <a:pt x="400812" y="33718"/>
                  </a:lnTo>
                  <a:lnTo>
                    <a:pt x="400812" y="71386"/>
                  </a:lnTo>
                  <a:lnTo>
                    <a:pt x="401218" y="83578"/>
                  </a:lnTo>
                  <a:lnTo>
                    <a:pt x="418172" y="83578"/>
                  </a:lnTo>
                  <a:lnTo>
                    <a:pt x="421017" y="83070"/>
                  </a:lnTo>
                  <a:lnTo>
                    <a:pt x="422846" y="82257"/>
                  </a:lnTo>
                  <a:lnTo>
                    <a:pt x="422338" y="75755"/>
                  </a:lnTo>
                  <a:lnTo>
                    <a:pt x="420916" y="76263"/>
                  </a:lnTo>
                  <a:lnTo>
                    <a:pt x="419188" y="76568"/>
                  </a:lnTo>
                  <a:lnTo>
                    <a:pt x="411276" y="76568"/>
                  </a:lnTo>
                  <a:lnTo>
                    <a:pt x="409143" y="72707"/>
                  </a:lnTo>
                  <a:lnTo>
                    <a:pt x="409143" y="33718"/>
                  </a:lnTo>
                  <a:lnTo>
                    <a:pt x="423456" y="33718"/>
                  </a:lnTo>
                  <a:lnTo>
                    <a:pt x="423456" y="27114"/>
                  </a:lnTo>
                  <a:close/>
                </a:path>
                <a:path extrusionOk="0" h="106679" w="661035">
                  <a:moveTo>
                    <a:pt x="478409" y="82448"/>
                  </a:moveTo>
                  <a:lnTo>
                    <a:pt x="477901" y="73418"/>
                  </a:lnTo>
                  <a:lnTo>
                    <a:pt x="477901" y="67729"/>
                  </a:lnTo>
                  <a:lnTo>
                    <a:pt x="477901" y="27114"/>
                  </a:lnTo>
                  <a:lnTo>
                    <a:pt x="469468" y="27114"/>
                  </a:lnTo>
                  <a:lnTo>
                    <a:pt x="469468" y="71285"/>
                  </a:lnTo>
                  <a:lnTo>
                    <a:pt x="461657" y="76555"/>
                  </a:lnTo>
                  <a:lnTo>
                    <a:pt x="445808" y="76555"/>
                  </a:lnTo>
                  <a:lnTo>
                    <a:pt x="442671" y="69049"/>
                  </a:lnTo>
                  <a:lnTo>
                    <a:pt x="442671" y="27114"/>
                  </a:lnTo>
                  <a:lnTo>
                    <a:pt x="434238" y="27114"/>
                  </a:lnTo>
                  <a:lnTo>
                    <a:pt x="434238" y="59804"/>
                  </a:lnTo>
                  <a:lnTo>
                    <a:pt x="435902" y="71589"/>
                  </a:lnTo>
                  <a:lnTo>
                    <a:pt x="440194" y="78892"/>
                  </a:lnTo>
                  <a:lnTo>
                    <a:pt x="446049" y="82626"/>
                  </a:lnTo>
                  <a:lnTo>
                    <a:pt x="452412" y="83667"/>
                  </a:lnTo>
                  <a:lnTo>
                    <a:pt x="461860" y="83667"/>
                  </a:lnTo>
                  <a:lnTo>
                    <a:pt x="467537" y="78079"/>
                  </a:lnTo>
                  <a:lnTo>
                    <a:pt x="470077" y="73723"/>
                  </a:lnTo>
                  <a:lnTo>
                    <a:pt x="470382" y="73723"/>
                  </a:lnTo>
                  <a:lnTo>
                    <a:pt x="470789" y="82448"/>
                  </a:lnTo>
                  <a:lnTo>
                    <a:pt x="478409" y="82448"/>
                  </a:lnTo>
                  <a:close/>
                </a:path>
                <a:path extrusionOk="0" h="106679" w="661035">
                  <a:moveTo>
                    <a:pt x="519874" y="26200"/>
                  </a:moveTo>
                  <a:lnTo>
                    <a:pt x="518960" y="26098"/>
                  </a:lnTo>
                  <a:lnTo>
                    <a:pt x="518248" y="25895"/>
                  </a:lnTo>
                  <a:lnTo>
                    <a:pt x="510540" y="25895"/>
                  </a:lnTo>
                  <a:lnTo>
                    <a:pt x="504748" y="30873"/>
                  </a:lnTo>
                  <a:lnTo>
                    <a:pt x="502310" y="37782"/>
                  </a:lnTo>
                  <a:lnTo>
                    <a:pt x="502005" y="37782"/>
                  </a:lnTo>
                  <a:lnTo>
                    <a:pt x="501599" y="27114"/>
                  </a:lnTo>
                  <a:lnTo>
                    <a:pt x="494182" y="27114"/>
                  </a:lnTo>
                  <a:lnTo>
                    <a:pt x="494487" y="32397"/>
                  </a:lnTo>
                  <a:lnTo>
                    <a:pt x="494588" y="37782"/>
                  </a:lnTo>
                  <a:lnTo>
                    <a:pt x="494588" y="82461"/>
                  </a:lnTo>
                  <a:lnTo>
                    <a:pt x="503021" y="82461"/>
                  </a:lnTo>
                  <a:lnTo>
                    <a:pt x="503021" y="43065"/>
                  </a:lnTo>
                  <a:lnTo>
                    <a:pt x="507682" y="34023"/>
                  </a:lnTo>
                  <a:lnTo>
                    <a:pt x="518045" y="34023"/>
                  </a:lnTo>
                  <a:lnTo>
                    <a:pt x="519874" y="34226"/>
                  </a:lnTo>
                  <a:lnTo>
                    <a:pt x="519874" y="26200"/>
                  </a:lnTo>
                  <a:close/>
                </a:path>
                <a:path extrusionOk="0" h="106679" w="661035">
                  <a:moveTo>
                    <a:pt x="538162" y="27114"/>
                  </a:moveTo>
                  <a:lnTo>
                    <a:pt x="529729" y="27114"/>
                  </a:lnTo>
                  <a:lnTo>
                    <a:pt x="529729" y="82448"/>
                  </a:lnTo>
                  <a:lnTo>
                    <a:pt x="538162" y="82448"/>
                  </a:lnTo>
                  <a:lnTo>
                    <a:pt x="538162" y="27114"/>
                  </a:lnTo>
                  <a:close/>
                </a:path>
                <a:path extrusionOk="0" h="106679" w="661035">
                  <a:moveTo>
                    <a:pt x="539483" y="8420"/>
                  </a:moveTo>
                  <a:lnTo>
                    <a:pt x="537349" y="5880"/>
                  </a:lnTo>
                  <a:lnTo>
                    <a:pt x="530745" y="5880"/>
                  </a:lnTo>
                  <a:lnTo>
                    <a:pt x="528408" y="8420"/>
                  </a:lnTo>
                  <a:lnTo>
                    <a:pt x="528408" y="14820"/>
                  </a:lnTo>
                  <a:lnTo>
                    <a:pt x="530644" y="17360"/>
                  </a:lnTo>
                  <a:lnTo>
                    <a:pt x="537146" y="17360"/>
                  </a:lnTo>
                  <a:lnTo>
                    <a:pt x="539483" y="15125"/>
                  </a:lnTo>
                  <a:lnTo>
                    <a:pt x="539483" y="8420"/>
                  </a:lnTo>
                  <a:close/>
                </a:path>
                <a:path extrusionOk="0" h="106679" w="661035">
                  <a:moveTo>
                    <a:pt x="599198" y="48729"/>
                  </a:moveTo>
                  <a:lnTo>
                    <a:pt x="597255" y="37223"/>
                  </a:lnTo>
                  <a:lnTo>
                    <a:pt x="592455" y="30226"/>
                  </a:lnTo>
                  <a:lnTo>
                    <a:pt x="586346" y="26746"/>
                  </a:lnTo>
                  <a:lnTo>
                    <a:pt x="580517" y="25793"/>
                  </a:lnTo>
                  <a:lnTo>
                    <a:pt x="571881" y="25793"/>
                  </a:lnTo>
                  <a:lnTo>
                    <a:pt x="565492" y="30657"/>
                  </a:lnTo>
                  <a:lnTo>
                    <a:pt x="562749" y="36042"/>
                  </a:lnTo>
                  <a:lnTo>
                    <a:pt x="562546" y="36042"/>
                  </a:lnTo>
                  <a:lnTo>
                    <a:pt x="562038" y="27000"/>
                  </a:lnTo>
                  <a:lnTo>
                    <a:pt x="554520" y="27000"/>
                  </a:lnTo>
                  <a:lnTo>
                    <a:pt x="554926" y="35636"/>
                  </a:lnTo>
                  <a:lnTo>
                    <a:pt x="554926" y="82448"/>
                  </a:lnTo>
                  <a:lnTo>
                    <a:pt x="563359" y="82448"/>
                  </a:lnTo>
                  <a:lnTo>
                    <a:pt x="563359" y="38887"/>
                  </a:lnTo>
                  <a:lnTo>
                    <a:pt x="570661" y="32791"/>
                  </a:lnTo>
                  <a:lnTo>
                    <a:pt x="587527" y="32791"/>
                  </a:lnTo>
                  <a:lnTo>
                    <a:pt x="590765" y="40716"/>
                  </a:lnTo>
                  <a:lnTo>
                    <a:pt x="590765" y="82448"/>
                  </a:lnTo>
                  <a:lnTo>
                    <a:pt x="599198" y="82448"/>
                  </a:lnTo>
                  <a:lnTo>
                    <a:pt x="599198" y="48729"/>
                  </a:lnTo>
                  <a:close/>
                </a:path>
                <a:path extrusionOk="0" h="106679" w="661035">
                  <a:moveTo>
                    <a:pt x="660577" y="27012"/>
                  </a:moveTo>
                  <a:lnTo>
                    <a:pt x="652957" y="27012"/>
                  </a:lnTo>
                  <a:lnTo>
                    <a:pt x="652551" y="35344"/>
                  </a:lnTo>
                  <a:lnTo>
                    <a:pt x="652348" y="35344"/>
                  </a:lnTo>
                  <a:lnTo>
                    <a:pt x="651548" y="33820"/>
                  </a:lnTo>
                  <a:lnTo>
                    <a:pt x="651548" y="70878"/>
                  </a:lnTo>
                  <a:lnTo>
                    <a:pt x="643013" y="75653"/>
                  </a:lnTo>
                  <a:lnTo>
                    <a:pt x="636714" y="75653"/>
                  </a:lnTo>
                  <a:lnTo>
                    <a:pt x="629602" y="74028"/>
                  </a:lnTo>
                  <a:lnTo>
                    <a:pt x="624446" y="69557"/>
                  </a:lnTo>
                  <a:lnTo>
                    <a:pt x="621322" y="62890"/>
                  </a:lnTo>
                  <a:lnTo>
                    <a:pt x="620268" y="54635"/>
                  </a:lnTo>
                  <a:lnTo>
                    <a:pt x="621474" y="45542"/>
                  </a:lnTo>
                  <a:lnTo>
                    <a:pt x="624878" y="38595"/>
                  </a:lnTo>
                  <a:lnTo>
                    <a:pt x="630110" y="34150"/>
                  </a:lnTo>
                  <a:lnTo>
                    <a:pt x="636816" y="32600"/>
                  </a:lnTo>
                  <a:lnTo>
                    <a:pt x="644537" y="32600"/>
                  </a:lnTo>
                  <a:lnTo>
                    <a:pt x="651433" y="38595"/>
                  </a:lnTo>
                  <a:lnTo>
                    <a:pt x="651548" y="70878"/>
                  </a:lnTo>
                  <a:lnTo>
                    <a:pt x="651548" y="33820"/>
                  </a:lnTo>
                  <a:lnTo>
                    <a:pt x="650913" y="32600"/>
                  </a:lnTo>
                  <a:lnTo>
                    <a:pt x="650011" y="30873"/>
                  </a:lnTo>
                  <a:lnTo>
                    <a:pt x="645045" y="25793"/>
                  </a:lnTo>
                  <a:lnTo>
                    <a:pt x="635596" y="25793"/>
                  </a:lnTo>
                  <a:lnTo>
                    <a:pt x="626795" y="27673"/>
                  </a:lnTo>
                  <a:lnTo>
                    <a:pt x="619112" y="33274"/>
                  </a:lnTo>
                  <a:lnTo>
                    <a:pt x="613689" y="42456"/>
                  </a:lnTo>
                  <a:lnTo>
                    <a:pt x="611632" y="55143"/>
                  </a:lnTo>
                  <a:lnTo>
                    <a:pt x="613308" y="65951"/>
                  </a:lnTo>
                  <a:lnTo>
                    <a:pt x="617994" y="74574"/>
                  </a:lnTo>
                  <a:lnTo>
                    <a:pt x="625170" y="80289"/>
                  </a:lnTo>
                  <a:lnTo>
                    <a:pt x="634276" y="82359"/>
                  </a:lnTo>
                  <a:lnTo>
                    <a:pt x="642708" y="82359"/>
                  </a:lnTo>
                  <a:lnTo>
                    <a:pt x="648601" y="78092"/>
                  </a:lnTo>
                  <a:lnTo>
                    <a:pt x="649935" y="75653"/>
                  </a:lnTo>
                  <a:lnTo>
                    <a:pt x="651433" y="72910"/>
                  </a:lnTo>
                  <a:lnTo>
                    <a:pt x="651637" y="72910"/>
                  </a:lnTo>
                  <a:lnTo>
                    <a:pt x="634072" y="99517"/>
                  </a:lnTo>
                  <a:lnTo>
                    <a:pt x="627468" y="99517"/>
                  </a:lnTo>
                  <a:lnTo>
                    <a:pt x="622096" y="97485"/>
                  </a:lnTo>
                  <a:lnTo>
                    <a:pt x="618540" y="95351"/>
                  </a:lnTo>
                  <a:lnTo>
                    <a:pt x="616305" y="101955"/>
                  </a:lnTo>
                  <a:lnTo>
                    <a:pt x="620471" y="104800"/>
                  </a:lnTo>
                  <a:lnTo>
                    <a:pt x="627367" y="106324"/>
                  </a:lnTo>
                  <a:lnTo>
                    <a:pt x="633666" y="106324"/>
                  </a:lnTo>
                  <a:lnTo>
                    <a:pt x="660006" y="75653"/>
                  </a:lnTo>
                  <a:lnTo>
                    <a:pt x="660069" y="72910"/>
                  </a:lnTo>
                  <a:lnTo>
                    <a:pt x="660069" y="35344"/>
                  </a:lnTo>
                  <a:lnTo>
                    <a:pt x="660273" y="30873"/>
                  </a:lnTo>
                  <a:lnTo>
                    <a:pt x="660577" y="27012"/>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75" name="Google Shape;2275;p19"/>
            <p:cNvPicPr preferRelativeResize="0"/>
            <p:nvPr/>
          </p:nvPicPr>
          <p:blipFill rotWithShape="1">
            <a:blip r:embed="rId10">
              <a:alphaModFix/>
            </a:blip>
            <a:srcRect b="0" l="0" r="0" t="0"/>
            <a:stretch/>
          </p:blipFill>
          <p:spPr>
            <a:xfrm>
              <a:off x="3923258" y="3320199"/>
              <a:ext cx="273583" cy="106406"/>
            </a:xfrm>
            <a:prstGeom prst="rect">
              <a:avLst/>
            </a:prstGeom>
            <a:noFill/>
            <a:ln>
              <a:noFill/>
            </a:ln>
          </p:spPr>
        </p:pic>
        <p:sp>
          <p:nvSpPr>
            <p:cNvPr id="2276" name="Google Shape;2276;p19"/>
            <p:cNvSpPr/>
            <p:nvPr/>
          </p:nvSpPr>
          <p:spPr>
            <a:xfrm>
              <a:off x="4227626" y="3318967"/>
              <a:ext cx="608965" cy="105410"/>
            </a:xfrm>
            <a:custGeom>
              <a:rect b="b" l="l" r="r" t="t"/>
              <a:pathLst>
                <a:path extrusionOk="0" h="105410" w="608964">
                  <a:moveTo>
                    <a:pt x="34124" y="58915"/>
                  </a:moveTo>
                  <a:lnTo>
                    <a:pt x="28943" y="54241"/>
                  </a:lnTo>
                  <a:lnTo>
                    <a:pt x="20015" y="50584"/>
                  </a:lnTo>
                  <a:lnTo>
                    <a:pt x="12903" y="47536"/>
                  </a:lnTo>
                  <a:lnTo>
                    <a:pt x="9753" y="45313"/>
                  </a:lnTo>
                  <a:lnTo>
                    <a:pt x="9753" y="36068"/>
                  </a:lnTo>
                  <a:lnTo>
                    <a:pt x="13004" y="32308"/>
                  </a:lnTo>
                  <a:lnTo>
                    <a:pt x="24066" y="32308"/>
                  </a:lnTo>
                  <a:lnTo>
                    <a:pt x="27825" y="34239"/>
                  </a:lnTo>
                  <a:lnTo>
                    <a:pt x="29857" y="35560"/>
                  </a:lnTo>
                  <a:lnTo>
                    <a:pt x="32296" y="29159"/>
                  </a:lnTo>
                  <a:lnTo>
                    <a:pt x="29349" y="27330"/>
                  </a:lnTo>
                  <a:lnTo>
                    <a:pt x="24879" y="25806"/>
                  </a:lnTo>
                  <a:lnTo>
                    <a:pt x="8432" y="25806"/>
                  </a:lnTo>
                  <a:lnTo>
                    <a:pt x="1536" y="32918"/>
                  </a:lnTo>
                  <a:lnTo>
                    <a:pt x="1536" y="48260"/>
                  </a:lnTo>
                  <a:lnTo>
                    <a:pt x="6299" y="53428"/>
                  </a:lnTo>
                  <a:lnTo>
                    <a:pt x="22961" y="60134"/>
                  </a:lnTo>
                  <a:lnTo>
                    <a:pt x="25908" y="62979"/>
                  </a:lnTo>
                  <a:lnTo>
                    <a:pt x="25908" y="73126"/>
                  </a:lnTo>
                  <a:lnTo>
                    <a:pt x="22237" y="77089"/>
                  </a:lnTo>
                  <a:lnTo>
                    <a:pt x="10058" y="77089"/>
                  </a:lnTo>
                  <a:lnTo>
                    <a:pt x="5283" y="75057"/>
                  </a:lnTo>
                  <a:lnTo>
                    <a:pt x="2336" y="73329"/>
                  </a:lnTo>
                  <a:lnTo>
                    <a:pt x="0" y="79832"/>
                  </a:lnTo>
                  <a:lnTo>
                    <a:pt x="3759" y="82067"/>
                  </a:lnTo>
                  <a:lnTo>
                    <a:pt x="9042" y="83591"/>
                  </a:lnTo>
                  <a:lnTo>
                    <a:pt x="14528" y="83591"/>
                  </a:lnTo>
                  <a:lnTo>
                    <a:pt x="22682" y="82410"/>
                  </a:lnTo>
                  <a:lnTo>
                    <a:pt x="28854" y="79108"/>
                  </a:lnTo>
                  <a:lnTo>
                    <a:pt x="32766" y="73952"/>
                  </a:lnTo>
                  <a:lnTo>
                    <a:pt x="34124" y="67246"/>
                  </a:lnTo>
                  <a:lnTo>
                    <a:pt x="34124" y="58915"/>
                  </a:lnTo>
                  <a:close/>
                </a:path>
                <a:path extrusionOk="0" h="105410" w="608964">
                  <a:moveTo>
                    <a:pt x="96393" y="54025"/>
                  </a:moveTo>
                  <a:lnTo>
                    <a:pt x="94716" y="42468"/>
                  </a:lnTo>
                  <a:lnTo>
                    <a:pt x="90030" y="33566"/>
                  </a:lnTo>
                  <a:lnTo>
                    <a:pt x="88963" y="32702"/>
                  </a:lnTo>
                  <a:lnTo>
                    <a:pt x="87858" y="31826"/>
                  </a:lnTo>
                  <a:lnTo>
                    <a:pt x="87858" y="54330"/>
                  </a:lnTo>
                  <a:lnTo>
                    <a:pt x="86753" y="63423"/>
                  </a:lnTo>
                  <a:lnTo>
                    <a:pt x="83515" y="70561"/>
                  </a:lnTo>
                  <a:lnTo>
                    <a:pt x="78232" y="75209"/>
                  </a:lnTo>
                  <a:lnTo>
                    <a:pt x="71005" y="76873"/>
                  </a:lnTo>
                  <a:lnTo>
                    <a:pt x="63487" y="76873"/>
                  </a:lnTo>
                  <a:lnTo>
                    <a:pt x="60629" y="74841"/>
                  </a:lnTo>
                  <a:lnTo>
                    <a:pt x="55473" y="71183"/>
                  </a:lnTo>
                  <a:lnTo>
                    <a:pt x="55473" y="41846"/>
                  </a:lnTo>
                  <a:lnTo>
                    <a:pt x="59232" y="36461"/>
                  </a:lnTo>
                  <a:lnTo>
                    <a:pt x="61861" y="32702"/>
                  </a:lnTo>
                  <a:lnTo>
                    <a:pt x="71310" y="32702"/>
                  </a:lnTo>
                  <a:lnTo>
                    <a:pt x="78447" y="34480"/>
                  </a:lnTo>
                  <a:lnTo>
                    <a:pt x="83629" y="39217"/>
                  </a:lnTo>
                  <a:lnTo>
                    <a:pt x="86791" y="46113"/>
                  </a:lnTo>
                  <a:lnTo>
                    <a:pt x="87858" y="54330"/>
                  </a:lnTo>
                  <a:lnTo>
                    <a:pt x="87858" y="31826"/>
                  </a:lnTo>
                  <a:lnTo>
                    <a:pt x="82892" y="27838"/>
                  </a:lnTo>
                  <a:lnTo>
                    <a:pt x="73850" y="25806"/>
                  </a:lnTo>
                  <a:lnTo>
                    <a:pt x="65227" y="25806"/>
                  </a:lnTo>
                  <a:lnTo>
                    <a:pt x="58826" y="29654"/>
                  </a:lnTo>
                  <a:lnTo>
                    <a:pt x="54965" y="36461"/>
                  </a:lnTo>
                  <a:lnTo>
                    <a:pt x="54762" y="36461"/>
                  </a:lnTo>
                  <a:lnTo>
                    <a:pt x="54254" y="27012"/>
                  </a:lnTo>
                  <a:lnTo>
                    <a:pt x="46634" y="27012"/>
                  </a:lnTo>
                  <a:lnTo>
                    <a:pt x="46926" y="34480"/>
                  </a:lnTo>
                  <a:lnTo>
                    <a:pt x="47040" y="105105"/>
                  </a:lnTo>
                  <a:lnTo>
                    <a:pt x="55473" y="105105"/>
                  </a:lnTo>
                  <a:lnTo>
                    <a:pt x="55473" y="74841"/>
                  </a:lnTo>
                  <a:lnTo>
                    <a:pt x="55676" y="74841"/>
                  </a:lnTo>
                  <a:lnTo>
                    <a:pt x="58928" y="80327"/>
                  </a:lnTo>
                  <a:lnTo>
                    <a:pt x="65011" y="83680"/>
                  </a:lnTo>
                  <a:lnTo>
                    <a:pt x="72326" y="83680"/>
                  </a:lnTo>
                  <a:lnTo>
                    <a:pt x="81229" y="81902"/>
                  </a:lnTo>
                  <a:lnTo>
                    <a:pt x="88366" y="76873"/>
                  </a:lnTo>
                  <a:lnTo>
                    <a:pt x="88938" y="76479"/>
                  </a:lnTo>
                  <a:lnTo>
                    <a:pt x="94348" y="67233"/>
                  </a:lnTo>
                  <a:lnTo>
                    <a:pt x="96393" y="54025"/>
                  </a:lnTo>
                  <a:close/>
                </a:path>
                <a:path extrusionOk="0" h="105410" w="608964">
                  <a:moveTo>
                    <a:pt x="151257" y="51079"/>
                  </a:moveTo>
                  <a:lnTo>
                    <a:pt x="143014" y="30988"/>
                  </a:lnTo>
                  <a:lnTo>
                    <a:pt x="143014" y="41846"/>
                  </a:lnTo>
                  <a:lnTo>
                    <a:pt x="142938" y="49453"/>
                  </a:lnTo>
                  <a:lnTo>
                    <a:pt x="113588" y="49453"/>
                  </a:lnTo>
                  <a:lnTo>
                    <a:pt x="114401" y="41846"/>
                  </a:lnTo>
                  <a:lnTo>
                    <a:pt x="118872" y="32194"/>
                  </a:lnTo>
                  <a:lnTo>
                    <a:pt x="139877" y="32194"/>
                  </a:lnTo>
                  <a:lnTo>
                    <a:pt x="143014" y="41846"/>
                  </a:lnTo>
                  <a:lnTo>
                    <a:pt x="143014" y="30988"/>
                  </a:lnTo>
                  <a:lnTo>
                    <a:pt x="140373" y="28409"/>
                  </a:lnTo>
                  <a:lnTo>
                    <a:pt x="129832" y="25806"/>
                  </a:lnTo>
                  <a:lnTo>
                    <a:pt x="119684" y="28028"/>
                  </a:lnTo>
                  <a:lnTo>
                    <a:pt x="111899" y="34226"/>
                  </a:lnTo>
                  <a:lnTo>
                    <a:pt x="106921" y="43675"/>
                  </a:lnTo>
                  <a:lnTo>
                    <a:pt x="105156" y="55651"/>
                  </a:lnTo>
                  <a:lnTo>
                    <a:pt x="106921" y="67005"/>
                  </a:lnTo>
                  <a:lnTo>
                    <a:pt x="112001" y="75831"/>
                  </a:lnTo>
                  <a:lnTo>
                    <a:pt x="120116" y="81546"/>
                  </a:lnTo>
                  <a:lnTo>
                    <a:pt x="130949" y="83578"/>
                  </a:lnTo>
                  <a:lnTo>
                    <a:pt x="139382" y="83578"/>
                  </a:lnTo>
                  <a:lnTo>
                    <a:pt x="145161" y="81648"/>
                  </a:lnTo>
                  <a:lnTo>
                    <a:pt x="148310" y="80124"/>
                  </a:lnTo>
                  <a:lnTo>
                    <a:pt x="147447" y="76873"/>
                  </a:lnTo>
                  <a:lnTo>
                    <a:pt x="146685" y="74041"/>
                  </a:lnTo>
                  <a:lnTo>
                    <a:pt x="143243" y="75450"/>
                  </a:lnTo>
                  <a:lnTo>
                    <a:pt x="139065" y="76873"/>
                  </a:lnTo>
                  <a:lnTo>
                    <a:pt x="132168" y="76873"/>
                  </a:lnTo>
                  <a:lnTo>
                    <a:pt x="125056" y="75730"/>
                  </a:lnTo>
                  <a:lnTo>
                    <a:pt x="119087" y="72072"/>
                  </a:lnTo>
                  <a:lnTo>
                    <a:pt x="114973" y="65532"/>
                  </a:lnTo>
                  <a:lnTo>
                    <a:pt x="113385" y="55753"/>
                  </a:lnTo>
                  <a:lnTo>
                    <a:pt x="151053" y="55753"/>
                  </a:lnTo>
                  <a:lnTo>
                    <a:pt x="151257" y="53009"/>
                  </a:lnTo>
                  <a:lnTo>
                    <a:pt x="151257" y="51079"/>
                  </a:lnTo>
                  <a:close/>
                </a:path>
                <a:path extrusionOk="0" h="105410" w="608964">
                  <a:moveTo>
                    <a:pt x="201561" y="28752"/>
                  </a:moveTo>
                  <a:lnTo>
                    <a:pt x="199428" y="27635"/>
                  </a:lnTo>
                  <a:lnTo>
                    <a:pt x="194449" y="25806"/>
                  </a:lnTo>
                  <a:lnTo>
                    <a:pt x="188264" y="25806"/>
                  </a:lnTo>
                  <a:lnTo>
                    <a:pt x="176631" y="28028"/>
                  </a:lnTo>
                  <a:lnTo>
                    <a:pt x="167690" y="34188"/>
                  </a:lnTo>
                  <a:lnTo>
                    <a:pt x="161950" y="43548"/>
                  </a:lnTo>
                  <a:lnTo>
                    <a:pt x="159931" y="55359"/>
                  </a:lnTo>
                  <a:lnTo>
                    <a:pt x="161810" y="66916"/>
                  </a:lnTo>
                  <a:lnTo>
                    <a:pt x="167132" y="75819"/>
                  </a:lnTo>
                  <a:lnTo>
                    <a:pt x="175425" y="81546"/>
                  </a:lnTo>
                  <a:lnTo>
                    <a:pt x="186220" y="83578"/>
                  </a:lnTo>
                  <a:lnTo>
                    <a:pt x="193332" y="83578"/>
                  </a:lnTo>
                  <a:lnTo>
                    <a:pt x="198818" y="81661"/>
                  </a:lnTo>
                  <a:lnTo>
                    <a:pt x="201256" y="80441"/>
                  </a:lnTo>
                  <a:lnTo>
                    <a:pt x="199732" y="73939"/>
                  </a:lnTo>
                  <a:lnTo>
                    <a:pt x="193230" y="76682"/>
                  </a:lnTo>
                  <a:lnTo>
                    <a:pt x="187756" y="76682"/>
                  </a:lnTo>
                  <a:lnTo>
                    <a:pt x="180035" y="75158"/>
                  </a:lnTo>
                  <a:lnTo>
                    <a:pt x="173964" y="70789"/>
                  </a:lnTo>
                  <a:lnTo>
                    <a:pt x="169976" y="63906"/>
                  </a:lnTo>
                  <a:lnTo>
                    <a:pt x="168554" y="54851"/>
                  </a:lnTo>
                  <a:lnTo>
                    <a:pt x="169799" y="46380"/>
                  </a:lnTo>
                  <a:lnTo>
                    <a:pt x="173507" y="39319"/>
                  </a:lnTo>
                  <a:lnTo>
                    <a:pt x="179603" y="34505"/>
                  </a:lnTo>
                  <a:lnTo>
                    <a:pt x="188048" y="32715"/>
                  </a:lnTo>
                  <a:lnTo>
                    <a:pt x="193433" y="32715"/>
                  </a:lnTo>
                  <a:lnTo>
                    <a:pt x="197091" y="34239"/>
                  </a:lnTo>
                  <a:lnTo>
                    <a:pt x="199428" y="35560"/>
                  </a:lnTo>
                  <a:lnTo>
                    <a:pt x="201561" y="28752"/>
                  </a:lnTo>
                  <a:close/>
                </a:path>
                <a:path extrusionOk="0" h="105410" w="608964">
                  <a:moveTo>
                    <a:pt x="221488" y="27127"/>
                  </a:moveTo>
                  <a:lnTo>
                    <a:pt x="213055" y="27127"/>
                  </a:lnTo>
                  <a:lnTo>
                    <a:pt x="213055" y="82461"/>
                  </a:lnTo>
                  <a:lnTo>
                    <a:pt x="221488" y="82461"/>
                  </a:lnTo>
                  <a:lnTo>
                    <a:pt x="221488" y="27127"/>
                  </a:lnTo>
                  <a:close/>
                </a:path>
                <a:path extrusionOk="0" h="105410" w="608964">
                  <a:moveTo>
                    <a:pt x="222808" y="8432"/>
                  </a:moveTo>
                  <a:lnTo>
                    <a:pt x="220675" y="5892"/>
                  </a:lnTo>
                  <a:lnTo>
                    <a:pt x="214071" y="5892"/>
                  </a:lnTo>
                  <a:lnTo>
                    <a:pt x="211734" y="8432"/>
                  </a:lnTo>
                  <a:lnTo>
                    <a:pt x="211734" y="14833"/>
                  </a:lnTo>
                  <a:lnTo>
                    <a:pt x="213969" y="17373"/>
                  </a:lnTo>
                  <a:lnTo>
                    <a:pt x="220472" y="17373"/>
                  </a:lnTo>
                  <a:lnTo>
                    <a:pt x="222808" y="15138"/>
                  </a:lnTo>
                  <a:lnTo>
                    <a:pt x="222808" y="8432"/>
                  </a:lnTo>
                  <a:close/>
                </a:path>
                <a:path extrusionOk="0" h="105410" w="608964">
                  <a:moveTo>
                    <a:pt x="278574" y="27127"/>
                  </a:moveTo>
                  <a:lnTo>
                    <a:pt x="247599" y="27127"/>
                  </a:lnTo>
                  <a:lnTo>
                    <a:pt x="247599" y="6908"/>
                  </a:lnTo>
                  <a:lnTo>
                    <a:pt x="265569" y="6908"/>
                  </a:lnTo>
                  <a:lnTo>
                    <a:pt x="269938" y="8229"/>
                  </a:lnTo>
                  <a:lnTo>
                    <a:pt x="272580" y="10058"/>
                  </a:lnTo>
                  <a:lnTo>
                    <a:pt x="275120" y="3568"/>
                  </a:lnTo>
                  <a:lnTo>
                    <a:pt x="272376" y="1536"/>
                  </a:lnTo>
                  <a:lnTo>
                    <a:pt x="266382" y="0"/>
                  </a:lnTo>
                  <a:lnTo>
                    <a:pt x="261912" y="0"/>
                  </a:lnTo>
                  <a:lnTo>
                    <a:pt x="251929" y="1765"/>
                  </a:lnTo>
                  <a:lnTo>
                    <a:pt x="244830" y="6667"/>
                  </a:lnTo>
                  <a:lnTo>
                    <a:pt x="240576" y="14185"/>
                  </a:lnTo>
                  <a:lnTo>
                    <a:pt x="239166" y="23761"/>
                  </a:lnTo>
                  <a:lnTo>
                    <a:pt x="239166" y="27127"/>
                  </a:lnTo>
                  <a:lnTo>
                    <a:pt x="231559" y="27127"/>
                  </a:lnTo>
                  <a:lnTo>
                    <a:pt x="231559" y="33718"/>
                  </a:lnTo>
                  <a:lnTo>
                    <a:pt x="239166" y="33718"/>
                  </a:lnTo>
                  <a:lnTo>
                    <a:pt x="239166" y="82461"/>
                  </a:lnTo>
                  <a:lnTo>
                    <a:pt x="247599" y="82461"/>
                  </a:lnTo>
                  <a:lnTo>
                    <a:pt x="247599" y="33718"/>
                  </a:lnTo>
                  <a:lnTo>
                    <a:pt x="270141" y="33718"/>
                  </a:lnTo>
                  <a:lnTo>
                    <a:pt x="270141" y="82461"/>
                  </a:lnTo>
                  <a:lnTo>
                    <a:pt x="278574" y="82461"/>
                  </a:lnTo>
                  <a:lnTo>
                    <a:pt x="278574" y="27127"/>
                  </a:lnTo>
                  <a:close/>
                </a:path>
                <a:path extrusionOk="0" h="105410" w="608964">
                  <a:moveTo>
                    <a:pt x="332930" y="28752"/>
                  </a:moveTo>
                  <a:lnTo>
                    <a:pt x="330796" y="27635"/>
                  </a:lnTo>
                  <a:lnTo>
                    <a:pt x="325818" y="25806"/>
                  </a:lnTo>
                  <a:lnTo>
                    <a:pt x="319633" y="25806"/>
                  </a:lnTo>
                  <a:lnTo>
                    <a:pt x="308000" y="28028"/>
                  </a:lnTo>
                  <a:lnTo>
                    <a:pt x="299059" y="34188"/>
                  </a:lnTo>
                  <a:lnTo>
                    <a:pt x="293319" y="43548"/>
                  </a:lnTo>
                  <a:lnTo>
                    <a:pt x="291299" y="55359"/>
                  </a:lnTo>
                  <a:lnTo>
                    <a:pt x="293179" y="66916"/>
                  </a:lnTo>
                  <a:lnTo>
                    <a:pt x="298500" y="75819"/>
                  </a:lnTo>
                  <a:lnTo>
                    <a:pt x="306793" y="81546"/>
                  </a:lnTo>
                  <a:lnTo>
                    <a:pt x="317588" y="83578"/>
                  </a:lnTo>
                  <a:lnTo>
                    <a:pt x="324713" y="83578"/>
                  </a:lnTo>
                  <a:lnTo>
                    <a:pt x="330187" y="81661"/>
                  </a:lnTo>
                  <a:lnTo>
                    <a:pt x="332625" y="80441"/>
                  </a:lnTo>
                  <a:lnTo>
                    <a:pt x="331101" y="73939"/>
                  </a:lnTo>
                  <a:lnTo>
                    <a:pt x="324599" y="76682"/>
                  </a:lnTo>
                  <a:lnTo>
                    <a:pt x="319125" y="76682"/>
                  </a:lnTo>
                  <a:lnTo>
                    <a:pt x="311404" y="75158"/>
                  </a:lnTo>
                  <a:lnTo>
                    <a:pt x="305333" y="70789"/>
                  </a:lnTo>
                  <a:lnTo>
                    <a:pt x="301345" y="63906"/>
                  </a:lnTo>
                  <a:lnTo>
                    <a:pt x="299923" y="54851"/>
                  </a:lnTo>
                  <a:lnTo>
                    <a:pt x="301167" y="46380"/>
                  </a:lnTo>
                  <a:lnTo>
                    <a:pt x="304863" y="39319"/>
                  </a:lnTo>
                  <a:lnTo>
                    <a:pt x="310972" y="34505"/>
                  </a:lnTo>
                  <a:lnTo>
                    <a:pt x="319417" y="32715"/>
                  </a:lnTo>
                  <a:lnTo>
                    <a:pt x="324802" y="32715"/>
                  </a:lnTo>
                  <a:lnTo>
                    <a:pt x="328460" y="34239"/>
                  </a:lnTo>
                  <a:lnTo>
                    <a:pt x="330796" y="35560"/>
                  </a:lnTo>
                  <a:lnTo>
                    <a:pt x="332930" y="28752"/>
                  </a:lnTo>
                  <a:close/>
                </a:path>
                <a:path extrusionOk="0" h="105410" w="608964">
                  <a:moveTo>
                    <a:pt x="381495" y="82473"/>
                  </a:moveTo>
                  <a:lnTo>
                    <a:pt x="380784" y="78613"/>
                  </a:lnTo>
                  <a:lnTo>
                    <a:pt x="380707" y="75361"/>
                  </a:lnTo>
                  <a:lnTo>
                    <a:pt x="380682" y="53733"/>
                  </a:lnTo>
                  <a:lnTo>
                    <a:pt x="380644" y="47536"/>
                  </a:lnTo>
                  <a:lnTo>
                    <a:pt x="379793" y="39776"/>
                  </a:lnTo>
                  <a:lnTo>
                    <a:pt x="376694" y="32715"/>
                  </a:lnTo>
                  <a:lnTo>
                    <a:pt x="376199" y="32308"/>
                  </a:lnTo>
                  <a:lnTo>
                    <a:pt x="372351" y="29133"/>
                  </a:lnTo>
                  <a:lnTo>
                    <a:pt x="372351" y="53733"/>
                  </a:lnTo>
                  <a:lnTo>
                    <a:pt x="372351" y="70891"/>
                  </a:lnTo>
                  <a:lnTo>
                    <a:pt x="366560" y="77190"/>
                  </a:lnTo>
                  <a:lnTo>
                    <a:pt x="353263" y="77190"/>
                  </a:lnTo>
                  <a:lnTo>
                    <a:pt x="348792" y="74041"/>
                  </a:lnTo>
                  <a:lnTo>
                    <a:pt x="348792" y="66929"/>
                  </a:lnTo>
                  <a:lnTo>
                    <a:pt x="351002" y="59944"/>
                  </a:lnTo>
                  <a:lnTo>
                    <a:pt x="356654" y="55956"/>
                  </a:lnTo>
                  <a:lnTo>
                    <a:pt x="364261" y="54152"/>
                  </a:lnTo>
                  <a:lnTo>
                    <a:pt x="372351" y="53733"/>
                  </a:lnTo>
                  <a:lnTo>
                    <a:pt x="372351" y="29133"/>
                  </a:lnTo>
                  <a:lnTo>
                    <a:pt x="370649" y="27711"/>
                  </a:lnTo>
                  <a:lnTo>
                    <a:pt x="360984" y="25806"/>
                  </a:lnTo>
                  <a:lnTo>
                    <a:pt x="354787" y="25806"/>
                  </a:lnTo>
                  <a:lnTo>
                    <a:pt x="348589" y="27533"/>
                  </a:lnTo>
                  <a:lnTo>
                    <a:pt x="344119" y="30480"/>
                  </a:lnTo>
                  <a:lnTo>
                    <a:pt x="346151" y="36258"/>
                  </a:lnTo>
                  <a:lnTo>
                    <a:pt x="349910" y="33629"/>
                  </a:lnTo>
                  <a:lnTo>
                    <a:pt x="354888" y="32308"/>
                  </a:lnTo>
                  <a:lnTo>
                    <a:pt x="372249" y="32308"/>
                  </a:lnTo>
                  <a:lnTo>
                    <a:pt x="372249" y="47536"/>
                  </a:lnTo>
                  <a:lnTo>
                    <a:pt x="358584" y="48806"/>
                  </a:lnTo>
                  <a:lnTo>
                    <a:pt x="348513" y="52717"/>
                  </a:lnTo>
                  <a:lnTo>
                    <a:pt x="342290" y="59131"/>
                  </a:lnTo>
                  <a:lnTo>
                    <a:pt x="340169" y="67945"/>
                  </a:lnTo>
                  <a:lnTo>
                    <a:pt x="340169" y="75971"/>
                  </a:lnTo>
                  <a:lnTo>
                    <a:pt x="345757" y="83693"/>
                  </a:lnTo>
                  <a:lnTo>
                    <a:pt x="364134" y="83693"/>
                  </a:lnTo>
                  <a:lnTo>
                    <a:pt x="369811" y="79730"/>
                  </a:lnTo>
                  <a:lnTo>
                    <a:pt x="371462" y="77190"/>
                  </a:lnTo>
                  <a:lnTo>
                    <a:pt x="372656" y="75361"/>
                  </a:lnTo>
                  <a:lnTo>
                    <a:pt x="372960" y="75361"/>
                  </a:lnTo>
                  <a:lnTo>
                    <a:pt x="373773" y="82473"/>
                  </a:lnTo>
                  <a:lnTo>
                    <a:pt x="381495" y="82473"/>
                  </a:lnTo>
                  <a:close/>
                </a:path>
                <a:path extrusionOk="0" h="105410" w="608964">
                  <a:moveTo>
                    <a:pt x="421830" y="27127"/>
                  </a:moveTo>
                  <a:lnTo>
                    <a:pt x="407517" y="27127"/>
                  </a:lnTo>
                  <a:lnTo>
                    <a:pt x="407517" y="14236"/>
                  </a:lnTo>
                  <a:lnTo>
                    <a:pt x="399186" y="17081"/>
                  </a:lnTo>
                  <a:lnTo>
                    <a:pt x="399186" y="27127"/>
                  </a:lnTo>
                  <a:lnTo>
                    <a:pt x="390664" y="27127"/>
                  </a:lnTo>
                  <a:lnTo>
                    <a:pt x="390664" y="33731"/>
                  </a:lnTo>
                  <a:lnTo>
                    <a:pt x="399186" y="33731"/>
                  </a:lnTo>
                  <a:lnTo>
                    <a:pt x="399186" y="71399"/>
                  </a:lnTo>
                  <a:lnTo>
                    <a:pt x="399592" y="83591"/>
                  </a:lnTo>
                  <a:lnTo>
                    <a:pt x="416547" y="83591"/>
                  </a:lnTo>
                  <a:lnTo>
                    <a:pt x="419392" y="83083"/>
                  </a:lnTo>
                  <a:lnTo>
                    <a:pt x="421220" y="82270"/>
                  </a:lnTo>
                  <a:lnTo>
                    <a:pt x="420712" y="75768"/>
                  </a:lnTo>
                  <a:lnTo>
                    <a:pt x="419290" y="76276"/>
                  </a:lnTo>
                  <a:lnTo>
                    <a:pt x="417563" y="76581"/>
                  </a:lnTo>
                  <a:lnTo>
                    <a:pt x="409651" y="76581"/>
                  </a:lnTo>
                  <a:lnTo>
                    <a:pt x="407517" y="72720"/>
                  </a:lnTo>
                  <a:lnTo>
                    <a:pt x="407517" y="33731"/>
                  </a:lnTo>
                  <a:lnTo>
                    <a:pt x="421830" y="33731"/>
                  </a:lnTo>
                  <a:lnTo>
                    <a:pt x="421830" y="27127"/>
                  </a:lnTo>
                  <a:close/>
                </a:path>
                <a:path extrusionOk="0" h="105410" w="608964">
                  <a:moveTo>
                    <a:pt x="441350" y="27127"/>
                  </a:moveTo>
                  <a:lnTo>
                    <a:pt x="432917" y="27127"/>
                  </a:lnTo>
                  <a:lnTo>
                    <a:pt x="432917" y="82461"/>
                  </a:lnTo>
                  <a:lnTo>
                    <a:pt x="441350" y="82461"/>
                  </a:lnTo>
                  <a:lnTo>
                    <a:pt x="441350" y="27127"/>
                  </a:lnTo>
                  <a:close/>
                </a:path>
                <a:path extrusionOk="0" h="105410" w="608964">
                  <a:moveTo>
                    <a:pt x="442671" y="8432"/>
                  </a:moveTo>
                  <a:lnTo>
                    <a:pt x="440537" y="5892"/>
                  </a:lnTo>
                  <a:lnTo>
                    <a:pt x="433933" y="5892"/>
                  </a:lnTo>
                  <a:lnTo>
                    <a:pt x="431596" y="8432"/>
                  </a:lnTo>
                  <a:lnTo>
                    <a:pt x="431596" y="14833"/>
                  </a:lnTo>
                  <a:lnTo>
                    <a:pt x="433832" y="17373"/>
                  </a:lnTo>
                  <a:lnTo>
                    <a:pt x="440334" y="17373"/>
                  </a:lnTo>
                  <a:lnTo>
                    <a:pt x="442671" y="15138"/>
                  </a:lnTo>
                  <a:lnTo>
                    <a:pt x="442671" y="8432"/>
                  </a:lnTo>
                  <a:close/>
                </a:path>
                <a:path extrusionOk="0" h="105410" w="608964">
                  <a:moveTo>
                    <a:pt x="505129" y="54343"/>
                  </a:moveTo>
                  <a:lnTo>
                    <a:pt x="503313" y="42722"/>
                  </a:lnTo>
                  <a:lnTo>
                    <a:pt x="498208" y="33705"/>
                  </a:lnTo>
                  <a:lnTo>
                    <a:pt x="496468" y="32448"/>
                  </a:lnTo>
                  <a:lnTo>
                    <a:pt x="496468" y="54343"/>
                  </a:lnTo>
                  <a:lnTo>
                    <a:pt x="496430" y="55156"/>
                  </a:lnTo>
                  <a:lnTo>
                    <a:pt x="495249" y="63411"/>
                  </a:lnTo>
                  <a:lnTo>
                    <a:pt x="491744" y="70548"/>
                  </a:lnTo>
                  <a:lnTo>
                    <a:pt x="486333" y="75336"/>
                  </a:lnTo>
                  <a:lnTo>
                    <a:pt x="479437" y="77089"/>
                  </a:lnTo>
                  <a:lnTo>
                    <a:pt x="472617" y="75336"/>
                  </a:lnTo>
                  <a:lnTo>
                    <a:pt x="467309" y="70548"/>
                  </a:lnTo>
                  <a:lnTo>
                    <a:pt x="463892" y="63500"/>
                  </a:lnTo>
                  <a:lnTo>
                    <a:pt x="462724" y="55156"/>
                  </a:lnTo>
                  <a:lnTo>
                    <a:pt x="462737" y="54343"/>
                  </a:lnTo>
                  <a:lnTo>
                    <a:pt x="463638" y="46850"/>
                  </a:lnTo>
                  <a:lnTo>
                    <a:pt x="466661" y="39624"/>
                  </a:lnTo>
                  <a:lnTo>
                    <a:pt x="471932" y="34417"/>
                  </a:lnTo>
                  <a:lnTo>
                    <a:pt x="479640" y="32410"/>
                  </a:lnTo>
                  <a:lnTo>
                    <a:pt x="487375" y="34493"/>
                  </a:lnTo>
                  <a:lnTo>
                    <a:pt x="492607" y="39827"/>
                  </a:lnTo>
                  <a:lnTo>
                    <a:pt x="495566" y="47015"/>
                  </a:lnTo>
                  <a:lnTo>
                    <a:pt x="496468" y="54343"/>
                  </a:lnTo>
                  <a:lnTo>
                    <a:pt x="496468" y="32448"/>
                  </a:lnTo>
                  <a:lnTo>
                    <a:pt x="490258" y="27876"/>
                  </a:lnTo>
                  <a:lnTo>
                    <a:pt x="479945" y="25806"/>
                  </a:lnTo>
                  <a:lnTo>
                    <a:pt x="469938" y="27736"/>
                  </a:lnTo>
                  <a:lnTo>
                    <a:pt x="461708" y="33388"/>
                  </a:lnTo>
                  <a:lnTo>
                    <a:pt x="456120" y="42595"/>
                  </a:lnTo>
                  <a:lnTo>
                    <a:pt x="454063" y="55156"/>
                  </a:lnTo>
                  <a:lnTo>
                    <a:pt x="455993" y="67144"/>
                  </a:lnTo>
                  <a:lnTo>
                    <a:pt x="461314" y="76123"/>
                  </a:lnTo>
                  <a:lnTo>
                    <a:pt x="469303" y="81737"/>
                  </a:lnTo>
                  <a:lnTo>
                    <a:pt x="479234" y="83693"/>
                  </a:lnTo>
                  <a:lnTo>
                    <a:pt x="488454" y="82003"/>
                  </a:lnTo>
                  <a:lnTo>
                    <a:pt x="496239" y="77089"/>
                  </a:lnTo>
                  <a:lnTo>
                    <a:pt x="496785" y="76746"/>
                  </a:lnTo>
                  <a:lnTo>
                    <a:pt x="502805" y="67614"/>
                  </a:lnTo>
                  <a:lnTo>
                    <a:pt x="505129" y="54343"/>
                  </a:lnTo>
                  <a:close/>
                </a:path>
                <a:path extrusionOk="0" h="105410" w="608964">
                  <a:moveTo>
                    <a:pt x="562229" y="48742"/>
                  </a:moveTo>
                  <a:lnTo>
                    <a:pt x="560273" y="37236"/>
                  </a:lnTo>
                  <a:lnTo>
                    <a:pt x="555472" y="30238"/>
                  </a:lnTo>
                  <a:lnTo>
                    <a:pt x="549376" y="26758"/>
                  </a:lnTo>
                  <a:lnTo>
                    <a:pt x="543547" y="25806"/>
                  </a:lnTo>
                  <a:lnTo>
                    <a:pt x="534911" y="25806"/>
                  </a:lnTo>
                  <a:lnTo>
                    <a:pt x="528523" y="30670"/>
                  </a:lnTo>
                  <a:lnTo>
                    <a:pt x="525780" y="36055"/>
                  </a:lnTo>
                  <a:lnTo>
                    <a:pt x="525576" y="36055"/>
                  </a:lnTo>
                  <a:lnTo>
                    <a:pt x="525068" y="27012"/>
                  </a:lnTo>
                  <a:lnTo>
                    <a:pt x="517550" y="27012"/>
                  </a:lnTo>
                  <a:lnTo>
                    <a:pt x="517956" y="35648"/>
                  </a:lnTo>
                  <a:lnTo>
                    <a:pt x="517956" y="82461"/>
                  </a:lnTo>
                  <a:lnTo>
                    <a:pt x="526389" y="82461"/>
                  </a:lnTo>
                  <a:lnTo>
                    <a:pt x="526389" y="38900"/>
                  </a:lnTo>
                  <a:lnTo>
                    <a:pt x="533692" y="32804"/>
                  </a:lnTo>
                  <a:lnTo>
                    <a:pt x="550557" y="32804"/>
                  </a:lnTo>
                  <a:lnTo>
                    <a:pt x="553796" y="40728"/>
                  </a:lnTo>
                  <a:lnTo>
                    <a:pt x="553796" y="82461"/>
                  </a:lnTo>
                  <a:lnTo>
                    <a:pt x="562229" y="82461"/>
                  </a:lnTo>
                  <a:lnTo>
                    <a:pt x="562229" y="48742"/>
                  </a:lnTo>
                  <a:close/>
                </a:path>
                <a:path extrusionOk="0" h="105410" w="608964">
                  <a:moveTo>
                    <a:pt x="608761" y="58915"/>
                  </a:moveTo>
                  <a:lnTo>
                    <a:pt x="603580" y="54241"/>
                  </a:lnTo>
                  <a:lnTo>
                    <a:pt x="594652" y="50584"/>
                  </a:lnTo>
                  <a:lnTo>
                    <a:pt x="587540" y="47536"/>
                  </a:lnTo>
                  <a:lnTo>
                    <a:pt x="584390" y="45313"/>
                  </a:lnTo>
                  <a:lnTo>
                    <a:pt x="584390" y="36068"/>
                  </a:lnTo>
                  <a:lnTo>
                    <a:pt x="587641" y="32308"/>
                  </a:lnTo>
                  <a:lnTo>
                    <a:pt x="598703" y="32308"/>
                  </a:lnTo>
                  <a:lnTo>
                    <a:pt x="602462" y="34239"/>
                  </a:lnTo>
                  <a:lnTo>
                    <a:pt x="604494" y="35560"/>
                  </a:lnTo>
                  <a:lnTo>
                    <a:pt x="606933" y="29159"/>
                  </a:lnTo>
                  <a:lnTo>
                    <a:pt x="603986" y="27330"/>
                  </a:lnTo>
                  <a:lnTo>
                    <a:pt x="599516" y="25806"/>
                  </a:lnTo>
                  <a:lnTo>
                    <a:pt x="583069" y="25806"/>
                  </a:lnTo>
                  <a:lnTo>
                    <a:pt x="576173" y="32918"/>
                  </a:lnTo>
                  <a:lnTo>
                    <a:pt x="576173" y="48260"/>
                  </a:lnTo>
                  <a:lnTo>
                    <a:pt x="580936" y="53428"/>
                  </a:lnTo>
                  <a:lnTo>
                    <a:pt x="597598" y="60134"/>
                  </a:lnTo>
                  <a:lnTo>
                    <a:pt x="600544" y="62979"/>
                  </a:lnTo>
                  <a:lnTo>
                    <a:pt x="600544" y="73126"/>
                  </a:lnTo>
                  <a:lnTo>
                    <a:pt x="596874" y="77089"/>
                  </a:lnTo>
                  <a:lnTo>
                    <a:pt x="584695" y="77089"/>
                  </a:lnTo>
                  <a:lnTo>
                    <a:pt x="579920" y="75057"/>
                  </a:lnTo>
                  <a:lnTo>
                    <a:pt x="576973" y="73329"/>
                  </a:lnTo>
                  <a:lnTo>
                    <a:pt x="574636" y="79832"/>
                  </a:lnTo>
                  <a:lnTo>
                    <a:pt x="578396" y="82067"/>
                  </a:lnTo>
                  <a:lnTo>
                    <a:pt x="583679" y="83591"/>
                  </a:lnTo>
                  <a:lnTo>
                    <a:pt x="589165" y="83591"/>
                  </a:lnTo>
                  <a:lnTo>
                    <a:pt x="597319" y="82410"/>
                  </a:lnTo>
                  <a:lnTo>
                    <a:pt x="603491" y="79108"/>
                  </a:lnTo>
                  <a:lnTo>
                    <a:pt x="607402" y="73952"/>
                  </a:lnTo>
                  <a:lnTo>
                    <a:pt x="608761" y="67246"/>
                  </a:lnTo>
                  <a:lnTo>
                    <a:pt x="608761" y="58915"/>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77" name="Google Shape;2277;p19"/>
            <p:cNvPicPr preferRelativeResize="0"/>
            <p:nvPr/>
          </p:nvPicPr>
          <p:blipFill rotWithShape="1">
            <a:blip r:embed="rId11">
              <a:alphaModFix/>
            </a:blip>
            <a:srcRect b="0" l="0" r="0" t="0"/>
            <a:stretch/>
          </p:blipFill>
          <p:spPr>
            <a:xfrm>
              <a:off x="556712" y="3705592"/>
              <a:ext cx="9569566" cy="762609"/>
            </a:xfrm>
            <a:prstGeom prst="rect">
              <a:avLst/>
            </a:prstGeom>
            <a:noFill/>
            <a:ln>
              <a:noFill/>
            </a:ln>
          </p:spPr>
        </p:pic>
      </p:grpSp>
      <p:sp>
        <p:nvSpPr>
          <p:cNvPr id="2278" name="Google Shape;2278;p19"/>
          <p:cNvSpPr txBox="1"/>
          <p:nvPr/>
        </p:nvSpPr>
        <p:spPr>
          <a:xfrm>
            <a:off x="6424002" y="3138991"/>
            <a:ext cx="725805" cy="308610"/>
          </a:xfrm>
          <a:prstGeom prst="rect">
            <a:avLst/>
          </a:prstGeom>
          <a:solidFill>
            <a:srgbClr val="FFE9C3"/>
          </a:solidFill>
          <a:ln>
            <a:noFill/>
          </a:ln>
        </p:spPr>
        <p:txBody>
          <a:bodyPr anchorCtr="0" anchor="t" bIns="0" lIns="0" spcFirstLastPara="1" rIns="0" wrap="square" tIns="83175">
            <a:spAutoFit/>
          </a:bodyPr>
          <a:lstStyle/>
          <a:p>
            <a:pPr indent="0" lvl="0" marL="112395"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Shipment</a:t>
            </a:r>
            <a:endParaRPr b="0" i="0" sz="900" u="none" cap="none" strike="noStrike">
              <a:solidFill>
                <a:srgbClr val="000000"/>
              </a:solidFill>
              <a:latin typeface="Arial"/>
              <a:ea typeface="Arial"/>
              <a:cs typeface="Arial"/>
              <a:sym typeface="Arial"/>
            </a:endParaRPr>
          </a:p>
        </p:txBody>
      </p:sp>
      <p:sp>
        <p:nvSpPr>
          <p:cNvPr id="2279" name="Google Shape;2279;p19"/>
          <p:cNvSpPr txBox="1"/>
          <p:nvPr/>
        </p:nvSpPr>
        <p:spPr>
          <a:xfrm>
            <a:off x="7158785" y="3138991"/>
            <a:ext cx="765175" cy="308610"/>
          </a:xfrm>
          <a:prstGeom prst="rect">
            <a:avLst/>
          </a:prstGeom>
          <a:solidFill>
            <a:srgbClr val="FFE9C3"/>
          </a:solidFill>
          <a:ln>
            <a:noFill/>
          </a:ln>
        </p:spPr>
        <p:txBody>
          <a:bodyPr anchorCtr="0" anchor="t" bIns="0" lIns="0" spcFirstLastPara="1" rIns="0" wrap="square" tIns="10775">
            <a:spAutoFit/>
          </a:bodyPr>
          <a:lstStyle/>
          <a:p>
            <a:pPr indent="74929" lvl="0" marL="179705" marR="172085" rtl="0" algn="l">
              <a:lnSpc>
                <a:spcPct val="1018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Land trasport</a:t>
            </a:r>
            <a:endParaRPr b="0" i="0" sz="900" u="none" cap="none" strike="noStrike">
              <a:solidFill>
                <a:srgbClr val="000000"/>
              </a:solidFill>
              <a:latin typeface="Arial"/>
              <a:ea typeface="Arial"/>
              <a:cs typeface="Arial"/>
              <a:sym typeface="Arial"/>
            </a:endParaRPr>
          </a:p>
        </p:txBody>
      </p:sp>
      <p:sp>
        <p:nvSpPr>
          <p:cNvPr id="2280" name="Google Shape;2280;p19"/>
          <p:cNvSpPr txBox="1"/>
          <p:nvPr/>
        </p:nvSpPr>
        <p:spPr>
          <a:xfrm>
            <a:off x="7932787" y="3138991"/>
            <a:ext cx="716280" cy="308610"/>
          </a:xfrm>
          <a:prstGeom prst="rect">
            <a:avLst/>
          </a:prstGeom>
          <a:solidFill>
            <a:srgbClr val="FFE9C3"/>
          </a:solidFill>
          <a:ln>
            <a:noFill/>
          </a:ln>
        </p:spPr>
        <p:txBody>
          <a:bodyPr anchorCtr="0" anchor="t" bIns="0" lIns="0" spcFirstLastPara="1" rIns="0" wrap="square" tIns="83175">
            <a:spAutoFit/>
          </a:bodyPr>
          <a:lstStyle/>
          <a:p>
            <a:pPr indent="0" lvl="0" marL="11176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Assembly</a:t>
            </a:r>
            <a:endParaRPr b="0" i="0" sz="900" u="none" cap="none" strike="noStrike">
              <a:solidFill>
                <a:srgbClr val="000000"/>
              </a:solidFill>
              <a:latin typeface="Arial"/>
              <a:ea typeface="Arial"/>
              <a:cs typeface="Arial"/>
              <a:sym typeface="Arial"/>
            </a:endParaRPr>
          </a:p>
        </p:txBody>
      </p:sp>
      <p:sp>
        <p:nvSpPr>
          <p:cNvPr id="2281" name="Google Shape;2281;p19"/>
          <p:cNvSpPr txBox="1"/>
          <p:nvPr/>
        </p:nvSpPr>
        <p:spPr>
          <a:xfrm>
            <a:off x="8657791" y="3138991"/>
            <a:ext cx="701040" cy="308610"/>
          </a:xfrm>
          <a:prstGeom prst="rect">
            <a:avLst/>
          </a:prstGeom>
          <a:solidFill>
            <a:srgbClr val="FFE9C3"/>
          </a:solidFill>
          <a:ln>
            <a:noFill/>
          </a:ln>
        </p:spPr>
        <p:txBody>
          <a:bodyPr anchorCtr="0" anchor="t" bIns="0" lIns="0" spcFirstLastPara="1" rIns="0" wrap="square" tIns="10775">
            <a:spAutoFit/>
          </a:bodyPr>
          <a:lstStyle/>
          <a:p>
            <a:pPr indent="95885" lvl="0" marL="48260" marR="40640" rtl="0" algn="l">
              <a:lnSpc>
                <a:spcPct val="1018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Test run Adjustment</a:t>
            </a:r>
            <a:endParaRPr b="0" i="0" sz="900" u="none" cap="none" strike="noStrike">
              <a:solidFill>
                <a:srgbClr val="000000"/>
              </a:solidFill>
              <a:latin typeface="Arial"/>
              <a:ea typeface="Arial"/>
              <a:cs typeface="Arial"/>
              <a:sym typeface="Arial"/>
            </a:endParaRPr>
          </a:p>
        </p:txBody>
      </p:sp>
      <p:sp>
        <p:nvSpPr>
          <p:cNvPr id="2282" name="Google Shape;2282;p19"/>
          <p:cNvSpPr txBox="1"/>
          <p:nvPr/>
        </p:nvSpPr>
        <p:spPr>
          <a:xfrm>
            <a:off x="9376580" y="3129993"/>
            <a:ext cx="745490" cy="326390"/>
          </a:xfrm>
          <a:prstGeom prst="rect">
            <a:avLst/>
          </a:prstGeom>
          <a:solidFill>
            <a:srgbClr val="FBC8B4"/>
          </a:solidFill>
          <a:ln cap="flat" cmpd="sng" w="36000">
            <a:solidFill>
              <a:srgbClr val="231F20"/>
            </a:solidFill>
            <a:prstDash val="solid"/>
            <a:round/>
            <a:headEnd len="sm" w="sm" type="none"/>
            <a:tailEnd len="sm" w="sm" type="none"/>
          </a:ln>
        </p:spPr>
        <p:txBody>
          <a:bodyPr anchorCtr="0" anchor="t" bIns="0" lIns="0" spcFirstLastPara="1" rIns="0" wrap="square" tIns="92075">
            <a:spAutoFit/>
          </a:bodyPr>
          <a:lstStyle/>
          <a:p>
            <a:pPr indent="0" lvl="0" marL="66675"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Completion</a:t>
            </a:r>
            <a:endParaRPr b="0" i="0" sz="900" u="none" cap="none" strike="noStrike">
              <a:solidFill>
                <a:srgbClr val="000000"/>
              </a:solidFill>
              <a:latin typeface="Arial"/>
              <a:ea typeface="Arial"/>
              <a:cs typeface="Arial"/>
              <a:sym typeface="Arial"/>
            </a:endParaRPr>
          </a:p>
        </p:txBody>
      </p:sp>
      <p:sp>
        <p:nvSpPr>
          <p:cNvPr id="2283" name="Google Shape;2283;p19"/>
          <p:cNvSpPr txBox="1"/>
          <p:nvPr/>
        </p:nvSpPr>
        <p:spPr>
          <a:xfrm>
            <a:off x="967875" y="3511933"/>
            <a:ext cx="1240155"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Content of work for each party</a:t>
            </a:r>
            <a:endParaRPr b="0" i="0" sz="700" u="none" cap="none" strike="noStrike">
              <a:solidFill>
                <a:srgbClr val="000000"/>
              </a:solidFill>
              <a:latin typeface="Arial"/>
              <a:ea typeface="Arial"/>
              <a:cs typeface="Arial"/>
              <a:sym typeface="Arial"/>
            </a:endParaRPr>
          </a:p>
        </p:txBody>
      </p:sp>
      <p:sp>
        <p:nvSpPr>
          <p:cNvPr id="2284" name="Google Shape;2284;p19"/>
          <p:cNvSpPr txBox="1"/>
          <p:nvPr/>
        </p:nvSpPr>
        <p:spPr>
          <a:xfrm>
            <a:off x="578250" y="3757207"/>
            <a:ext cx="2044064" cy="655320"/>
          </a:xfrm>
          <a:prstGeom prst="rect">
            <a:avLst/>
          </a:prstGeom>
          <a:noFill/>
          <a:ln>
            <a:noFill/>
          </a:ln>
        </p:spPr>
        <p:txBody>
          <a:bodyPr anchorCtr="0" anchor="t" bIns="0" lIns="0" spcFirstLastPara="1" rIns="0" wrap="square" tIns="7600">
            <a:spAutoFit/>
          </a:bodyPr>
          <a:lstStyle/>
          <a:p>
            <a:pPr indent="0" lvl="0" marL="434340" marR="5080" rtl="0" algn="l">
              <a:lnSpc>
                <a:spcPct val="1042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Introduction of Product discription. Description of Made ro order.</a:t>
            </a:r>
            <a:endParaRPr b="0" i="0" sz="800" u="none" cap="none" strike="noStrike">
              <a:solidFill>
                <a:srgbClr val="000000"/>
              </a:solidFill>
              <a:latin typeface="Arial"/>
              <a:ea typeface="Arial"/>
              <a:cs typeface="Arial"/>
              <a:sym typeface="Arial"/>
            </a:endParaRPr>
          </a:p>
          <a:p>
            <a:pPr indent="0" lvl="0" marL="12700" marR="0" rtl="0" algn="l">
              <a:lnSpc>
                <a:spcPct val="875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Seller	</a:t>
            </a:r>
            <a:r>
              <a:rPr b="0" baseline="30000" i="0" lang="en-US" sz="1200" u="none" cap="none" strike="noStrike">
                <a:solidFill>
                  <a:srgbClr val="231F20"/>
                </a:solidFill>
                <a:latin typeface="Arial"/>
                <a:ea typeface="Arial"/>
                <a:cs typeface="Arial"/>
                <a:sym typeface="Arial"/>
              </a:rPr>
              <a:t>Contents of contract.</a:t>
            </a:r>
            <a:endParaRPr b="0" baseline="30000" i="0" sz="1200" u="none" cap="none" strike="noStrike">
              <a:solidFill>
                <a:srgbClr val="000000"/>
              </a:solidFill>
              <a:latin typeface="Arial"/>
              <a:ea typeface="Arial"/>
              <a:cs typeface="Arial"/>
              <a:sym typeface="Arial"/>
            </a:endParaRPr>
          </a:p>
          <a:p>
            <a:pPr indent="0" lvl="0" marL="434340" marR="0" rtl="0" algn="l">
              <a:lnSpc>
                <a:spcPct val="11875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Location for instract.</a:t>
            </a:r>
            <a:endParaRPr b="0" i="0" sz="800" u="none" cap="none" strike="noStrike">
              <a:solidFill>
                <a:srgbClr val="000000"/>
              </a:solidFill>
              <a:latin typeface="Arial"/>
              <a:ea typeface="Arial"/>
              <a:cs typeface="Arial"/>
              <a:sym typeface="Arial"/>
            </a:endParaRPr>
          </a:p>
          <a:p>
            <a:pPr indent="0" lvl="0" marL="434340" marR="0" rtl="0" algn="l">
              <a:lnSpc>
                <a:spcPct val="100000"/>
              </a:lnSpc>
              <a:spcBef>
                <a:spcPts val="4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Base design.</a:t>
            </a:r>
            <a:endParaRPr b="0" i="0" sz="800" u="none" cap="none" strike="noStrike">
              <a:solidFill>
                <a:srgbClr val="000000"/>
              </a:solidFill>
              <a:latin typeface="Arial"/>
              <a:ea typeface="Arial"/>
              <a:cs typeface="Arial"/>
              <a:sym typeface="Arial"/>
            </a:endParaRPr>
          </a:p>
        </p:txBody>
      </p:sp>
      <p:sp>
        <p:nvSpPr>
          <p:cNvPr id="2285" name="Google Shape;2285;p19"/>
          <p:cNvSpPr txBox="1"/>
          <p:nvPr/>
        </p:nvSpPr>
        <p:spPr>
          <a:xfrm>
            <a:off x="4752234" y="3757207"/>
            <a:ext cx="149987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Report on the end of production</a:t>
            </a:r>
            <a:endParaRPr b="0" i="0" sz="800" u="none" cap="none" strike="noStrike">
              <a:solidFill>
                <a:srgbClr val="000000"/>
              </a:solidFill>
              <a:latin typeface="Arial"/>
              <a:ea typeface="Arial"/>
              <a:cs typeface="Arial"/>
              <a:sym typeface="Arial"/>
            </a:endParaRPr>
          </a:p>
        </p:txBody>
      </p:sp>
      <p:sp>
        <p:nvSpPr>
          <p:cNvPr id="2286" name="Google Shape;2286;p19"/>
          <p:cNvSpPr txBox="1"/>
          <p:nvPr/>
        </p:nvSpPr>
        <p:spPr>
          <a:xfrm>
            <a:off x="8169254" y="3757207"/>
            <a:ext cx="966469"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Report on the end of</a:t>
            </a:r>
            <a:endParaRPr b="0" i="0" sz="800" u="none" cap="none" strike="noStrike">
              <a:solidFill>
                <a:srgbClr val="000000"/>
              </a:solidFill>
              <a:latin typeface="Arial"/>
              <a:ea typeface="Arial"/>
              <a:cs typeface="Arial"/>
              <a:sym typeface="Arial"/>
            </a:endParaRPr>
          </a:p>
        </p:txBody>
      </p:sp>
      <p:pic>
        <p:nvPicPr>
          <p:cNvPr id="2287" name="Google Shape;2287;p19"/>
          <p:cNvPicPr preferRelativeResize="0"/>
          <p:nvPr/>
        </p:nvPicPr>
        <p:blipFill rotWithShape="1">
          <a:blip r:embed="rId12">
            <a:alphaModFix/>
          </a:blip>
          <a:srcRect b="0" l="0" r="0" t="0"/>
          <a:stretch/>
        </p:blipFill>
        <p:spPr>
          <a:xfrm>
            <a:off x="556712" y="4531189"/>
            <a:ext cx="9569564" cy="1088605"/>
          </a:xfrm>
          <a:prstGeom prst="rect">
            <a:avLst/>
          </a:prstGeom>
          <a:noFill/>
          <a:ln>
            <a:noFill/>
          </a:ln>
        </p:spPr>
      </p:pic>
      <p:sp>
        <p:nvSpPr>
          <p:cNvPr id="2288" name="Google Shape;2288;p19"/>
          <p:cNvSpPr txBox="1"/>
          <p:nvPr/>
        </p:nvSpPr>
        <p:spPr>
          <a:xfrm>
            <a:off x="8260683" y="4011207"/>
            <a:ext cx="783590"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of trial oderation</a:t>
            </a:r>
            <a:endParaRPr b="0" i="0" sz="800" u="none" cap="none" strike="noStrike">
              <a:solidFill>
                <a:srgbClr val="000000"/>
              </a:solidFill>
              <a:latin typeface="Arial"/>
              <a:ea typeface="Arial"/>
              <a:cs typeface="Arial"/>
              <a:sym typeface="Arial"/>
            </a:endParaRPr>
          </a:p>
        </p:txBody>
      </p:sp>
      <p:sp>
        <p:nvSpPr>
          <p:cNvPr id="2289" name="Google Shape;2289;p19"/>
          <p:cNvSpPr txBox="1"/>
          <p:nvPr/>
        </p:nvSpPr>
        <p:spPr>
          <a:xfrm>
            <a:off x="570473" y="5009930"/>
            <a:ext cx="325120" cy="1625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Buyer</a:t>
            </a:r>
            <a:endParaRPr b="0" i="0" sz="900" u="none" cap="none" strike="noStrike">
              <a:solidFill>
                <a:srgbClr val="000000"/>
              </a:solidFill>
              <a:latin typeface="Arial"/>
              <a:ea typeface="Arial"/>
              <a:cs typeface="Arial"/>
              <a:sym typeface="Arial"/>
            </a:endParaRPr>
          </a:p>
        </p:txBody>
      </p:sp>
      <p:sp>
        <p:nvSpPr>
          <p:cNvPr id="2290" name="Google Shape;2290;p19"/>
          <p:cNvSpPr txBox="1"/>
          <p:nvPr/>
        </p:nvSpPr>
        <p:spPr>
          <a:xfrm>
            <a:off x="1000044" y="4809311"/>
            <a:ext cx="1757680" cy="274320"/>
          </a:xfrm>
          <a:prstGeom prst="rect">
            <a:avLst/>
          </a:prstGeom>
          <a:noFill/>
          <a:ln>
            <a:noFill/>
          </a:ln>
        </p:spPr>
        <p:txBody>
          <a:bodyPr anchorCtr="0" anchor="t" bIns="0" lIns="0" spcFirstLastPara="1" rIns="0" wrap="square" tIns="7600">
            <a:spAutoFit/>
          </a:bodyPr>
          <a:lstStyle/>
          <a:p>
            <a:pPr indent="0" lvl="0" marL="12700" marR="5080" rtl="0" algn="l">
              <a:lnSpc>
                <a:spcPct val="1042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Disclosure of the instsllstion site. Description of Purchased Corporation.</a:t>
            </a:r>
            <a:endParaRPr b="0" i="0" sz="800" u="none" cap="none" strike="noStrike">
              <a:solidFill>
                <a:srgbClr val="000000"/>
              </a:solidFill>
              <a:latin typeface="Arial"/>
              <a:ea typeface="Arial"/>
              <a:cs typeface="Arial"/>
              <a:sym typeface="Arial"/>
            </a:endParaRPr>
          </a:p>
        </p:txBody>
      </p:sp>
      <p:sp>
        <p:nvSpPr>
          <p:cNvPr id="2291" name="Google Shape;2291;p19"/>
          <p:cNvSpPr txBox="1"/>
          <p:nvPr/>
        </p:nvSpPr>
        <p:spPr>
          <a:xfrm>
            <a:off x="3695389" y="4582843"/>
            <a:ext cx="1807210" cy="274320"/>
          </a:xfrm>
          <a:prstGeom prst="rect">
            <a:avLst/>
          </a:prstGeom>
          <a:noFill/>
          <a:ln>
            <a:noFill/>
          </a:ln>
        </p:spPr>
        <p:txBody>
          <a:bodyPr anchorCtr="0" anchor="t" bIns="0" lIns="0" spcFirstLastPara="1" rIns="0" wrap="square" tIns="7600">
            <a:spAutoFit/>
          </a:bodyPr>
          <a:lstStyle/>
          <a:p>
            <a:pPr indent="128904" lvl="0" marL="12700" marR="5080" rtl="0" algn="l">
              <a:lnSpc>
                <a:spcPct val="1042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Application for processing lisense to responsible regional administraction</a:t>
            </a:r>
            <a:endParaRPr b="0" i="0" sz="800" u="none" cap="none" strike="noStrike">
              <a:solidFill>
                <a:srgbClr val="000000"/>
              </a:solidFill>
              <a:latin typeface="Arial"/>
              <a:ea typeface="Arial"/>
              <a:cs typeface="Arial"/>
              <a:sym typeface="Arial"/>
            </a:endParaRPr>
          </a:p>
        </p:txBody>
      </p:sp>
      <p:sp>
        <p:nvSpPr>
          <p:cNvPr id="2292" name="Google Shape;2292;p19"/>
          <p:cNvSpPr txBox="1"/>
          <p:nvPr/>
        </p:nvSpPr>
        <p:spPr>
          <a:xfrm>
            <a:off x="3493108" y="4908877"/>
            <a:ext cx="2268220" cy="528320"/>
          </a:xfrm>
          <a:prstGeom prst="rect">
            <a:avLst/>
          </a:prstGeom>
          <a:noFill/>
          <a:ln>
            <a:noFill/>
          </a:ln>
        </p:spPr>
        <p:txBody>
          <a:bodyPr anchorCtr="0" anchor="t" bIns="0" lIns="0" spcFirstLastPara="1" rIns="0" wrap="square" tIns="7600">
            <a:spAutoFit/>
          </a:bodyPr>
          <a:lstStyle/>
          <a:p>
            <a:pPr indent="0" lvl="0" marL="12700" marR="5080" rtl="0" algn="just">
              <a:lnSpc>
                <a:spcPct val="1042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F oundation regional work of setting constraction. P reparation of w ater s upply and waste liqui d treatment equipment.</a:t>
            </a:r>
            <a:endParaRPr b="0" i="0" sz="800" u="none" cap="none" strike="noStrike">
              <a:solidFill>
                <a:srgbClr val="000000"/>
              </a:solidFill>
              <a:latin typeface="Arial"/>
              <a:ea typeface="Arial"/>
              <a:cs typeface="Arial"/>
              <a:sym typeface="Arial"/>
            </a:endParaRPr>
          </a:p>
          <a:p>
            <a:pPr indent="0" lvl="0" marL="29844" marR="0" rtl="0" algn="just">
              <a:lnSpc>
                <a:spcPct val="100000"/>
              </a:lnSpc>
              <a:spcBef>
                <a:spcPts val="4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Examination  and preparation  for charcoa l</a:t>
            </a:r>
            <a:endParaRPr b="0" i="0" sz="800" u="none" cap="none" strike="noStrike">
              <a:solidFill>
                <a:srgbClr val="000000"/>
              </a:solidFill>
              <a:latin typeface="Arial"/>
              <a:ea typeface="Arial"/>
              <a:cs typeface="Arial"/>
              <a:sym typeface="Arial"/>
            </a:endParaRPr>
          </a:p>
        </p:txBody>
      </p:sp>
      <p:sp>
        <p:nvSpPr>
          <p:cNvPr id="2293" name="Google Shape;2293;p19"/>
          <p:cNvSpPr txBox="1"/>
          <p:nvPr/>
        </p:nvSpPr>
        <p:spPr>
          <a:xfrm>
            <a:off x="5844335" y="4745097"/>
            <a:ext cx="544830" cy="304800"/>
          </a:xfrm>
          <a:prstGeom prst="rect">
            <a:avLst/>
          </a:prstGeom>
          <a:noFill/>
          <a:ln>
            <a:noFill/>
          </a:ln>
        </p:spPr>
        <p:txBody>
          <a:bodyPr anchorCtr="0" anchor="t" bIns="0" lIns="0" spcFirstLastPara="1" rIns="0" wrap="square" tIns="12700">
            <a:spAutoFit/>
          </a:bodyPr>
          <a:lstStyle/>
          <a:p>
            <a:pPr indent="-13970" lvl="0" marL="26034" marR="5080" rtl="0" algn="l">
              <a:lnSpc>
                <a:spcPct val="114599"/>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Remittance Instruction</a:t>
            </a:r>
            <a:endParaRPr b="0" i="0" sz="800" u="none" cap="none" strike="noStrike">
              <a:solidFill>
                <a:srgbClr val="000000"/>
              </a:solidFill>
              <a:latin typeface="Arial"/>
              <a:ea typeface="Arial"/>
              <a:cs typeface="Arial"/>
              <a:sym typeface="Arial"/>
            </a:endParaRPr>
          </a:p>
        </p:txBody>
      </p:sp>
      <p:sp>
        <p:nvSpPr>
          <p:cNvPr id="2294" name="Google Shape;2294;p19"/>
          <p:cNvSpPr txBox="1"/>
          <p:nvPr/>
        </p:nvSpPr>
        <p:spPr>
          <a:xfrm>
            <a:off x="7193380" y="4565062"/>
            <a:ext cx="697230" cy="584200"/>
          </a:xfrm>
          <a:prstGeom prst="rect">
            <a:avLst/>
          </a:prstGeom>
          <a:noFill/>
          <a:ln>
            <a:noFill/>
          </a:ln>
        </p:spPr>
        <p:txBody>
          <a:bodyPr anchorCtr="0" anchor="t" bIns="0" lIns="0" spcFirstLastPara="1" rIns="0" wrap="square" tIns="12700">
            <a:spAutoFit/>
          </a:bodyPr>
          <a:lstStyle/>
          <a:p>
            <a:pPr indent="-1270" lvl="0" marL="12700" marR="5080" rtl="0" algn="ctr">
              <a:lnSpc>
                <a:spcPct val="114599"/>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Customs receipts &amp; Trsndportstion arrangements</a:t>
            </a:r>
            <a:endParaRPr b="0" i="0" sz="800" u="none" cap="none" strike="noStrike">
              <a:solidFill>
                <a:srgbClr val="000000"/>
              </a:solidFill>
              <a:latin typeface="Arial"/>
              <a:ea typeface="Arial"/>
              <a:cs typeface="Arial"/>
              <a:sym typeface="Arial"/>
            </a:endParaRPr>
          </a:p>
        </p:txBody>
      </p:sp>
      <p:sp>
        <p:nvSpPr>
          <p:cNvPr id="2295" name="Google Shape;2295;p19"/>
          <p:cNvSpPr txBox="1"/>
          <p:nvPr/>
        </p:nvSpPr>
        <p:spPr>
          <a:xfrm>
            <a:off x="7974277" y="4565062"/>
            <a:ext cx="633730" cy="444500"/>
          </a:xfrm>
          <a:prstGeom prst="rect">
            <a:avLst/>
          </a:prstGeom>
          <a:noFill/>
          <a:ln>
            <a:noFill/>
          </a:ln>
        </p:spPr>
        <p:txBody>
          <a:bodyPr anchorCtr="0" anchor="t" bIns="0" lIns="0" spcFirstLastPara="1" rIns="0" wrap="square" tIns="12700">
            <a:spAutoFit/>
          </a:bodyPr>
          <a:lstStyle/>
          <a:p>
            <a:pPr indent="-635" lvl="0" marL="12700" marR="5080" rtl="0" algn="ctr">
              <a:lnSpc>
                <a:spcPct val="114599"/>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Preparation for water and fuel</a:t>
            </a:r>
            <a:endParaRPr b="0" i="0" sz="800" u="none" cap="none" strike="noStrike">
              <a:solidFill>
                <a:srgbClr val="000000"/>
              </a:solidFill>
              <a:latin typeface="Arial"/>
              <a:ea typeface="Arial"/>
              <a:cs typeface="Arial"/>
              <a:sym typeface="Arial"/>
            </a:endParaRPr>
          </a:p>
        </p:txBody>
      </p:sp>
      <p:sp>
        <p:nvSpPr>
          <p:cNvPr id="2296" name="Google Shape;2296;p19"/>
          <p:cNvSpPr txBox="1"/>
          <p:nvPr/>
        </p:nvSpPr>
        <p:spPr>
          <a:xfrm>
            <a:off x="8703765" y="4565062"/>
            <a:ext cx="1384300" cy="584200"/>
          </a:xfrm>
          <a:prstGeom prst="rect">
            <a:avLst/>
          </a:prstGeom>
          <a:noFill/>
          <a:ln>
            <a:noFill/>
          </a:ln>
        </p:spPr>
        <p:txBody>
          <a:bodyPr anchorCtr="0" anchor="t" bIns="0" lIns="0" spcFirstLastPara="1" rIns="0" wrap="square" tIns="12700">
            <a:spAutoFit/>
          </a:bodyPr>
          <a:lstStyle/>
          <a:p>
            <a:pPr indent="-19050" lvl="0" marL="63500" marR="5080" rtl="0" algn="l">
              <a:lnSpc>
                <a:spcPct val="114599"/>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Preparation		Oil recovery for general	Extraction test</a:t>
            </a:r>
            <a:endParaRPr b="0" i="0" sz="800" u="none" cap="none" strike="noStrike">
              <a:solidFill>
                <a:srgbClr val="000000"/>
              </a:solidFill>
              <a:latin typeface="Arial"/>
              <a:ea typeface="Arial"/>
              <a:cs typeface="Arial"/>
              <a:sym typeface="Arial"/>
            </a:endParaRPr>
          </a:p>
          <a:p>
            <a:pPr indent="164465" lvl="0" marL="12700" marR="765810" rtl="0" algn="l">
              <a:lnSpc>
                <a:spcPct val="114599"/>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waste arrengement</a:t>
            </a:r>
            <a:endParaRPr b="0" i="0" sz="800" u="none" cap="none" strike="noStrike">
              <a:solidFill>
                <a:srgbClr val="000000"/>
              </a:solidFill>
              <a:latin typeface="Arial"/>
              <a:ea typeface="Arial"/>
              <a:cs typeface="Arial"/>
              <a:sym typeface="Arial"/>
            </a:endParaRPr>
          </a:p>
        </p:txBody>
      </p:sp>
      <p:grpSp>
        <p:nvGrpSpPr>
          <p:cNvPr id="2297" name="Google Shape;2297;p19"/>
          <p:cNvGrpSpPr/>
          <p:nvPr/>
        </p:nvGrpSpPr>
        <p:grpSpPr>
          <a:xfrm>
            <a:off x="556714" y="963297"/>
            <a:ext cx="9570017" cy="4917843"/>
            <a:chOff x="556714" y="963297"/>
            <a:chExt cx="9570017" cy="4917843"/>
          </a:xfrm>
        </p:grpSpPr>
        <p:sp>
          <p:nvSpPr>
            <p:cNvPr id="2298" name="Google Shape;2298;p19"/>
            <p:cNvSpPr/>
            <p:nvPr/>
          </p:nvSpPr>
          <p:spPr>
            <a:xfrm>
              <a:off x="3921353" y="3464996"/>
              <a:ext cx="0" cy="975360"/>
            </a:xfrm>
            <a:custGeom>
              <a:rect b="b" l="l" r="r" t="t"/>
              <a:pathLst>
                <a:path extrusionOk="0" h="975360" w="120000">
                  <a:moveTo>
                    <a:pt x="0" y="0"/>
                  </a:moveTo>
                  <a:lnTo>
                    <a:pt x="0" y="974940"/>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9" name="Google Shape;2299;p19"/>
            <p:cNvSpPr/>
            <p:nvPr/>
          </p:nvSpPr>
          <p:spPr>
            <a:xfrm>
              <a:off x="3579352" y="4872196"/>
              <a:ext cx="2135505" cy="0"/>
            </a:xfrm>
            <a:custGeom>
              <a:rect b="b" l="l" r="r" t="t"/>
              <a:pathLst>
                <a:path extrusionOk="0" h="120000" w="2135504">
                  <a:moveTo>
                    <a:pt x="0" y="0"/>
                  </a:moveTo>
                  <a:lnTo>
                    <a:pt x="2135365"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19"/>
            <p:cNvSpPr/>
            <p:nvPr/>
          </p:nvSpPr>
          <p:spPr>
            <a:xfrm>
              <a:off x="3893502" y="4419441"/>
              <a:ext cx="55880" cy="76835"/>
            </a:xfrm>
            <a:custGeom>
              <a:rect b="b" l="l" r="r" t="t"/>
              <a:pathLst>
                <a:path extrusionOk="0" h="76835" w="55879">
                  <a:moveTo>
                    <a:pt x="55702" y="0"/>
                  </a:moveTo>
                  <a:lnTo>
                    <a:pt x="0" y="0"/>
                  </a:lnTo>
                  <a:lnTo>
                    <a:pt x="27851" y="76555"/>
                  </a:lnTo>
                  <a:lnTo>
                    <a:pt x="5570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1" name="Google Shape;2301;p19"/>
            <p:cNvSpPr/>
            <p:nvPr/>
          </p:nvSpPr>
          <p:spPr>
            <a:xfrm>
              <a:off x="4797682" y="4048960"/>
              <a:ext cx="1519555" cy="0"/>
            </a:xfrm>
            <a:custGeom>
              <a:rect b="b" l="l" r="r" t="t"/>
              <a:pathLst>
                <a:path extrusionOk="0" h="120000" w="1519554">
                  <a:moveTo>
                    <a:pt x="0" y="0"/>
                  </a:moveTo>
                  <a:lnTo>
                    <a:pt x="1519199"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19"/>
            <p:cNvSpPr/>
            <p:nvPr/>
          </p:nvSpPr>
          <p:spPr>
            <a:xfrm>
              <a:off x="6125091" y="4045009"/>
              <a:ext cx="0" cy="603885"/>
            </a:xfrm>
            <a:custGeom>
              <a:rect b="b" l="l" r="r" t="t"/>
              <a:pathLst>
                <a:path extrusionOk="0" h="603885" w="120000">
                  <a:moveTo>
                    <a:pt x="0" y="0"/>
                  </a:moveTo>
                  <a:lnTo>
                    <a:pt x="0" y="603719"/>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19"/>
            <p:cNvSpPr/>
            <p:nvPr/>
          </p:nvSpPr>
          <p:spPr>
            <a:xfrm>
              <a:off x="6097240" y="4628241"/>
              <a:ext cx="55880" cy="76835"/>
            </a:xfrm>
            <a:custGeom>
              <a:rect b="b" l="l" r="r" t="t"/>
              <a:pathLst>
                <a:path extrusionOk="0" h="76835" w="55879">
                  <a:moveTo>
                    <a:pt x="55702" y="0"/>
                  </a:moveTo>
                  <a:lnTo>
                    <a:pt x="0" y="0"/>
                  </a:lnTo>
                  <a:lnTo>
                    <a:pt x="27851" y="76555"/>
                  </a:lnTo>
                  <a:lnTo>
                    <a:pt x="5570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p19"/>
            <p:cNvSpPr/>
            <p:nvPr/>
          </p:nvSpPr>
          <p:spPr>
            <a:xfrm>
              <a:off x="1570711" y="5569205"/>
              <a:ext cx="0" cy="245110"/>
            </a:xfrm>
            <a:custGeom>
              <a:rect b="b" l="l" r="r" t="t"/>
              <a:pathLst>
                <a:path extrusionOk="0" h="245110" w="120000">
                  <a:moveTo>
                    <a:pt x="0" y="0"/>
                  </a:moveTo>
                  <a:lnTo>
                    <a:pt x="0" y="244805"/>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5" name="Google Shape;2305;p19"/>
            <p:cNvSpPr/>
            <p:nvPr/>
          </p:nvSpPr>
          <p:spPr>
            <a:xfrm>
              <a:off x="1542860" y="5804305"/>
              <a:ext cx="55880" cy="76835"/>
            </a:xfrm>
            <a:custGeom>
              <a:rect b="b" l="l" r="r" t="t"/>
              <a:pathLst>
                <a:path extrusionOk="0" h="76835" w="55880">
                  <a:moveTo>
                    <a:pt x="55702" y="0"/>
                  </a:moveTo>
                  <a:lnTo>
                    <a:pt x="0" y="0"/>
                  </a:lnTo>
                  <a:lnTo>
                    <a:pt x="27851" y="76555"/>
                  </a:lnTo>
                  <a:lnTo>
                    <a:pt x="5570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p19"/>
            <p:cNvSpPr/>
            <p:nvPr/>
          </p:nvSpPr>
          <p:spPr>
            <a:xfrm>
              <a:off x="4255652" y="5569205"/>
              <a:ext cx="0" cy="245110"/>
            </a:xfrm>
            <a:custGeom>
              <a:rect b="b" l="l" r="r" t="t"/>
              <a:pathLst>
                <a:path extrusionOk="0" h="245110" w="120000">
                  <a:moveTo>
                    <a:pt x="0" y="0"/>
                  </a:moveTo>
                  <a:lnTo>
                    <a:pt x="0" y="244805"/>
                  </a:lnTo>
                </a:path>
              </a:pathLst>
            </a:custGeom>
            <a:noFill/>
            <a:ln cap="flat" cmpd="sng" w="9525">
              <a:solidFill>
                <a:srgbClr val="231F2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7" name="Google Shape;2307;p19"/>
            <p:cNvSpPr/>
            <p:nvPr/>
          </p:nvSpPr>
          <p:spPr>
            <a:xfrm>
              <a:off x="4227800" y="5804305"/>
              <a:ext cx="55880" cy="76835"/>
            </a:xfrm>
            <a:custGeom>
              <a:rect b="b" l="l" r="r" t="t"/>
              <a:pathLst>
                <a:path extrusionOk="0" h="76835" w="55879">
                  <a:moveTo>
                    <a:pt x="55702" y="0"/>
                  </a:moveTo>
                  <a:lnTo>
                    <a:pt x="0" y="0"/>
                  </a:lnTo>
                  <a:lnTo>
                    <a:pt x="27851" y="76555"/>
                  </a:lnTo>
                  <a:lnTo>
                    <a:pt x="55702"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8" name="Google Shape;2308;p19"/>
            <p:cNvSpPr/>
            <p:nvPr/>
          </p:nvSpPr>
          <p:spPr>
            <a:xfrm>
              <a:off x="556714" y="1540205"/>
              <a:ext cx="1180465" cy="0"/>
            </a:xfrm>
            <a:custGeom>
              <a:rect b="b" l="l" r="r" t="t"/>
              <a:pathLst>
                <a:path extrusionOk="0" h="120000" w="1180464">
                  <a:moveTo>
                    <a:pt x="0" y="0"/>
                  </a:moveTo>
                  <a:lnTo>
                    <a:pt x="1179906"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p19"/>
            <p:cNvSpPr/>
            <p:nvPr/>
          </p:nvSpPr>
          <p:spPr>
            <a:xfrm>
              <a:off x="1799976" y="1540205"/>
              <a:ext cx="8326755" cy="0"/>
            </a:xfrm>
            <a:custGeom>
              <a:rect b="b" l="l" r="r" t="t"/>
              <a:pathLst>
                <a:path extrusionOk="0" h="120000" w="8326755">
                  <a:moveTo>
                    <a:pt x="0" y="0"/>
                  </a:moveTo>
                  <a:lnTo>
                    <a:pt x="8326310" y="0"/>
                  </a:lnTo>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0" name="Google Shape;2310;p19"/>
            <p:cNvSpPr/>
            <p:nvPr/>
          </p:nvSpPr>
          <p:spPr>
            <a:xfrm>
              <a:off x="4447006" y="963297"/>
              <a:ext cx="3836670" cy="649605"/>
            </a:xfrm>
            <a:custGeom>
              <a:rect b="b" l="l" r="r" t="t"/>
              <a:pathLst>
                <a:path extrusionOk="0" h="649605" w="3836670">
                  <a:moveTo>
                    <a:pt x="3760800" y="0"/>
                  </a:moveTo>
                  <a:lnTo>
                    <a:pt x="75869" y="0"/>
                  </a:lnTo>
                  <a:lnTo>
                    <a:pt x="32007" y="1125"/>
                  </a:lnTo>
                  <a:lnTo>
                    <a:pt x="9483" y="9001"/>
                  </a:lnTo>
                  <a:lnTo>
                    <a:pt x="1185" y="30378"/>
                  </a:lnTo>
                  <a:lnTo>
                    <a:pt x="0" y="72009"/>
                  </a:lnTo>
                  <a:lnTo>
                    <a:pt x="0" y="314731"/>
                  </a:lnTo>
                  <a:lnTo>
                    <a:pt x="1185" y="356361"/>
                  </a:lnTo>
                  <a:lnTo>
                    <a:pt x="9483" y="377739"/>
                  </a:lnTo>
                  <a:lnTo>
                    <a:pt x="32007" y="385615"/>
                  </a:lnTo>
                  <a:lnTo>
                    <a:pt x="75869" y="386740"/>
                  </a:lnTo>
                  <a:lnTo>
                    <a:pt x="249097" y="386740"/>
                  </a:lnTo>
                  <a:lnTo>
                    <a:pt x="439229" y="649592"/>
                  </a:lnTo>
                  <a:lnTo>
                    <a:pt x="553707" y="386740"/>
                  </a:lnTo>
                  <a:lnTo>
                    <a:pt x="3760800" y="386740"/>
                  </a:lnTo>
                  <a:lnTo>
                    <a:pt x="3804662" y="385615"/>
                  </a:lnTo>
                  <a:lnTo>
                    <a:pt x="3827186" y="377739"/>
                  </a:lnTo>
                  <a:lnTo>
                    <a:pt x="3835484" y="356361"/>
                  </a:lnTo>
                  <a:lnTo>
                    <a:pt x="3836669" y="314731"/>
                  </a:lnTo>
                  <a:lnTo>
                    <a:pt x="3836669" y="72009"/>
                  </a:lnTo>
                  <a:lnTo>
                    <a:pt x="3835484" y="30378"/>
                  </a:lnTo>
                  <a:lnTo>
                    <a:pt x="3827186" y="9001"/>
                  </a:lnTo>
                  <a:lnTo>
                    <a:pt x="3804662" y="1125"/>
                  </a:lnTo>
                  <a:lnTo>
                    <a:pt x="37608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p19"/>
            <p:cNvSpPr/>
            <p:nvPr/>
          </p:nvSpPr>
          <p:spPr>
            <a:xfrm>
              <a:off x="4447006" y="963297"/>
              <a:ext cx="3836670" cy="649605"/>
            </a:xfrm>
            <a:custGeom>
              <a:rect b="b" l="l" r="r" t="t"/>
              <a:pathLst>
                <a:path extrusionOk="0" h="649605" w="3836670">
                  <a:moveTo>
                    <a:pt x="75869" y="0"/>
                  </a:moveTo>
                  <a:lnTo>
                    <a:pt x="32007" y="1125"/>
                  </a:lnTo>
                  <a:lnTo>
                    <a:pt x="9483" y="9001"/>
                  </a:lnTo>
                  <a:lnTo>
                    <a:pt x="1185" y="30378"/>
                  </a:lnTo>
                  <a:lnTo>
                    <a:pt x="0" y="72009"/>
                  </a:lnTo>
                  <a:lnTo>
                    <a:pt x="0" y="314731"/>
                  </a:lnTo>
                  <a:lnTo>
                    <a:pt x="1185" y="356361"/>
                  </a:lnTo>
                  <a:lnTo>
                    <a:pt x="9483" y="377739"/>
                  </a:lnTo>
                  <a:lnTo>
                    <a:pt x="32007" y="385615"/>
                  </a:lnTo>
                  <a:lnTo>
                    <a:pt x="75869" y="386740"/>
                  </a:lnTo>
                  <a:lnTo>
                    <a:pt x="249097" y="386740"/>
                  </a:lnTo>
                  <a:lnTo>
                    <a:pt x="439229" y="649592"/>
                  </a:lnTo>
                  <a:lnTo>
                    <a:pt x="553707" y="386740"/>
                  </a:lnTo>
                  <a:lnTo>
                    <a:pt x="3760800" y="386740"/>
                  </a:lnTo>
                  <a:lnTo>
                    <a:pt x="3804662" y="385615"/>
                  </a:lnTo>
                  <a:lnTo>
                    <a:pt x="3827186" y="377739"/>
                  </a:lnTo>
                  <a:lnTo>
                    <a:pt x="3835484" y="356361"/>
                  </a:lnTo>
                  <a:lnTo>
                    <a:pt x="3836669" y="314731"/>
                  </a:lnTo>
                  <a:lnTo>
                    <a:pt x="3836669" y="72009"/>
                  </a:lnTo>
                  <a:lnTo>
                    <a:pt x="3835484" y="30378"/>
                  </a:lnTo>
                  <a:lnTo>
                    <a:pt x="3827186" y="9001"/>
                  </a:lnTo>
                  <a:lnTo>
                    <a:pt x="3804662" y="1125"/>
                  </a:lnTo>
                  <a:lnTo>
                    <a:pt x="3760800" y="0"/>
                  </a:lnTo>
                  <a:lnTo>
                    <a:pt x="75869" y="0"/>
                  </a:lnTo>
                  <a:close/>
                </a:path>
              </a:pathLst>
            </a:custGeom>
            <a:noFill/>
            <a:ln cap="flat" cmpd="sng" w="9525">
              <a:solidFill>
                <a:srgbClr val="231F2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12" name="Google Shape;2312;p19"/>
          <p:cNvSpPr txBox="1"/>
          <p:nvPr/>
        </p:nvSpPr>
        <p:spPr>
          <a:xfrm>
            <a:off x="663639" y="5900260"/>
            <a:ext cx="2571750" cy="635000"/>
          </a:xfrm>
          <a:prstGeom prst="rect">
            <a:avLst/>
          </a:prstGeom>
          <a:noFill/>
          <a:ln>
            <a:noFill/>
          </a:ln>
        </p:spPr>
        <p:txBody>
          <a:bodyPr anchorCtr="0" anchor="t" bIns="0" lIns="0" spcFirstLastPara="1" rIns="0" wrap="square" tIns="12700">
            <a:spAutoFit/>
          </a:bodyPr>
          <a:lstStyle/>
          <a:p>
            <a:pPr indent="0" lvl="0" marL="12700" marR="5080" rtl="0" algn="l">
              <a:lnSpc>
                <a:spcPct val="125000"/>
              </a:lnSpc>
              <a:spcBef>
                <a:spcPts val="0"/>
              </a:spcBef>
              <a:spcAft>
                <a:spcPts val="0"/>
              </a:spcAft>
              <a:buClr>
                <a:srgbClr val="000000"/>
              </a:buClr>
              <a:buSzPts val="800"/>
              <a:buFont typeface="Arial"/>
              <a:buNone/>
            </a:pPr>
            <a:r>
              <a:rPr b="0" i="0" lang="en-US" sz="800" u="none" cap="none" strike="noStrike">
                <a:solidFill>
                  <a:srgbClr val="231F20"/>
                </a:solidFill>
                <a:latin typeface="Arial"/>
                <a:ea typeface="Arial"/>
                <a:cs typeface="Arial"/>
                <a:sym typeface="Arial"/>
              </a:rPr>
              <a:t>The standards, application procedures, qualification criteria, etc. differ depending on the country and region. If you plan to introduce our facility, please consult with the relevant authorities in advance.</a:t>
            </a:r>
            <a:endParaRPr b="0" i="0" sz="800" u="none" cap="none" strike="noStrike">
              <a:solidFill>
                <a:srgbClr val="000000"/>
              </a:solidFill>
              <a:latin typeface="Arial"/>
              <a:ea typeface="Arial"/>
              <a:cs typeface="Arial"/>
              <a:sym typeface="Arial"/>
            </a:endParaRPr>
          </a:p>
        </p:txBody>
      </p:sp>
      <p:sp>
        <p:nvSpPr>
          <p:cNvPr id="2313" name="Google Shape;2313;p19"/>
          <p:cNvSpPr txBox="1"/>
          <p:nvPr/>
        </p:nvSpPr>
        <p:spPr>
          <a:xfrm>
            <a:off x="3534957" y="5900260"/>
            <a:ext cx="2586355" cy="330200"/>
          </a:xfrm>
          <a:prstGeom prst="rect">
            <a:avLst/>
          </a:prstGeom>
          <a:noFill/>
          <a:ln>
            <a:noFill/>
          </a:ln>
        </p:spPr>
        <p:txBody>
          <a:bodyPr anchorCtr="0" anchor="t" bIns="0" lIns="0" spcFirstLastPara="1" rIns="0" wrap="square" tIns="12700">
            <a:spAutoFit/>
          </a:bodyPr>
          <a:lstStyle/>
          <a:p>
            <a:pPr indent="-72390" lvl="0" marL="84455" marR="5080" rtl="0" algn="l">
              <a:lnSpc>
                <a:spcPct val="125000"/>
              </a:lnSpc>
              <a:spcBef>
                <a:spcPts val="0"/>
              </a:spcBef>
              <a:spcAft>
                <a:spcPts val="0"/>
              </a:spcAft>
              <a:buClr>
                <a:srgbClr val="231F20"/>
              </a:buClr>
              <a:buSzPts val="800"/>
              <a:buFont typeface="Arial"/>
              <a:buChar char="•"/>
            </a:pPr>
            <a:r>
              <a:rPr b="0" i="0" lang="en-US" sz="800" u="none" cap="none" strike="noStrike">
                <a:solidFill>
                  <a:srgbClr val="231F20"/>
                </a:solidFill>
                <a:latin typeface="Arial"/>
                <a:ea typeface="Arial"/>
                <a:cs typeface="Arial"/>
                <a:sym typeface="Arial"/>
              </a:rPr>
              <a:t>The foundation basic strength of the ground requires a foundation curing of 5 Mt or more per square meter.</a:t>
            </a:r>
            <a:endParaRPr b="0" i="0" sz="800" u="none" cap="none" strike="noStrike">
              <a:solidFill>
                <a:srgbClr val="000000"/>
              </a:solidFill>
              <a:latin typeface="Arial"/>
              <a:ea typeface="Arial"/>
              <a:cs typeface="Arial"/>
              <a:sym typeface="Arial"/>
            </a:endParaRPr>
          </a:p>
        </p:txBody>
      </p:sp>
      <p:sp>
        <p:nvSpPr>
          <p:cNvPr id="2314" name="Google Shape;2314;p19"/>
          <p:cNvSpPr txBox="1"/>
          <p:nvPr/>
        </p:nvSpPr>
        <p:spPr>
          <a:xfrm>
            <a:off x="3534957" y="6277094"/>
            <a:ext cx="2663190" cy="330200"/>
          </a:xfrm>
          <a:prstGeom prst="rect">
            <a:avLst/>
          </a:prstGeom>
          <a:noFill/>
          <a:ln>
            <a:noFill/>
          </a:ln>
        </p:spPr>
        <p:txBody>
          <a:bodyPr anchorCtr="0" anchor="t" bIns="0" lIns="0" spcFirstLastPara="1" rIns="0" wrap="square" tIns="12700">
            <a:spAutoFit/>
          </a:bodyPr>
          <a:lstStyle/>
          <a:p>
            <a:pPr indent="-72390" lvl="0" marL="84455" marR="5080" rtl="0" algn="l">
              <a:lnSpc>
                <a:spcPct val="125000"/>
              </a:lnSpc>
              <a:spcBef>
                <a:spcPts val="0"/>
              </a:spcBef>
              <a:spcAft>
                <a:spcPts val="0"/>
              </a:spcAft>
              <a:buClr>
                <a:srgbClr val="231F20"/>
              </a:buClr>
              <a:buSzPts val="800"/>
              <a:buFont typeface="Arial"/>
              <a:buChar char="•"/>
            </a:pPr>
            <a:r>
              <a:rPr b="0" i="0" lang="en-US" sz="800" u="none" cap="none" strike="noStrike">
                <a:solidFill>
                  <a:srgbClr val="231F20"/>
                </a:solidFill>
                <a:latin typeface="Arial"/>
                <a:ea typeface="Arial"/>
                <a:cs typeface="Arial"/>
                <a:sym typeface="Arial"/>
              </a:rPr>
              <a:t>Please follow the guidance of the relevant authorities for drainage and exhaust conditions.</a:t>
            </a:r>
            <a:endParaRPr b="0" i="0" sz="800" u="none" cap="none" strike="noStrike">
              <a:solidFill>
                <a:srgbClr val="000000"/>
              </a:solidFill>
              <a:latin typeface="Arial"/>
              <a:ea typeface="Arial"/>
              <a:cs typeface="Arial"/>
              <a:sym typeface="Arial"/>
            </a:endParaRPr>
          </a:p>
        </p:txBody>
      </p:sp>
      <p:sp>
        <p:nvSpPr>
          <p:cNvPr id="2315" name="Google Shape;2315;p19"/>
          <p:cNvSpPr txBox="1"/>
          <p:nvPr/>
        </p:nvSpPr>
        <p:spPr>
          <a:xfrm>
            <a:off x="4534112" y="968100"/>
            <a:ext cx="3456304" cy="355600"/>
          </a:xfrm>
          <a:prstGeom prst="rect">
            <a:avLst/>
          </a:prstGeom>
          <a:noFill/>
          <a:ln>
            <a:noFill/>
          </a:ln>
        </p:spPr>
        <p:txBody>
          <a:bodyPr anchorCtr="0" anchor="t" bIns="0" lIns="0" spcFirstLastPara="1" rIns="0" wrap="square" tIns="12700">
            <a:spAutoFit/>
          </a:bodyPr>
          <a:lstStyle/>
          <a:p>
            <a:pPr indent="0" lvl="0" marL="12700" marR="5080" rtl="0" algn="l">
              <a:lnSpc>
                <a:spcPct val="120300"/>
              </a:lnSpc>
              <a:spcBef>
                <a:spcPts val="0"/>
              </a:spcBef>
              <a:spcAft>
                <a:spcPts val="0"/>
              </a:spcAft>
              <a:buClr>
                <a:srgbClr val="000000"/>
              </a:buClr>
              <a:buSzPts val="900"/>
              <a:buFont typeface="Arial"/>
              <a:buNone/>
            </a:pPr>
            <a:r>
              <a:rPr b="0" i="0" lang="en-US" sz="900" u="none" cap="none" strike="noStrike">
                <a:solidFill>
                  <a:srgbClr val="231F20"/>
                </a:solidFill>
                <a:latin typeface="Arial"/>
                <a:ea typeface="Arial"/>
                <a:cs typeface="Arial"/>
                <a:sym typeface="Arial"/>
              </a:rPr>
              <a:t>The manufacturing period varies depending on the product. Continuous type = about 10 months · Batch type = about 6 months</a:t>
            </a:r>
            <a:endParaRPr b="0" i="0" sz="900" u="none" cap="none" strike="noStrike">
              <a:solidFill>
                <a:srgbClr val="000000"/>
              </a:solidFill>
              <a:latin typeface="Arial"/>
              <a:ea typeface="Arial"/>
              <a:cs typeface="Arial"/>
              <a:sym typeface="Arial"/>
            </a:endParaRPr>
          </a:p>
        </p:txBody>
      </p:sp>
      <p:sp>
        <p:nvSpPr>
          <p:cNvPr id="2316" name="Google Shape;2316;p19"/>
          <p:cNvSpPr txBox="1"/>
          <p:nvPr/>
        </p:nvSpPr>
        <p:spPr>
          <a:xfrm>
            <a:off x="705747" y="621543"/>
            <a:ext cx="2247265" cy="351155"/>
          </a:xfrm>
          <a:prstGeom prst="rect">
            <a:avLst/>
          </a:prstGeom>
          <a:noFill/>
          <a:ln>
            <a:noFill/>
          </a:ln>
        </p:spPr>
        <p:txBody>
          <a:bodyPr anchorCtr="0" anchor="t" bIns="0" lIns="0" spcFirstLastPara="1" rIns="0" wrap="square" tIns="12700">
            <a:spAutoFit/>
          </a:bodyPr>
          <a:lstStyle/>
          <a:p>
            <a:pPr indent="0" lvl="0" marL="12700" marR="0" rtl="0" algn="l">
              <a:lnSpc>
                <a:spcPct val="115555"/>
              </a:lnSpc>
              <a:spcBef>
                <a:spcPts val="0"/>
              </a:spcBef>
              <a:spcAft>
                <a:spcPts val="0"/>
              </a:spcAft>
              <a:buClr>
                <a:srgbClr val="000000"/>
              </a:buClr>
              <a:buSzPts val="900"/>
              <a:buFont typeface="Arial"/>
              <a:buNone/>
            </a:pPr>
            <a:r>
              <a:rPr b="0" i="0" lang="en-US" sz="900" u="none" cap="none" strike="noStrike">
                <a:solidFill>
                  <a:srgbClr val="616264"/>
                </a:solidFill>
                <a:latin typeface="Arial"/>
                <a:ea typeface="Arial"/>
                <a:cs typeface="Arial"/>
                <a:sym typeface="Arial"/>
              </a:rPr>
              <a:t>New generation Resource Recovery Facility</a:t>
            </a:r>
            <a:endParaRPr b="0" i="0" sz="900" u="none" cap="none" strike="noStrike">
              <a:solidFill>
                <a:srgbClr val="000000"/>
              </a:solidFill>
              <a:latin typeface="Arial"/>
              <a:ea typeface="Arial"/>
              <a:cs typeface="Arial"/>
              <a:sym typeface="Arial"/>
            </a:endParaRPr>
          </a:p>
          <a:p>
            <a:pPr indent="0" lvl="0" marL="12700" marR="0" rtl="0" algn="l">
              <a:lnSpc>
                <a:spcPct val="116923"/>
              </a:lnSpc>
              <a:spcBef>
                <a:spcPts val="0"/>
              </a:spcBef>
              <a:spcAft>
                <a:spcPts val="0"/>
              </a:spcAft>
              <a:buClr>
                <a:srgbClr val="000000"/>
              </a:buClr>
              <a:buSzPts val="1300"/>
              <a:buFont typeface="Arial"/>
              <a:buNone/>
            </a:pPr>
            <a:r>
              <a:rPr b="0" i="0" lang="en-US" sz="1300" u="none" cap="none" strike="noStrike">
                <a:solidFill>
                  <a:srgbClr val="231F20"/>
                </a:solidFill>
                <a:latin typeface="Arial"/>
                <a:ea typeface="Arial"/>
                <a:cs typeface="Arial"/>
                <a:sym typeface="Arial"/>
              </a:rPr>
              <a:t>Progress schedule</a:t>
            </a:r>
            <a:endParaRPr b="0" i="0" sz="1300" u="none" cap="none" strike="noStrike">
              <a:solidFill>
                <a:srgbClr val="000000"/>
              </a:solidFill>
              <a:latin typeface="Arial"/>
              <a:ea typeface="Arial"/>
              <a:cs typeface="Arial"/>
              <a:sym typeface="Arial"/>
            </a:endParaRPr>
          </a:p>
        </p:txBody>
      </p:sp>
      <p:sp>
        <p:nvSpPr>
          <p:cNvPr id="2317" name="Google Shape;2317;p19"/>
          <p:cNvSpPr txBox="1"/>
          <p:nvPr/>
        </p:nvSpPr>
        <p:spPr>
          <a:xfrm>
            <a:off x="7866321" y="5893985"/>
            <a:ext cx="2067560" cy="1320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700"/>
              <a:buFont typeface="Arial"/>
              <a:buNone/>
            </a:pPr>
            <a:r>
              <a:rPr b="0" i="0" lang="en-US" sz="700" u="none" cap="none" strike="noStrike">
                <a:solidFill>
                  <a:srgbClr val="231F20"/>
                </a:solidFill>
                <a:latin typeface="Arial"/>
                <a:ea typeface="Arial"/>
                <a:cs typeface="Arial"/>
                <a:sym typeface="Arial"/>
              </a:rPr>
              <a:t>The processing unit will be loaded on a large trailer.</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21" name="Shape 2321"/>
        <p:cNvGrpSpPr/>
        <p:nvPr/>
      </p:nvGrpSpPr>
      <p:grpSpPr>
        <a:xfrm>
          <a:off x="0" y="0"/>
          <a:ext cx="0" cy="0"/>
          <a:chOff x="0" y="0"/>
          <a:chExt cx="0" cy="0"/>
        </a:xfrm>
      </p:grpSpPr>
      <p:grpSp>
        <p:nvGrpSpPr>
          <p:cNvPr id="2322" name="Google Shape;2322;p20"/>
          <p:cNvGrpSpPr/>
          <p:nvPr/>
        </p:nvGrpSpPr>
        <p:grpSpPr>
          <a:xfrm>
            <a:off x="2145220" y="851327"/>
            <a:ext cx="6419850" cy="5859973"/>
            <a:chOff x="2145220" y="851327"/>
            <a:chExt cx="6419850" cy="5859973"/>
          </a:xfrm>
        </p:grpSpPr>
        <p:pic>
          <p:nvPicPr>
            <p:cNvPr id="2323" name="Google Shape;2323;p20"/>
            <p:cNvPicPr preferRelativeResize="0"/>
            <p:nvPr/>
          </p:nvPicPr>
          <p:blipFill rotWithShape="1">
            <a:blip r:embed="rId3">
              <a:alphaModFix/>
            </a:blip>
            <a:srcRect b="0" l="0" r="0" t="0"/>
            <a:stretch/>
          </p:blipFill>
          <p:spPr>
            <a:xfrm>
              <a:off x="2945915" y="851327"/>
              <a:ext cx="4698317" cy="5859973"/>
            </a:xfrm>
            <a:prstGeom prst="rect">
              <a:avLst/>
            </a:prstGeom>
            <a:noFill/>
            <a:ln>
              <a:noFill/>
            </a:ln>
          </p:spPr>
        </p:pic>
        <p:sp>
          <p:nvSpPr>
            <p:cNvPr id="2324" name="Google Shape;2324;p20"/>
            <p:cNvSpPr/>
            <p:nvPr/>
          </p:nvSpPr>
          <p:spPr>
            <a:xfrm>
              <a:off x="2145220" y="3213315"/>
              <a:ext cx="6419850" cy="1344295"/>
            </a:xfrm>
            <a:custGeom>
              <a:rect b="b" l="l" r="r" t="t"/>
              <a:pathLst>
                <a:path extrusionOk="0" h="1344295" w="6419850">
                  <a:moveTo>
                    <a:pt x="6419545" y="0"/>
                  </a:moveTo>
                  <a:lnTo>
                    <a:pt x="0" y="0"/>
                  </a:lnTo>
                  <a:lnTo>
                    <a:pt x="0" y="1344295"/>
                  </a:lnTo>
                  <a:lnTo>
                    <a:pt x="6419545" y="1344295"/>
                  </a:lnTo>
                  <a:lnTo>
                    <a:pt x="6419545" y="0"/>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5" name="Google Shape;2325;p20"/>
            <p:cNvPicPr preferRelativeResize="0"/>
            <p:nvPr/>
          </p:nvPicPr>
          <p:blipFill rotWithShape="1">
            <a:blip r:embed="rId4">
              <a:alphaModFix/>
            </a:blip>
            <a:srcRect b="0" l="0" r="0" t="0"/>
            <a:stretch/>
          </p:blipFill>
          <p:spPr>
            <a:xfrm>
              <a:off x="3965396" y="3404285"/>
              <a:ext cx="251218" cy="251218"/>
            </a:xfrm>
            <a:prstGeom prst="rect">
              <a:avLst/>
            </a:prstGeom>
            <a:noFill/>
            <a:ln>
              <a:noFill/>
            </a:ln>
          </p:spPr>
        </p:pic>
        <p:pic>
          <p:nvPicPr>
            <p:cNvPr id="2326" name="Google Shape;2326;p20"/>
            <p:cNvPicPr preferRelativeResize="0"/>
            <p:nvPr/>
          </p:nvPicPr>
          <p:blipFill rotWithShape="1">
            <a:blip r:embed="rId5">
              <a:alphaModFix/>
            </a:blip>
            <a:srcRect b="0" l="0" r="0" t="0"/>
            <a:stretch/>
          </p:blipFill>
          <p:spPr>
            <a:xfrm>
              <a:off x="3969227" y="3443113"/>
              <a:ext cx="272629" cy="203812"/>
            </a:xfrm>
            <a:prstGeom prst="rect">
              <a:avLst/>
            </a:prstGeom>
            <a:noFill/>
            <a:ln>
              <a:noFill/>
            </a:ln>
          </p:spPr>
        </p:pic>
      </p:grpSp>
      <p:sp>
        <p:nvSpPr>
          <p:cNvPr id="2327" name="Google Shape;2327;p20"/>
          <p:cNvSpPr txBox="1"/>
          <p:nvPr/>
        </p:nvSpPr>
        <p:spPr>
          <a:xfrm>
            <a:off x="2512700" y="3750011"/>
            <a:ext cx="2473325" cy="584200"/>
          </a:xfrm>
          <a:prstGeom prst="rect">
            <a:avLst/>
          </a:prstGeom>
          <a:noFill/>
          <a:ln>
            <a:noFill/>
          </a:ln>
        </p:spPr>
        <p:txBody>
          <a:bodyPr anchorCtr="0" anchor="t" bIns="0" lIns="0" spcFirstLastPara="1" rIns="0" wrap="square" tIns="30475">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FFFFF"/>
                </a:solidFill>
                <a:latin typeface="Arial"/>
                <a:ea typeface="Arial"/>
                <a:cs typeface="Arial"/>
                <a:sym typeface="Arial"/>
              </a:rPr>
              <a:t>株式会社ワンワールド</a:t>
            </a:r>
            <a:endParaRPr b="0" i="0" sz="800" u="none" cap="none" strike="noStrike">
              <a:solidFill>
                <a:srgbClr val="000000"/>
              </a:solidFill>
              <a:latin typeface="Arial"/>
              <a:ea typeface="Arial"/>
              <a:cs typeface="Arial"/>
              <a:sym typeface="Arial"/>
            </a:endParaRPr>
          </a:p>
          <a:p>
            <a:pPr indent="0" lvl="0" marL="12700" marR="363220" rtl="0" algn="l">
              <a:lnSpc>
                <a:spcPct val="114599"/>
              </a:lnSpc>
              <a:spcBef>
                <a:spcPts val="0"/>
              </a:spcBef>
              <a:spcAft>
                <a:spcPts val="0"/>
              </a:spcAft>
              <a:buClr>
                <a:srgbClr val="000000"/>
              </a:buClr>
              <a:buSzPts val="800"/>
              <a:buFont typeface="Arial"/>
              <a:buNone/>
            </a:pPr>
            <a:r>
              <a:rPr b="0" i="0" lang="en-US" sz="800" u="none" cap="none" strike="noStrike">
                <a:solidFill>
                  <a:srgbClr val="FFFFFF"/>
                </a:solidFill>
                <a:latin typeface="Arial"/>
                <a:ea typeface="Arial"/>
                <a:cs typeface="Arial"/>
                <a:sym typeface="Arial"/>
              </a:rPr>
              <a:t>〒 547-0016 大阪市平野区長吉長原 1-1-20電話: 06-4392-7499  FAX : 06-4392-7676</a:t>
            </a:r>
            <a:endParaRPr b="0" i="0" sz="800" u="none" cap="none" strike="noStrike">
              <a:solidFill>
                <a:srgbClr val="000000"/>
              </a:solidFill>
              <a:latin typeface="Arial"/>
              <a:ea typeface="Arial"/>
              <a:cs typeface="Arial"/>
              <a:sym typeface="Arial"/>
            </a:endParaRPr>
          </a:p>
          <a:p>
            <a:pPr indent="0" lvl="0" marL="12700" marR="0" rtl="0" algn="l">
              <a:lnSpc>
                <a:spcPct val="100000"/>
              </a:lnSpc>
              <a:spcBef>
                <a:spcPts val="140"/>
              </a:spcBef>
              <a:spcAft>
                <a:spcPts val="0"/>
              </a:spcAft>
              <a:buClr>
                <a:srgbClr val="000000"/>
              </a:buClr>
              <a:buSzPts val="800"/>
              <a:buFont typeface="Arial"/>
              <a:buNone/>
            </a:pPr>
            <a:r>
              <a:rPr b="0" i="0" lang="en-US" sz="800" u="none" cap="none" strike="noStrike">
                <a:solidFill>
                  <a:srgbClr val="FFFFFF"/>
                </a:solidFill>
                <a:latin typeface="Arial"/>
                <a:ea typeface="Arial"/>
                <a:cs typeface="Arial"/>
                <a:sym typeface="Arial"/>
              </a:rPr>
              <a:t>URL : </a:t>
            </a:r>
            <a:r>
              <a:rPr b="0" i="0" lang="en-US" sz="800" u="sng" cap="none" strike="noStrike">
                <a:solidFill>
                  <a:srgbClr val="FFFFFF"/>
                </a:solidFill>
                <a:latin typeface="Arial"/>
                <a:ea typeface="Arial"/>
                <a:cs typeface="Arial"/>
                <a:sym typeface="Arial"/>
                <a:hlinkClick r:id="rId6">
                  <a:extLst>
                    <a:ext uri="{A12FA001-AC4F-418D-AE19-62706E023703}">
                      <ahyp:hlinkClr val="tx"/>
                    </a:ext>
                  </a:extLst>
                </a:hlinkClick>
              </a:rPr>
              <a:t>www.1-world.asia</a:t>
            </a:r>
            <a:r>
              <a:rPr b="0" i="0" lang="en-US" sz="800" u="none" cap="none" strike="noStrike">
                <a:solidFill>
                  <a:srgbClr val="FFFFFF"/>
                </a:solidFill>
                <a:latin typeface="Arial"/>
                <a:ea typeface="Arial"/>
                <a:cs typeface="Arial"/>
                <a:sym typeface="Arial"/>
              </a:rPr>
              <a:t>  Mail: </a:t>
            </a:r>
            <a:r>
              <a:rPr b="0" i="0" lang="en-US" sz="800" u="sng" cap="none" strike="noStrike">
                <a:solidFill>
                  <a:srgbClr val="FFFFFF"/>
                </a:solidFill>
                <a:latin typeface="Arial"/>
                <a:ea typeface="Arial"/>
                <a:cs typeface="Arial"/>
                <a:sym typeface="Arial"/>
                <a:hlinkClick r:id="rId7">
                  <a:extLst>
                    <a:ext uri="{A12FA001-AC4F-418D-AE19-62706E023703}">
                      <ahyp:hlinkClr val="tx"/>
                    </a:ext>
                  </a:extLst>
                </a:hlinkClick>
              </a:rPr>
              <a:t>info@1-world.asia</a:t>
            </a:r>
            <a:endParaRPr b="0" i="0" sz="800" u="none" cap="none" strike="noStrike">
              <a:solidFill>
                <a:srgbClr val="000000"/>
              </a:solidFill>
              <a:latin typeface="Arial"/>
              <a:ea typeface="Arial"/>
              <a:cs typeface="Arial"/>
              <a:sym typeface="Arial"/>
            </a:endParaRPr>
          </a:p>
        </p:txBody>
      </p:sp>
      <p:sp>
        <p:nvSpPr>
          <p:cNvPr id="2328" name="Google Shape;2328;p20"/>
          <p:cNvSpPr txBox="1"/>
          <p:nvPr/>
        </p:nvSpPr>
        <p:spPr>
          <a:xfrm>
            <a:off x="7217665" y="4567609"/>
            <a:ext cx="1342390" cy="863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
              <a:buFont typeface="Arial"/>
              <a:buNone/>
            </a:pPr>
            <a:r>
              <a:rPr b="0" i="0" lang="en-US" sz="400" u="none" cap="none" strike="noStrike">
                <a:solidFill>
                  <a:srgbClr val="565658"/>
                </a:solidFill>
                <a:latin typeface="Arial"/>
                <a:ea typeface="Arial"/>
                <a:cs typeface="Arial"/>
                <a:sym typeface="Arial"/>
              </a:rPr>
              <a:t>Copyright ONE WORLD + ART, All r ights reser ved.</a:t>
            </a:r>
            <a:endParaRPr b="0" i="0" sz="400" u="none" cap="none" strike="noStrike">
              <a:solidFill>
                <a:srgbClr val="000000"/>
              </a:solidFill>
              <a:latin typeface="Arial"/>
              <a:ea typeface="Arial"/>
              <a:cs typeface="Arial"/>
              <a:sym typeface="Arial"/>
            </a:endParaRPr>
          </a:p>
        </p:txBody>
      </p:sp>
      <p:sp>
        <p:nvSpPr>
          <p:cNvPr id="2329" name="Google Shape;2329;p20"/>
          <p:cNvSpPr txBox="1"/>
          <p:nvPr>
            <p:ph type="title"/>
          </p:nvPr>
        </p:nvSpPr>
        <p:spPr>
          <a:xfrm>
            <a:off x="4298299" y="3372123"/>
            <a:ext cx="233743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solidFill>
                  <a:srgbClr val="FFFFFF"/>
                </a:solidFill>
                <a:latin typeface="Arial"/>
                <a:ea typeface="Arial"/>
                <a:cs typeface="Arial"/>
                <a:sym typeface="Arial"/>
              </a:rPr>
              <a:t>OneWorld corporation</a:t>
            </a:r>
            <a:endParaRPr/>
          </a:p>
        </p:txBody>
      </p:sp>
      <p:sp>
        <p:nvSpPr>
          <p:cNvPr id="2330" name="Google Shape;2330;p20"/>
          <p:cNvSpPr txBox="1"/>
          <p:nvPr/>
        </p:nvSpPr>
        <p:spPr>
          <a:xfrm>
            <a:off x="5333300" y="3767791"/>
            <a:ext cx="1170305" cy="1473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FFFFF"/>
                </a:solidFill>
                <a:latin typeface="Arial"/>
                <a:ea typeface="Arial"/>
                <a:cs typeface="Arial"/>
                <a:sym typeface="Arial"/>
              </a:rPr>
              <a:t>Oneworld Corporation</a:t>
            </a:r>
            <a:endParaRPr b="0" i="0" sz="800" u="none" cap="none" strike="noStrike">
              <a:solidFill>
                <a:srgbClr val="000000"/>
              </a:solidFill>
              <a:latin typeface="Arial"/>
              <a:ea typeface="Arial"/>
              <a:cs typeface="Arial"/>
              <a:sym typeface="Arial"/>
            </a:endParaRPr>
          </a:p>
        </p:txBody>
      </p:sp>
      <p:sp>
        <p:nvSpPr>
          <p:cNvPr id="2331" name="Google Shape;2331;p20"/>
          <p:cNvSpPr txBox="1"/>
          <p:nvPr/>
        </p:nvSpPr>
        <p:spPr>
          <a:xfrm>
            <a:off x="5333300" y="3889711"/>
            <a:ext cx="2808605" cy="44450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800"/>
              <a:buFont typeface="Arial"/>
              <a:buNone/>
            </a:pPr>
            <a:r>
              <a:rPr b="0" i="0" lang="en-US" sz="800" u="none" cap="none" strike="noStrike">
                <a:solidFill>
                  <a:srgbClr val="FFFFFF"/>
                </a:solidFill>
                <a:latin typeface="Arial"/>
                <a:ea typeface="Arial"/>
                <a:cs typeface="Arial"/>
                <a:sym typeface="Arial"/>
              </a:rPr>
              <a:t>1-1-20 Nagayoshinagahara, Hirano-ku, Osaka, Japan Tel: 08-6-4392-7499 FAX : 08-6-4392-7676</a:t>
            </a:r>
            <a:endParaRPr b="0" i="0" sz="800" u="none" cap="none" strike="noStrike">
              <a:solidFill>
                <a:srgbClr val="000000"/>
              </a:solidFill>
              <a:latin typeface="Arial"/>
              <a:ea typeface="Arial"/>
              <a:cs typeface="Arial"/>
              <a:sym typeface="Arial"/>
            </a:endParaRPr>
          </a:p>
          <a:p>
            <a:pPr indent="0" lvl="0" marL="12700" marR="0" rtl="0" algn="l">
              <a:lnSpc>
                <a:spcPct val="100000"/>
              </a:lnSpc>
              <a:spcBef>
                <a:spcPts val="140"/>
              </a:spcBef>
              <a:spcAft>
                <a:spcPts val="0"/>
              </a:spcAft>
              <a:buClr>
                <a:srgbClr val="000000"/>
              </a:buClr>
              <a:buSzPts val="800"/>
              <a:buFont typeface="Arial"/>
              <a:buNone/>
            </a:pPr>
            <a:r>
              <a:rPr b="0" i="0" lang="en-US" sz="800" u="none" cap="none" strike="noStrike">
                <a:solidFill>
                  <a:srgbClr val="FFFFFF"/>
                </a:solidFill>
                <a:latin typeface="Arial"/>
                <a:ea typeface="Arial"/>
                <a:cs typeface="Arial"/>
                <a:sym typeface="Arial"/>
              </a:rPr>
              <a:t>URL: </a:t>
            </a:r>
            <a:r>
              <a:rPr b="0" i="0" lang="en-US" sz="800" u="sng" cap="none" strike="noStrike">
                <a:solidFill>
                  <a:srgbClr val="FFFFFF"/>
                </a:solidFill>
                <a:latin typeface="Arial"/>
                <a:ea typeface="Arial"/>
                <a:cs typeface="Arial"/>
                <a:sym typeface="Arial"/>
                <a:hlinkClick r:id="rId8">
                  <a:extLst>
                    <a:ext uri="{A12FA001-AC4F-418D-AE19-62706E023703}">
                      <ahyp:hlinkClr val="tx"/>
                    </a:ext>
                  </a:extLst>
                </a:hlinkClick>
              </a:rPr>
              <a:t>www.1-world.asia</a:t>
            </a:r>
            <a:r>
              <a:rPr b="0" i="0" lang="en-US" sz="800" u="none" cap="none" strike="noStrike">
                <a:solidFill>
                  <a:srgbClr val="FFFFFF"/>
                </a:solidFill>
                <a:latin typeface="Arial"/>
                <a:ea typeface="Arial"/>
                <a:cs typeface="Arial"/>
                <a:sym typeface="Arial"/>
              </a:rPr>
              <a:t>  Mail: </a:t>
            </a:r>
            <a:r>
              <a:rPr b="0" i="0" lang="en-US" sz="800" u="sng" cap="none" strike="noStrike">
                <a:solidFill>
                  <a:srgbClr val="FFFFFF"/>
                </a:solidFill>
                <a:latin typeface="Arial"/>
                <a:ea typeface="Arial"/>
                <a:cs typeface="Arial"/>
                <a:sym typeface="Arial"/>
                <a:hlinkClick r:id="rId9">
                  <a:extLst>
                    <a:ext uri="{A12FA001-AC4F-418D-AE19-62706E023703}">
                      <ahyp:hlinkClr val="tx"/>
                    </a:ext>
                  </a:extLst>
                </a:hlinkClick>
              </a:rPr>
              <a:t>info@1-world.asia</a:t>
            </a:r>
            <a:endParaRPr b="0" i="0" sz="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2023-08-17T08:55:11Z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2019-11-19T00:00:00Z</vt:filetime>
  </property>
  <property fmtid="{D5CDD505-2E9C-101B-9397-08002B2CF9AE}" pid="3" name="Creator">
    <vt:lpwstr>Adobe InDesign 15.0 (Macintosh)</vt:lpwstr>
  </property>
  <property fmtid="{D5CDD505-2E9C-101B-9397-08002B2CF9AE}" pid="4" name="LastSaved">
    <vt:filetime>2023-08-17T00:00:00Z</vt:filetime>
  </property>
  <property fmtid="{D5CDD505-2E9C-101B-9397-08002B2CF9AE}" pid="5" name="Producer">
    <vt:lpwstr>Adobe PDF Library 15.0</vt:lpwstr>
  </property>
</Properties>
</file>